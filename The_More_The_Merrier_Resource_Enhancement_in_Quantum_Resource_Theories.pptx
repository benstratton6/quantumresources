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178"/>
  </p:notesMasterIdLst>
  <p:sldIdLst>
    <p:sldId id="259" r:id="rId6"/>
    <p:sldId id="476" r:id="rId7"/>
    <p:sldId id="477" r:id="rId8"/>
    <p:sldId id="478" r:id="rId9"/>
    <p:sldId id="312" r:id="rId10"/>
    <p:sldId id="321" r:id="rId11"/>
    <p:sldId id="352" r:id="rId12"/>
    <p:sldId id="313" r:id="rId13"/>
    <p:sldId id="346" r:id="rId14"/>
    <p:sldId id="322" r:id="rId15"/>
    <p:sldId id="320" r:id="rId16"/>
    <p:sldId id="323" r:id="rId17"/>
    <p:sldId id="339" r:id="rId18"/>
    <p:sldId id="331" r:id="rId19"/>
    <p:sldId id="261" r:id="rId20"/>
    <p:sldId id="262" r:id="rId21"/>
    <p:sldId id="325" r:id="rId22"/>
    <p:sldId id="326" r:id="rId23"/>
    <p:sldId id="327" r:id="rId24"/>
    <p:sldId id="329" r:id="rId25"/>
    <p:sldId id="265" r:id="rId26"/>
    <p:sldId id="330" r:id="rId27"/>
    <p:sldId id="333" r:id="rId28"/>
    <p:sldId id="334" r:id="rId29"/>
    <p:sldId id="342" r:id="rId30"/>
    <p:sldId id="347" r:id="rId31"/>
    <p:sldId id="266" r:id="rId32"/>
    <p:sldId id="353" r:id="rId33"/>
    <p:sldId id="354" r:id="rId34"/>
    <p:sldId id="348" r:id="rId35"/>
    <p:sldId id="349" r:id="rId36"/>
    <p:sldId id="350" r:id="rId37"/>
    <p:sldId id="356" r:id="rId38"/>
    <p:sldId id="355" r:id="rId39"/>
    <p:sldId id="394" r:id="rId40"/>
    <p:sldId id="351" r:id="rId41"/>
    <p:sldId id="396" r:id="rId42"/>
    <p:sldId id="395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89" r:id="rId54"/>
    <p:sldId id="397" r:id="rId55"/>
    <p:sldId id="398" r:id="rId56"/>
    <p:sldId id="399" r:id="rId57"/>
    <p:sldId id="367" r:id="rId58"/>
    <p:sldId id="368" r:id="rId59"/>
    <p:sldId id="369" r:id="rId60"/>
    <p:sldId id="371" r:id="rId61"/>
    <p:sldId id="373" r:id="rId62"/>
    <p:sldId id="372" r:id="rId63"/>
    <p:sldId id="374" r:id="rId64"/>
    <p:sldId id="375" r:id="rId65"/>
    <p:sldId id="376" r:id="rId66"/>
    <p:sldId id="377" r:id="rId67"/>
    <p:sldId id="378" r:id="rId68"/>
    <p:sldId id="379" r:id="rId69"/>
    <p:sldId id="380" r:id="rId70"/>
    <p:sldId id="381" r:id="rId71"/>
    <p:sldId id="385" r:id="rId72"/>
    <p:sldId id="400" r:id="rId73"/>
    <p:sldId id="401" r:id="rId74"/>
    <p:sldId id="388" r:id="rId75"/>
    <p:sldId id="390" r:id="rId76"/>
    <p:sldId id="391" r:id="rId77"/>
    <p:sldId id="403" r:id="rId78"/>
    <p:sldId id="479" r:id="rId79"/>
    <p:sldId id="392" r:id="rId80"/>
    <p:sldId id="402" r:id="rId81"/>
    <p:sldId id="337" r:id="rId82"/>
    <p:sldId id="290" r:id="rId83"/>
    <p:sldId id="393" r:id="rId84"/>
    <p:sldId id="382" r:id="rId85"/>
    <p:sldId id="383" r:id="rId86"/>
    <p:sldId id="408" r:id="rId87"/>
    <p:sldId id="410" r:id="rId88"/>
    <p:sldId id="414" r:id="rId89"/>
    <p:sldId id="431" r:id="rId90"/>
    <p:sldId id="416" r:id="rId91"/>
    <p:sldId id="417" r:id="rId92"/>
    <p:sldId id="418" r:id="rId93"/>
    <p:sldId id="419" r:id="rId94"/>
    <p:sldId id="420" r:id="rId95"/>
    <p:sldId id="421" r:id="rId96"/>
    <p:sldId id="422" r:id="rId97"/>
    <p:sldId id="423" r:id="rId98"/>
    <p:sldId id="424" r:id="rId99"/>
    <p:sldId id="425" r:id="rId100"/>
    <p:sldId id="426" r:id="rId101"/>
    <p:sldId id="427" r:id="rId102"/>
    <p:sldId id="428" r:id="rId103"/>
    <p:sldId id="429" r:id="rId104"/>
    <p:sldId id="430" r:id="rId105"/>
    <p:sldId id="432" r:id="rId106"/>
    <p:sldId id="433" r:id="rId107"/>
    <p:sldId id="434" r:id="rId108"/>
    <p:sldId id="435" r:id="rId109"/>
    <p:sldId id="436" r:id="rId110"/>
    <p:sldId id="437" r:id="rId111"/>
    <p:sldId id="438" r:id="rId112"/>
    <p:sldId id="439" r:id="rId113"/>
    <p:sldId id="440" r:id="rId114"/>
    <p:sldId id="441" r:id="rId115"/>
    <p:sldId id="442" r:id="rId116"/>
    <p:sldId id="443" r:id="rId117"/>
    <p:sldId id="444" r:id="rId118"/>
    <p:sldId id="445" r:id="rId119"/>
    <p:sldId id="446" r:id="rId120"/>
    <p:sldId id="409" r:id="rId121"/>
    <p:sldId id="294" r:id="rId122"/>
    <p:sldId id="415" r:id="rId123"/>
    <p:sldId id="292" r:id="rId124"/>
    <p:sldId id="297" r:id="rId125"/>
    <p:sldId id="332" r:id="rId126"/>
    <p:sldId id="303" r:id="rId127"/>
    <p:sldId id="305" r:id="rId128"/>
    <p:sldId id="306" r:id="rId129"/>
    <p:sldId id="307" r:id="rId130"/>
    <p:sldId id="404" r:id="rId131"/>
    <p:sldId id="309" r:id="rId132"/>
    <p:sldId id="411" r:id="rId133"/>
    <p:sldId id="310" r:id="rId134"/>
    <p:sldId id="311" r:id="rId135"/>
    <p:sldId id="328" r:id="rId136"/>
    <p:sldId id="405" r:id="rId137"/>
    <p:sldId id="335" r:id="rId138"/>
    <p:sldId id="317" r:id="rId139"/>
    <p:sldId id="318" r:id="rId140"/>
    <p:sldId id="406" r:id="rId141"/>
    <p:sldId id="407" r:id="rId142"/>
    <p:sldId id="384" r:id="rId143"/>
    <p:sldId id="412" r:id="rId144"/>
    <p:sldId id="338" r:id="rId145"/>
    <p:sldId id="447" r:id="rId146"/>
    <p:sldId id="343" r:id="rId147"/>
    <p:sldId id="344" r:id="rId148"/>
    <p:sldId id="264" r:id="rId149"/>
    <p:sldId id="324" r:id="rId150"/>
    <p:sldId id="451" r:id="rId151"/>
    <p:sldId id="448" r:id="rId152"/>
    <p:sldId id="449" r:id="rId153"/>
    <p:sldId id="450" r:id="rId154"/>
    <p:sldId id="460" r:id="rId155"/>
    <p:sldId id="452" r:id="rId156"/>
    <p:sldId id="453" r:id="rId157"/>
    <p:sldId id="454" r:id="rId158"/>
    <p:sldId id="455" r:id="rId159"/>
    <p:sldId id="456" r:id="rId160"/>
    <p:sldId id="457" r:id="rId161"/>
    <p:sldId id="458" r:id="rId162"/>
    <p:sldId id="467" r:id="rId163"/>
    <p:sldId id="461" r:id="rId164"/>
    <p:sldId id="462" r:id="rId165"/>
    <p:sldId id="463" r:id="rId166"/>
    <p:sldId id="468" r:id="rId167"/>
    <p:sldId id="464" r:id="rId168"/>
    <p:sldId id="469" r:id="rId169"/>
    <p:sldId id="466" r:id="rId170"/>
    <p:sldId id="474" r:id="rId171"/>
    <p:sldId id="471" r:id="rId172"/>
    <p:sldId id="472" r:id="rId173"/>
    <p:sldId id="473" r:id="rId174"/>
    <p:sldId id="475" r:id="rId175"/>
    <p:sldId id="295" r:id="rId176"/>
    <p:sldId id="298" r:id="rId177"/>
  </p:sldIdLst>
  <p:sldSz cx="9144000" cy="5143500" type="screen16x9"/>
  <p:notesSz cx="6858000" cy="9144000"/>
  <p:defaultTextStyle>
    <a:defPPr>
      <a:defRPr lang="en-GB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1F2E"/>
    <a:srgbClr val="27A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85ED-01CC-4F96-9684-027CD5334FFE}" v="1196" dt="2026-04-09T13:47:41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19" autoAdjust="0"/>
    <p:restoredTop sz="90456" autoAdjust="0"/>
  </p:normalViewPr>
  <p:slideViewPr>
    <p:cSldViewPr snapToGrid="0">
      <p:cViewPr varScale="1">
        <p:scale>
          <a:sx n="76" d="100"/>
          <a:sy n="76" d="100"/>
        </p:scale>
        <p:origin x="70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59" Type="http://schemas.openxmlformats.org/officeDocument/2006/relationships/slide" Target="slides/slide154.xml"/><Relationship Id="rId170" Type="http://schemas.openxmlformats.org/officeDocument/2006/relationships/slide" Target="slides/slide165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slide" Target="slides/slide144.xml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90.xml"/><Relationship Id="rId160" Type="http://schemas.openxmlformats.org/officeDocument/2006/relationships/slide" Target="slides/slide155.xml"/><Relationship Id="rId181" Type="http://schemas.openxmlformats.org/officeDocument/2006/relationships/theme" Target="theme/theme1.xml"/><Relationship Id="rId22" Type="http://schemas.openxmlformats.org/officeDocument/2006/relationships/slide" Target="slides/slide17.xml"/><Relationship Id="rId43" Type="http://schemas.openxmlformats.org/officeDocument/2006/relationships/slide" Target="slides/slide38.xml"/><Relationship Id="rId64" Type="http://schemas.openxmlformats.org/officeDocument/2006/relationships/slide" Target="slides/slide59.xml"/><Relationship Id="rId118" Type="http://schemas.openxmlformats.org/officeDocument/2006/relationships/slide" Target="slides/slide113.xml"/><Relationship Id="rId139" Type="http://schemas.openxmlformats.org/officeDocument/2006/relationships/slide" Target="slides/slide134.xml"/><Relationship Id="rId85" Type="http://schemas.openxmlformats.org/officeDocument/2006/relationships/slide" Target="slides/slide80.xml"/><Relationship Id="rId150" Type="http://schemas.openxmlformats.org/officeDocument/2006/relationships/slide" Target="slides/slide145.xml"/><Relationship Id="rId171" Type="http://schemas.openxmlformats.org/officeDocument/2006/relationships/slide" Target="slides/slide166.xml"/><Relationship Id="rId12" Type="http://schemas.openxmlformats.org/officeDocument/2006/relationships/slide" Target="slides/slide7.xml"/><Relationship Id="rId33" Type="http://schemas.openxmlformats.org/officeDocument/2006/relationships/slide" Target="slides/slide28.xml"/><Relationship Id="rId108" Type="http://schemas.openxmlformats.org/officeDocument/2006/relationships/slide" Target="slides/slide103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5" Type="http://schemas.openxmlformats.org/officeDocument/2006/relationships/slide" Target="slides/slide70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61" Type="http://schemas.openxmlformats.org/officeDocument/2006/relationships/slide" Target="slides/slide156.xml"/><Relationship Id="rId182" Type="http://schemas.openxmlformats.org/officeDocument/2006/relationships/tableStyles" Target="tableStyles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51" Type="http://schemas.openxmlformats.org/officeDocument/2006/relationships/slide" Target="slides/slide146.xml"/><Relationship Id="rId156" Type="http://schemas.openxmlformats.org/officeDocument/2006/relationships/slide" Target="slides/slide151.xml"/><Relationship Id="rId177" Type="http://schemas.openxmlformats.org/officeDocument/2006/relationships/slide" Target="slides/slide172.xml"/><Relationship Id="rId172" Type="http://schemas.openxmlformats.org/officeDocument/2006/relationships/slide" Target="slides/slide167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slide" Target="slides/slide136.xml"/><Relationship Id="rId146" Type="http://schemas.openxmlformats.org/officeDocument/2006/relationships/slide" Target="slides/slide141.xml"/><Relationship Id="rId167" Type="http://schemas.openxmlformats.org/officeDocument/2006/relationships/slide" Target="slides/slide162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162" Type="http://schemas.openxmlformats.org/officeDocument/2006/relationships/slide" Target="slides/slide157.xml"/><Relationship Id="rId18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157" Type="http://schemas.openxmlformats.org/officeDocument/2006/relationships/slide" Target="slides/slide152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52" Type="http://schemas.openxmlformats.org/officeDocument/2006/relationships/slide" Target="slides/slide147.xml"/><Relationship Id="rId173" Type="http://schemas.openxmlformats.org/officeDocument/2006/relationships/slide" Target="slides/slide168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168" Type="http://schemas.openxmlformats.org/officeDocument/2006/relationships/slide" Target="slides/slide163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163" Type="http://schemas.openxmlformats.org/officeDocument/2006/relationships/slide" Target="slides/slide158.xml"/><Relationship Id="rId184" Type="http://schemas.microsoft.com/office/2015/10/relationships/revisionInfo" Target="revisionInfo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158" Type="http://schemas.openxmlformats.org/officeDocument/2006/relationships/slide" Target="slides/slide153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3" Type="http://schemas.openxmlformats.org/officeDocument/2006/relationships/slide" Target="slides/slide148.xml"/><Relationship Id="rId174" Type="http://schemas.openxmlformats.org/officeDocument/2006/relationships/slide" Target="slides/slide169.xml"/><Relationship Id="rId179" Type="http://schemas.openxmlformats.org/officeDocument/2006/relationships/presProps" Target="presProps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slide" Target="slides/slide143.xml"/><Relationship Id="rId164" Type="http://schemas.openxmlformats.org/officeDocument/2006/relationships/slide" Target="slides/slide159.xml"/><Relationship Id="rId169" Type="http://schemas.openxmlformats.org/officeDocument/2006/relationships/slide" Target="slides/slide16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80" Type="http://schemas.openxmlformats.org/officeDocument/2006/relationships/viewProps" Target="viewProps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54" Type="http://schemas.openxmlformats.org/officeDocument/2006/relationships/slide" Target="slides/slide149.xml"/><Relationship Id="rId175" Type="http://schemas.openxmlformats.org/officeDocument/2006/relationships/slide" Target="slides/slide170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Relationship Id="rId165" Type="http://schemas.openxmlformats.org/officeDocument/2006/relationships/slide" Target="slides/slide160.xml"/><Relationship Id="rId27" Type="http://schemas.openxmlformats.org/officeDocument/2006/relationships/slide" Target="slides/slide22.xml"/><Relationship Id="rId48" Type="http://schemas.openxmlformats.org/officeDocument/2006/relationships/slide" Target="slides/slide43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34" Type="http://schemas.openxmlformats.org/officeDocument/2006/relationships/slide" Target="slides/slide129.xml"/><Relationship Id="rId80" Type="http://schemas.openxmlformats.org/officeDocument/2006/relationships/slide" Target="slides/slide75.xml"/><Relationship Id="rId155" Type="http://schemas.openxmlformats.org/officeDocument/2006/relationships/slide" Target="slides/slide150.xml"/><Relationship Id="rId176" Type="http://schemas.openxmlformats.org/officeDocument/2006/relationships/slide" Target="slides/slide171.xml"/><Relationship Id="rId17" Type="http://schemas.openxmlformats.org/officeDocument/2006/relationships/slide" Target="slides/slide12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24" Type="http://schemas.openxmlformats.org/officeDocument/2006/relationships/slide" Target="slides/slide119.xml"/><Relationship Id="rId70" Type="http://schemas.openxmlformats.org/officeDocument/2006/relationships/slide" Target="slides/slide65.xml"/><Relationship Id="rId91" Type="http://schemas.openxmlformats.org/officeDocument/2006/relationships/slide" Target="slides/slide86.xml"/><Relationship Id="rId145" Type="http://schemas.openxmlformats.org/officeDocument/2006/relationships/slide" Target="slides/slide140.xml"/><Relationship Id="rId166" Type="http://schemas.openxmlformats.org/officeDocument/2006/relationships/slide" Target="slides/slide161.xml"/><Relationship Id="rId1" Type="http://schemas.openxmlformats.org/officeDocument/2006/relationships/customXml" Target="../customXml/item1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tratton" userId="9cfe98d5fab7370f" providerId="LiveId" clId="{2D49838A-A9F3-4D87-B089-1B5AB8EEC669}"/>
    <pc:docChg chg="undo custSel addSld delSld modSld sldOrd">
      <pc:chgData name="Benjamin Stratton" userId="9cfe98d5fab7370f" providerId="LiveId" clId="{2D49838A-A9F3-4D87-B089-1B5AB8EEC669}" dt="2026-04-09T13:47:41.214" v="7542" actId="20577"/>
      <pc:docMkLst>
        <pc:docMk/>
      </pc:docMkLst>
      <pc:sldChg chg="modSp mod">
        <pc:chgData name="Benjamin Stratton" userId="9cfe98d5fab7370f" providerId="LiveId" clId="{2D49838A-A9F3-4D87-B089-1B5AB8EEC669}" dt="2026-04-06T19:14:34.314" v="4764" actId="404"/>
        <pc:sldMkLst>
          <pc:docMk/>
          <pc:sldMk cId="0" sldId="259"/>
        </pc:sldMkLst>
        <pc:spChg chg="mod">
          <ac:chgData name="Benjamin Stratton" userId="9cfe98d5fab7370f" providerId="LiveId" clId="{2D49838A-A9F3-4D87-B089-1B5AB8EEC669}" dt="2026-04-06T19:14:34.314" v="4764" actId="404"/>
          <ac:spMkLst>
            <pc:docMk/>
            <pc:sldMk cId="0" sldId="259"/>
            <ac:spMk id="23555" creationId="{D5ED50B5-5A05-28D2-36BF-959839731103}"/>
          </ac:spMkLst>
        </pc:spChg>
      </pc:sldChg>
      <pc:sldChg chg="modSp mod">
        <pc:chgData name="Benjamin Stratton" userId="9cfe98d5fab7370f" providerId="LiveId" clId="{2D49838A-A9F3-4D87-B089-1B5AB8EEC669}" dt="2026-04-09T13:16:06.574" v="7288" actId="20577"/>
        <pc:sldMkLst>
          <pc:docMk/>
          <pc:sldMk cId="3522990468" sldId="266"/>
        </pc:sldMkLst>
        <pc:spChg chg="mod">
          <ac:chgData name="Benjamin Stratton" userId="9cfe98d5fab7370f" providerId="LiveId" clId="{2D49838A-A9F3-4D87-B089-1B5AB8EEC669}" dt="2026-04-09T13:16:06.574" v="7288" actId="20577"/>
          <ac:spMkLst>
            <pc:docMk/>
            <pc:sldMk cId="3522990468" sldId="266"/>
            <ac:spMk id="10" creationId="{F0FAB0AF-6043-20B1-E434-135621E4DC95}"/>
          </ac:spMkLst>
        </pc:spChg>
      </pc:sldChg>
      <pc:sldChg chg="addSp delSp modSp add mod ord delAnim modAnim">
        <pc:chgData name="Benjamin Stratton" userId="9cfe98d5fab7370f" providerId="LiveId" clId="{2D49838A-A9F3-4D87-B089-1B5AB8EEC669}" dt="2026-04-07T13:37:19.574" v="6782"/>
        <pc:sldMkLst>
          <pc:docMk/>
          <pc:sldMk cId="3169919687" sldId="290"/>
        </pc:sldMkLst>
        <pc:spChg chg="add mod">
          <ac:chgData name="Benjamin Stratton" userId="9cfe98d5fab7370f" providerId="LiveId" clId="{2D49838A-A9F3-4D87-B089-1B5AB8EEC669}" dt="2026-04-07T13:37:19.574" v="6782"/>
          <ac:spMkLst>
            <pc:docMk/>
            <pc:sldMk cId="3169919687" sldId="290"/>
            <ac:spMk id="18" creationId="{D70B42BF-3907-B487-493C-38A0CFCE717C}"/>
          </ac:spMkLst>
        </pc:spChg>
        <pc:spChg chg="mod">
          <ac:chgData name="Benjamin Stratton" userId="9cfe98d5fab7370f" providerId="LiveId" clId="{2D49838A-A9F3-4D87-B089-1B5AB8EEC669}" dt="2026-04-07T13:30:56.493" v="6628" actId="20577"/>
          <ac:spMkLst>
            <pc:docMk/>
            <pc:sldMk cId="3169919687" sldId="290"/>
            <ac:spMk id="24" creationId="{EC33EA0A-9F29-EE3F-F11C-C3FE3968E6BF}"/>
          </ac:spMkLst>
        </pc:spChg>
        <pc:picChg chg="add mod">
          <ac:chgData name="Benjamin Stratton" userId="9cfe98d5fab7370f" providerId="LiveId" clId="{2D49838A-A9F3-4D87-B089-1B5AB8EEC669}" dt="2026-04-07T13:32:36.953" v="6644" actId="1076"/>
          <ac:picMkLst>
            <pc:docMk/>
            <pc:sldMk cId="3169919687" sldId="290"/>
            <ac:picMk id="8" creationId="{780206E9-DAF6-5BEB-11A7-F332A338BA21}"/>
          </ac:picMkLst>
        </pc:picChg>
        <pc:picChg chg="add mod">
          <ac:chgData name="Benjamin Stratton" userId="9cfe98d5fab7370f" providerId="LiveId" clId="{2D49838A-A9F3-4D87-B089-1B5AB8EEC669}" dt="2026-04-07T13:32:27.783" v="6642" actId="1076"/>
          <ac:picMkLst>
            <pc:docMk/>
            <pc:sldMk cId="3169919687" sldId="290"/>
            <ac:picMk id="17" creationId="{1B22D413-9873-82D5-C73F-33C679019240}"/>
          </ac:picMkLst>
        </pc:picChg>
      </pc:sldChg>
      <pc:sldChg chg="addSp modSp add">
        <pc:chgData name="Benjamin Stratton" userId="9cfe98d5fab7370f" providerId="LiveId" clId="{2D49838A-A9F3-4D87-B089-1B5AB8EEC669}" dt="2026-04-07T13:44:36.113" v="6945" actId="2711"/>
        <pc:sldMkLst>
          <pc:docMk/>
          <pc:sldMk cId="904350904" sldId="292"/>
        </pc:sldMkLst>
        <pc:spChg chg="mod">
          <ac:chgData name="Benjamin Stratton" userId="9cfe98d5fab7370f" providerId="LiveId" clId="{2D49838A-A9F3-4D87-B089-1B5AB8EEC669}" dt="2026-04-07T13:44:32.418" v="6944" actId="2711"/>
          <ac:spMkLst>
            <pc:docMk/>
            <pc:sldMk cId="904350904" sldId="292"/>
            <ac:spMk id="3" creationId="{FE8F5F95-A394-6862-13C7-5D141BBCD783}"/>
          </ac:spMkLst>
        </pc:spChg>
        <pc:spChg chg="add mod">
          <ac:chgData name="Benjamin Stratton" userId="9cfe98d5fab7370f" providerId="LiveId" clId="{2D49838A-A9F3-4D87-B089-1B5AB8EEC669}" dt="2026-04-07T13:37:24.449" v="6783"/>
          <ac:spMkLst>
            <pc:docMk/>
            <pc:sldMk cId="904350904" sldId="292"/>
            <ac:spMk id="4" creationId="{C2F00281-0086-DCCE-D289-114A7B516136}"/>
          </ac:spMkLst>
        </pc:spChg>
        <pc:spChg chg="mod">
          <ac:chgData name="Benjamin Stratton" userId="9cfe98d5fab7370f" providerId="LiveId" clId="{2D49838A-A9F3-4D87-B089-1B5AB8EEC669}" dt="2026-04-07T13:44:36.113" v="6945" actId="2711"/>
          <ac:spMkLst>
            <pc:docMk/>
            <pc:sldMk cId="904350904" sldId="292"/>
            <ac:spMk id="9" creationId="{FAE1E118-50FA-2BA8-B465-467D73FD0FF8}"/>
          </ac:spMkLst>
        </pc:spChg>
      </pc:sldChg>
      <pc:sldChg chg="addSp modSp add mod">
        <pc:chgData name="Benjamin Stratton" userId="9cfe98d5fab7370f" providerId="LiveId" clId="{2D49838A-A9F3-4D87-B089-1B5AB8EEC669}" dt="2026-04-07T13:44:02.177" v="6943" actId="2711"/>
        <pc:sldMkLst>
          <pc:docMk/>
          <pc:sldMk cId="821495798" sldId="294"/>
        </pc:sldMkLst>
        <pc:spChg chg="mod">
          <ac:chgData name="Benjamin Stratton" userId="9cfe98d5fab7370f" providerId="LiveId" clId="{2D49838A-A9F3-4D87-B089-1B5AB8EEC669}" dt="2026-04-07T13:43:34.771" v="6936" actId="2711"/>
          <ac:spMkLst>
            <pc:docMk/>
            <pc:sldMk cId="821495798" sldId="294"/>
            <ac:spMk id="3" creationId="{B8781098-7D63-97E4-2C99-D8EBE96B4E1A}"/>
          </ac:spMkLst>
        </pc:spChg>
        <pc:spChg chg="mod">
          <ac:chgData name="Benjamin Stratton" userId="9cfe98d5fab7370f" providerId="LiveId" clId="{2D49838A-A9F3-4D87-B089-1B5AB8EEC669}" dt="2026-04-07T13:43:54.005" v="6942" actId="2711"/>
          <ac:spMkLst>
            <pc:docMk/>
            <pc:sldMk cId="821495798" sldId="294"/>
            <ac:spMk id="4" creationId="{C86B85E3-1EBC-30B2-FDAB-B0770C2EE678}"/>
          </ac:spMkLst>
        </pc:spChg>
        <pc:spChg chg="add mod">
          <ac:chgData name="Benjamin Stratton" userId="9cfe98d5fab7370f" providerId="LiveId" clId="{2D49838A-A9F3-4D87-B089-1B5AB8EEC669}" dt="2026-04-07T13:37:14.699" v="6781"/>
          <ac:spMkLst>
            <pc:docMk/>
            <pc:sldMk cId="821495798" sldId="294"/>
            <ac:spMk id="5" creationId="{206AC29D-F21D-BE17-3E95-3204C9D9120E}"/>
          </ac:spMkLst>
        </pc:spChg>
        <pc:spChg chg="mod">
          <ac:chgData name="Benjamin Stratton" userId="9cfe98d5fab7370f" providerId="LiveId" clId="{2D49838A-A9F3-4D87-B089-1B5AB8EEC669}" dt="2026-04-07T13:43:43.746" v="6938" actId="2711"/>
          <ac:spMkLst>
            <pc:docMk/>
            <pc:sldMk cId="821495798" sldId="294"/>
            <ac:spMk id="6" creationId="{A0BA283B-0FA0-9FD9-9174-2B6FCDFF2EA6}"/>
          </ac:spMkLst>
        </pc:spChg>
        <pc:spChg chg="mod">
          <ac:chgData name="Benjamin Stratton" userId="9cfe98d5fab7370f" providerId="LiveId" clId="{2D49838A-A9F3-4D87-B089-1B5AB8EEC669}" dt="2026-04-07T13:44:02.177" v="6943" actId="2711"/>
          <ac:spMkLst>
            <pc:docMk/>
            <pc:sldMk cId="821495798" sldId="294"/>
            <ac:spMk id="19" creationId="{96DD462A-37ED-B083-E7C3-248141606B9A}"/>
          </ac:spMkLst>
        </pc:spChg>
        <pc:cxnChg chg="mod">
          <ac:chgData name="Benjamin Stratton" userId="9cfe98d5fab7370f" providerId="LiveId" clId="{2D49838A-A9F3-4D87-B089-1B5AB8EEC669}" dt="2026-04-07T13:43:46.527" v="6940" actId="1076"/>
          <ac:cxnSpMkLst>
            <pc:docMk/>
            <pc:sldMk cId="821495798" sldId="294"/>
            <ac:cxnSpMk id="13" creationId="{C2C05FF7-E5D8-4FC9-8AB8-3E35FF5C4C69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7T13:44:54.434" v="6949" actId="478"/>
        <pc:sldMkLst>
          <pc:docMk/>
          <pc:sldMk cId="1156156239" sldId="297"/>
        </pc:sldMkLst>
        <pc:spChg chg="add mod">
          <ac:chgData name="Benjamin Stratton" userId="9cfe98d5fab7370f" providerId="LiveId" clId="{2D49838A-A9F3-4D87-B089-1B5AB8EEC669}" dt="2026-04-07T13:37:26.167" v="6784"/>
          <ac:spMkLst>
            <pc:docMk/>
            <pc:sldMk cId="1156156239" sldId="297"/>
            <ac:spMk id="3" creationId="{B5A0B0E1-8389-73E7-807B-A6D11280FEE2}"/>
          </ac:spMkLst>
        </pc:spChg>
        <pc:spChg chg="mod">
          <ac:chgData name="Benjamin Stratton" userId="9cfe98d5fab7370f" providerId="LiveId" clId="{2D49838A-A9F3-4D87-B089-1B5AB8EEC669}" dt="2026-04-07T13:44:44.400" v="6946" actId="2711"/>
          <ac:spMkLst>
            <pc:docMk/>
            <pc:sldMk cId="1156156239" sldId="297"/>
            <ac:spMk id="14" creationId="{1EEB83F9-3C48-E274-ECAC-7716133052CA}"/>
          </ac:spMkLst>
        </pc:spChg>
      </pc:sldChg>
      <pc:sldChg chg="addSp modSp add mod">
        <pc:chgData name="Benjamin Stratton" userId="9cfe98d5fab7370f" providerId="LiveId" clId="{2D49838A-A9F3-4D87-B089-1B5AB8EEC669}" dt="2026-04-07T13:46:32.807" v="6956" actId="2711"/>
        <pc:sldMkLst>
          <pc:docMk/>
          <pc:sldMk cId="1821275253" sldId="303"/>
        </pc:sldMkLst>
        <pc:spChg chg="mod">
          <ac:chgData name="Benjamin Stratton" userId="9cfe98d5fab7370f" providerId="LiveId" clId="{2D49838A-A9F3-4D87-B089-1B5AB8EEC669}" dt="2026-04-07T13:46:32.807" v="6956" actId="2711"/>
          <ac:spMkLst>
            <pc:docMk/>
            <pc:sldMk cId="1821275253" sldId="303"/>
            <ac:spMk id="5" creationId="{27209839-4AF1-6D14-DD7D-8F0A6B62DBC4}"/>
          </ac:spMkLst>
        </pc:spChg>
        <pc:spChg chg="add mod">
          <ac:chgData name="Benjamin Stratton" userId="9cfe98d5fab7370f" providerId="LiveId" clId="{2D49838A-A9F3-4D87-B089-1B5AB8EEC669}" dt="2026-04-07T13:37:29.423" v="6786"/>
          <ac:spMkLst>
            <pc:docMk/>
            <pc:sldMk cId="1821275253" sldId="303"/>
            <ac:spMk id="8" creationId="{E46A78E7-B325-8548-5ADA-FA580970EF07}"/>
          </ac:spMkLst>
        </pc:spChg>
      </pc:sldChg>
      <pc:sldChg chg="addSp modSp add mod">
        <pc:chgData name="Benjamin Stratton" userId="9cfe98d5fab7370f" providerId="LiveId" clId="{2D49838A-A9F3-4D87-B089-1B5AB8EEC669}" dt="2026-04-07T13:51:22.933" v="7028" actId="692"/>
        <pc:sldMkLst>
          <pc:docMk/>
          <pc:sldMk cId="3545991942" sldId="305"/>
        </pc:sldMkLst>
        <pc:spChg chg="add mod">
          <ac:chgData name="Benjamin Stratton" userId="9cfe98d5fab7370f" providerId="LiveId" clId="{2D49838A-A9F3-4D87-B089-1B5AB8EEC669}" dt="2026-04-07T13:37:31.440" v="6787"/>
          <ac:spMkLst>
            <pc:docMk/>
            <pc:sldMk cId="3545991942" sldId="305"/>
            <ac:spMk id="3" creationId="{39E3B67C-58E9-6FFD-6AD8-841D4603F4B5}"/>
          </ac:spMkLst>
        </pc:spChg>
        <pc:spChg chg="mod">
          <ac:chgData name="Benjamin Stratton" userId="9cfe98d5fab7370f" providerId="LiveId" clId="{2D49838A-A9F3-4D87-B089-1B5AB8EEC669}" dt="2026-04-07T13:51:22.933" v="7028" actId="692"/>
          <ac:spMkLst>
            <pc:docMk/>
            <pc:sldMk cId="3545991942" sldId="305"/>
            <ac:spMk id="4" creationId="{6245B37C-ED8B-5B80-1124-66062945033A}"/>
          </ac:spMkLst>
        </pc:spChg>
        <pc:spChg chg="mod">
          <ac:chgData name="Benjamin Stratton" userId="9cfe98d5fab7370f" providerId="LiveId" clId="{2D49838A-A9F3-4D87-B089-1B5AB8EEC669}" dt="2026-04-07T13:46:40.027" v="6957" actId="2711"/>
          <ac:spMkLst>
            <pc:docMk/>
            <pc:sldMk cId="3545991942" sldId="305"/>
            <ac:spMk id="6" creationId="{9045AE16-FA94-AC69-D016-54E22AC52BEB}"/>
          </ac:spMkLst>
        </pc:spChg>
        <pc:spChg chg="mod">
          <ac:chgData name="Benjamin Stratton" userId="9cfe98d5fab7370f" providerId="LiveId" clId="{2D49838A-A9F3-4D87-B089-1B5AB8EEC669}" dt="2026-04-07T13:46:48.991" v="6959" actId="2711"/>
          <ac:spMkLst>
            <pc:docMk/>
            <pc:sldMk cId="3545991942" sldId="305"/>
            <ac:spMk id="12" creationId="{EE8A610D-C06C-137B-A0F5-B7ED97A3ACC6}"/>
          </ac:spMkLst>
        </pc:spChg>
        <pc:spChg chg="mod">
          <ac:chgData name="Benjamin Stratton" userId="9cfe98d5fab7370f" providerId="LiveId" clId="{2D49838A-A9F3-4D87-B089-1B5AB8EEC669}" dt="2026-04-07T13:46:44.452" v="6958" actId="2711"/>
          <ac:spMkLst>
            <pc:docMk/>
            <pc:sldMk cId="3545991942" sldId="305"/>
            <ac:spMk id="26" creationId="{CCE96369-1F89-4499-19C7-119A893F0717}"/>
          </ac:spMkLst>
        </pc:spChg>
      </pc:sldChg>
      <pc:sldChg chg="addSp modSp add mod">
        <pc:chgData name="Benjamin Stratton" userId="9cfe98d5fab7370f" providerId="LiveId" clId="{2D49838A-A9F3-4D87-B089-1B5AB8EEC669}" dt="2026-04-07T13:47:20.664" v="6967" actId="1076"/>
        <pc:sldMkLst>
          <pc:docMk/>
          <pc:sldMk cId="2372007538" sldId="306"/>
        </pc:sldMkLst>
        <pc:spChg chg="add mod">
          <ac:chgData name="Benjamin Stratton" userId="9cfe98d5fab7370f" providerId="LiveId" clId="{2D49838A-A9F3-4D87-B089-1B5AB8EEC669}" dt="2026-04-07T13:37:34.395" v="6788"/>
          <ac:spMkLst>
            <pc:docMk/>
            <pc:sldMk cId="2372007538" sldId="306"/>
            <ac:spMk id="3" creationId="{B275461A-6548-81F2-BC11-5B1E1BA2DD12}"/>
          </ac:spMkLst>
        </pc:spChg>
        <pc:spChg chg="mod">
          <ac:chgData name="Benjamin Stratton" userId="9cfe98d5fab7370f" providerId="LiveId" clId="{2D49838A-A9F3-4D87-B089-1B5AB8EEC669}" dt="2026-04-07T13:46:59.635" v="6962" actId="2711"/>
          <ac:spMkLst>
            <pc:docMk/>
            <pc:sldMk cId="2372007538" sldId="306"/>
            <ac:spMk id="15" creationId="{FCBFAE59-55E8-21A8-430E-471C9FB3EFD5}"/>
          </ac:spMkLst>
        </pc:spChg>
        <pc:spChg chg="mod">
          <ac:chgData name="Benjamin Stratton" userId="9cfe98d5fab7370f" providerId="LiveId" clId="{2D49838A-A9F3-4D87-B089-1B5AB8EEC669}" dt="2026-04-07T13:47:16.087" v="6966" actId="14100"/>
          <ac:spMkLst>
            <pc:docMk/>
            <pc:sldMk cId="2372007538" sldId="306"/>
            <ac:spMk id="20" creationId="{62DE40FA-39A3-F502-218D-5C3D40EBD1AA}"/>
          </ac:spMkLst>
        </pc:spChg>
        <pc:spChg chg="mod">
          <ac:chgData name="Benjamin Stratton" userId="9cfe98d5fab7370f" providerId="LiveId" clId="{2D49838A-A9F3-4D87-B089-1B5AB8EEC669}" dt="2026-04-07T13:47:09.510" v="6964" actId="2711"/>
          <ac:spMkLst>
            <pc:docMk/>
            <pc:sldMk cId="2372007538" sldId="306"/>
            <ac:spMk id="26" creationId="{50F08CC1-7EC3-D8AC-8EC3-F144897C0832}"/>
          </ac:spMkLst>
        </pc:spChg>
        <pc:picChg chg="mod">
          <ac:chgData name="Benjamin Stratton" userId="9cfe98d5fab7370f" providerId="LiveId" clId="{2D49838A-A9F3-4D87-B089-1B5AB8EEC669}" dt="2026-04-07T13:47:04.752" v="6963" actId="1076"/>
          <ac:picMkLst>
            <pc:docMk/>
            <pc:sldMk cId="2372007538" sldId="306"/>
            <ac:picMk id="17" creationId="{903AB92E-A861-F05C-E2B8-7CB786311CDA}"/>
          </ac:picMkLst>
        </pc:picChg>
        <pc:picChg chg="mod">
          <ac:chgData name="Benjamin Stratton" userId="9cfe98d5fab7370f" providerId="LiveId" clId="{2D49838A-A9F3-4D87-B089-1B5AB8EEC669}" dt="2026-04-07T13:47:20.664" v="6967" actId="1076"/>
          <ac:picMkLst>
            <pc:docMk/>
            <pc:sldMk cId="2372007538" sldId="306"/>
            <ac:picMk id="22" creationId="{C2C16D4A-E30B-635B-A64A-3B3050F3BC52}"/>
          </ac:picMkLst>
        </pc:picChg>
      </pc:sldChg>
      <pc:sldChg chg="addSp modSp add mod">
        <pc:chgData name="Benjamin Stratton" userId="9cfe98d5fab7370f" providerId="LiveId" clId="{2D49838A-A9F3-4D87-B089-1B5AB8EEC669}" dt="2026-04-07T13:47:40.893" v="6970" actId="2711"/>
        <pc:sldMkLst>
          <pc:docMk/>
          <pc:sldMk cId="3742880820" sldId="307"/>
        </pc:sldMkLst>
        <pc:spChg chg="mod">
          <ac:chgData name="Benjamin Stratton" userId="9cfe98d5fab7370f" providerId="LiveId" clId="{2D49838A-A9F3-4D87-B089-1B5AB8EEC669}" dt="2026-04-07T13:47:28.809" v="6968" actId="2711"/>
          <ac:spMkLst>
            <pc:docMk/>
            <pc:sldMk cId="3742880820" sldId="307"/>
            <ac:spMk id="3" creationId="{FCB0865E-8766-12B6-A8C0-0C52A53E1C29}"/>
          </ac:spMkLst>
        </pc:spChg>
        <pc:spChg chg="add mod">
          <ac:chgData name="Benjamin Stratton" userId="9cfe98d5fab7370f" providerId="LiveId" clId="{2D49838A-A9F3-4D87-B089-1B5AB8EEC669}" dt="2026-04-07T13:37:36.925" v="6789"/>
          <ac:spMkLst>
            <pc:docMk/>
            <pc:sldMk cId="3742880820" sldId="307"/>
            <ac:spMk id="11" creationId="{D1ED0254-3BD2-AEEA-EDE6-5EC16916510E}"/>
          </ac:spMkLst>
        </pc:spChg>
        <pc:spChg chg="mod">
          <ac:chgData name="Benjamin Stratton" userId="9cfe98d5fab7370f" providerId="LiveId" clId="{2D49838A-A9F3-4D87-B089-1B5AB8EEC669}" dt="2026-04-07T13:47:40.893" v="6970" actId="2711"/>
          <ac:spMkLst>
            <pc:docMk/>
            <pc:sldMk cId="3742880820" sldId="307"/>
            <ac:spMk id="13" creationId="{B9E4F68E-2A16-3138-D787-32F0F6B45191}"/>
          </ac:spMkLst>
        </pc:spChg>
        <pc:picChg chg="mod">
          <ac:chgData name="Benjamin Stratton" userId="9cfe98d5fab7370f" providerId="LiveId" clId="{2D49838A-A9F3-4D87-B089-1B5AB8EEC669}" dt="2026-04-07T13:47:36.229" v="6969" actId="1076"/>
          <ac:picMkLst>
            <pc:docMk/>
            <pc:sldMk cId="3742880820" sldId="307"/>
            <ac:picMk id="8" creationId="{1F88568B-6974-2890-2533-39FFE9116DB1}"/>
          </ac:picMkLst>
        </pc:picChg>
      </pc:sldChg>
      <pc:sldChg chg="addSp modSp add mod">
        <pc:chgData name="Benjamin Stratton" userId="9cfe98d5fab7370f" providerId="LiveId" clId="{2D49838A-A9F3-4D87-B089-1B5AB8EEC669}" dt="2026-04-07T13:48:37.111" v="6990" actId="20577"/>
        <pc:sldMkLst>
          <pc:docMk/>
          <pc:sldMk cId="2767641923" sldId="309"/>
        </pc:sldMkLst>
        <pc:spChg chg="add mod">
          <ac:chgData name="Benjamin Stratton" userId="9cfe98d5fab7370f" providerId="LiveId" clId="{2D49838A-A9F3-4D87-B089-1B5AB8EEC669}" dt="2026-04-07T13:37:40.360" v="6791"/>
          <ac:spMkLst>
            <pc:docMk/>
            <pc:sldMk cId="2767641923" sldId="309"/>
            <ac:spMk id="3" creationId="{AD0C7D99-3F89-9049-4233-09504472CA3D}"/>
          </ac:spMkLst>
        </pc:spChg>
        <pc:spChg chg="mod">
          <ac:chgData name="Benjamin Stratton" userId="9cfe98d5fab7370f" providerId="LiveId" clId="{2D49838A-A9F3-4D87-B089-1B5AB8EEC669}" dt="2026-04-07T13:48:37.111" v="6990" actId="20577"/>
          <ac:spMkLst>
            <pc:docMk/>
            <pc:sldMk cId="2767641923" sldId="309"/>
            <ac:spMk id="5" creationId="{D75A849A-8996-C503-A45F-5B528554589A}"/>
          </ac:spMkLst>
        </pc:spChg>
        <pc:spChg chg="mod">
          <ac:chgData name="Benjamin Stratton" userId="9cfe98d5fab7370f" providerId="LiveId" clId="{2D49838A-A9F3-4D87-B089-1B5AB8EEC669}" dt="2026-04-07T13:48:10.222" v="6976" actId="2711"/>
          <ac:spMkLst>
            <pc:docMk/>
            <pc:sldMk cId="2767641923" sldId="309"/>
            <ac:spMk id="14" creationId="{0B72F7C4-EF2E-C274-5D87-57D3A9CD68A6}"/>
          </ac:spMkLst>
        </pc:spChg>
        <pc:spChg chg="mod">
          <ac:chgData name="Benjamin Stratton" userId="9cfe98d5fab7370f" providerId="LiveId" clId="{2D49838A-A9F3-4D87-B089-1B5AB8EEC669}" dt="2026-04-07T13:48:05.195" v="6975" actId="2711"/>
          <ac:spMkLst>
            <pc:docMk/>
            <pc:sldMk cId="2767641923" sldId="309"/>
            <ac:spMk id="17" creationId="{82DA68C1-550B-4044-CD84-70F6F9858756}"/>
          </ac:spMkLst>
        </pc:spChg>
        <pc:picChg chg="mod">
          <ac:chgData name="Benjamin Stratton" userId="9cfe98d5fab7370f" providerId="LiveId" clId="{2D49838A-A9F3-4D87-B089-1B5AB8EEC669}" dt="2026-04-07T13:48:16.110" v="6978" actId="1076"/>
          <ac:picMkLst>
            <pc:docMk/>
            <pc:sldMk cId="2767641923" sldId="309"/>
            <ac:picMk id="15" creationId="{EAC01FF6-B033-0708-2E95-3C44E3FFB10E}"/>
          </ac:picMkLst>
        </pc:picChg>
        <pc:picChg chg="mod">
          <ac:chgData name="Benjamin Stratton" userId="9cfe98d5fab7370f" providerId="LiveId" clId="{2D49838A-A9F3-4D87-B089-1B5AB8EEC669}" dt="2026-04-07T13:48:14.228" v="6977" actId="1076"/>
          <ac:picMkLst>
            <pc:docMk/>
            <pc:sldMk cId="2767641923" sldId="309"/>
            <ac:picMk id="16" creationId="{7AC4E62C-80B7-DDE1-19D1-67AE24A825FB}"/>
          </ac:picMkLst>
        </pc:picChg>
      </pc:sldChg>
      <pc:sldChg chg="modSp add">
        <pc:chgData name="Benjamin Stratton" userId="9cfe98d5fab7370f" providerId="LiveId" clId="{2D49838A-A9F3-4D87-B089-1B5AB8EEC669}" dt="2026-04-07T13:50:59.452" v="7025" actId="2711"/>
        <pc:sldMkLst>
          <pc:docMk/>
          <pc:sldMk cId="3545848252" sldId="310"/>
        </pc:sldMkLst>
        <pc:spChg chg="mod">
          <ac:chgData name="Benjamin Stratton" userId="9cfe98d5fab7370f" providerId="LiveId" clId="{2D49838A-A9F3-4D87-B089-1B5AB8EEC669}" dt="2026-04-07T13:50:53.145" v="7024" actId="2711"/>
          <ac:spMkLst>
            <pc:docMk/>
            <pc:sldMk cId="3545848252" sldId="310"/>
            <ac:spMk id="3" creationId="{C5692FA9-3B60-B77D-2DAD-11009BC3ADCB}"/>
          </ac:spMkLst>
        </pc:spChg>
        <pc:spChg chg="mod">
          <ac:chgData name="Benjamin Stratton" userId="9cfe98d5fab7370f" providerId="LiveId" clId="{2D49838A-A9F3-4D87-B089-1B5AB8EEC669}" dt="2026-04-07T13:50:59.452" v="7025" actId="2711"/>
          <ac:spMkLst>
            <pc:docMk/>
            <pc:sldMk cId="3545848252" sldId="310"/>
            <ac:spMk id="12" creationId="{29611ACC-39BD-F037-A88B-2C512A631177}"/>
          </ac:spMkLst>
        </pc:spChg>
      </pc:sldChg>
      <pc:sldChg chg="modSp add mod">
        <pc:chgData name="Benjamin Stratton" userId="9cfe98d5fab7370f" providerId="LiveId" clId="{2D49838A-A9F3-4D87-B089-1B5AB8EEC669}" dt="2026-04-07T13:52:03.825" v="7041" actId="20577"/>
        <pc:sldMkLst>
          <pc:docMk/>
          <pc:sldMk cId="1005733554" sldId="311"/>
        </pc:sldMkLst>
        <pc:spChg chg="mod">
          <ac:chgData name="Benjamin Stratton" userId="9cfe98d5fab7370f" providerId="LiveId" clId="{2D49838A-A9F3-4D87-B089-1B5AB8EEC669}" dt="2026-04-07T13:52:03.825" v="7041" actId="20577"/>
          <ac:spMkLst>
            <pc:docMk/>
            <pc:sldMk cId="1005733554" sldId="311"/>
            <ac:spMk id="3" creationId="{F0DACC81-01FE-E93D-EB7D-2843E2449592}"/>
          </ac:spMkLst>
        </pc:spChg>
        <pc:spChg chg="mod">
          <ac:chgData name="Benjamin Stratton" userId="9cfe98d5fab7370f" providerId="LiveId" clId="{2D49838A-A9F3-4D87-B089-1B5AB8EEC669}" dt="2026-04-07T13:51:37.430" v="7029" actId="692"/>
          <ac:spMkLst>
            <pc:docMk/>
            <pc:sldMk cId="1005733554" sldId="311"/>
            <ac:spMk id="9" creationId="{EA030C67-A4A7-B0E4-B81B-5F71F3F91C60}"/>
          </ac:spMkLst>
        </pc:spChg>
      </pc:sldChg>
      <pc:sldChg chg="modSp mod ord">
        <pc:chgData name="Benjamin Stratton" userId="9cfe98d5fab7370f" providerId="LiveId" clId="{2D49838A-A9F3-4D87-B089-1B5AB8EEC669}" dt="2026-04-09T12:58:52.826" v="7269"/>
        <pc:sldMkLst>
          <pc:docMk/>
          <pc:sldMk cId="249089623" sldId="312"/>
        </pc:sldMkLst>
        <pc:spChg chg="mod">
          <ac:chgData name="Benjamin Stratton" userId="9cfe98d5fab7370f" providerId="LiveId" clId="{2D49838A-A9F3-4D87-B089-1B5AB8EEC669}" dt="2026-04-06T20:38:16.317" v="5011" actId="15"/>
          <ac:spMkLst>
            <pc:docMk/>
            <pc:sldMk cId="249089623" sldId="312"/>
            <ac:spMk id="4" creationId="{251222AB-2E60-D219-FE05-AA8CA69848FA}"/>
          </ac:spMkLst>
        </pc:spChg>
      </pc:sldChg>
      <pc:sldChg chg="addSp modSp add">
        <pc:chgData name="Benjamin Stratton" userId="9cfe98d5fab7370f" providerId="LiveId" clId="{2D49838A-A9F3-4D87-B089-1B5AB8EEC669}" dt="2026-04-07T13:52:52.228" v="7047" actId="2711"/>
        <pc:sldMkLst>
          <pc:docMk/>
          <pc:sldMk cId="3804877124" sldId="317"/>
        </pc:sldMkLst>
        <pc:spChg chg="add mod">
          <ac:chgData name="Benjamin Stratton" userId="9cfe98d5fab7370f" providerId="LiveId" clId="{2D49838A-A9F3-4D87-B089-1B5AB8EEC669}" dt="2026-04-07T13:38:01.047" v="6797"/>
          <ac:spMkLst>
            <pc:docMk/>
            <pc:sldMk cId="3804877124" sldId="317"/>
            <ac:spMk id="3" creationId="{5B4D705D-5D3E-4E05-32E7-6593C3905819}"/>
          </ac:spMkLst>
        </pc:spChg>
        <pc:spChg chg="mod">
          <ac:chgData name="Benjamin Stratton" userId="9cfe98d5fab7370f" providerId="LiveId" clId="{2D49838A-A9F3-4D87-B089-1B5AB8EEC669}" dt="2026-04-07T13:52:39.648" v="7045" actId="2711"/>
          <ac:spMkLst>
            <pc:docMk/>
            <pc:sldMk cId="3804877124" sldId="317"/>
            <ac:spMk id="8" creationId="{8977698C-DAFD-5C05-A699-E774403698C4}"/>
          </ac:spMkLst>
        </pc:spChg>
        <pc:spChg chg="mod">
          <ac:chgData name="Benjamin Stratton" userId="9cfe98d5fab7370f" providerId="LiveId" clId="{2D49838A-A9F3-4D87-B089-1B5AB8EEC669}" dt="2026-04-07T13:52:52.228" v="7047" actId="2711"/>
          <ac:spMkLst>
            <pc:docMk/>
            <pc:sldMk cId="3804877124" sldId="317"/>
            <ac:spMk id="22" creationId="{FCA477EE-235A-6284-95F9-0C899F295389}"/>
          </ac:spMkLst>
        </pc:spChg>
        <pc:spChg chg="mod">
          <ac:chgData name="Benjamin Stratton" userId="9cfe98d5fab7370f" providerId="LiveId" clId="{2D49838A-A9F3-4D87-B089-1B5AB8EEC669}" dt="2026-04-07T13:52:35.591" v="7044" actId="2711"/>
          <ac:spMkLst>
            <pc:docMk/>
            <pc:sldMk cId="3804877124" sldId="317"/>
            <ac:spMk id="23" creationId="{79B03910-E98F-716C-9266-2CD222643688}"/>
          </ac:spMkLst>
        </pc:spChg>
        <pc:spChg chg="mod">
          <ac:chgData name="Benjamin Stratton" userId="9cfe98d5fab7370f" providerId="LiveId" clId="{2D49838A-A9F3-4D87-B089-1B5AB8EEC669}" dt="2026-04-07T13:52:45.123" v="7046" actId="2711"/>
          <ac:spMkLst>
            <pc:docMk/>
            <pc:sldMk cId="3804877124" sldId="317"/>
            <ac:spMk id="25" creationId="{E6186510-B1C0-AB03-BC52-634D2CC64646}"/>
          </ac:spMkLst>
        </pc:spChg>
      </pc:sldChg>
      <pc:sldChg chg="addSp modSp add mod">
        <pc:chgData name="Benjamin Stratton" userId="9cfe98d5fab7370f" providerId="LiveId" clId="{2D49838A-A9F3-4D87-B089-1B5AB8EEC669}" dt="2026-04-07T13:38:06.803" v="6800" actId="1076"/>
        <pc:sldMkLst>
          <pc:docMk/>
          <pc:sldMk cId="1313675821" sldId="318"/>
        </pc:sldMkLst>
        <pc:spChg chg="add mod">
          <ac:chgData name="Benjamin Stratton" userId="9cfe98d5fab7370f" providerId="LiveId" clId="{2D49838A-A9F3-4D87-B089-1B5AB8EEC669}" dt="2026-04-07T13:38:06.803" v="6800" actId="1076"/>
          <ac:spMkLst>
            <pc:docMk/>
            <pc:sldMk cId="1313675821" sldId="318"/>
            <ac:spMk id="3" creationId="{303E3B7D-D95F-3770-8595-2BD03EE5AC3C}"/>
          </ac:spMkLst>
        </pc:spChg>
      </pc:sldChg>
      <pc:sldChg chg="ord modAnim">
        <pc:chgData name="Benjamin Stratton" userId="9cfe98d5fab7370f" providerId="LiveId" clId="{2D49838A-A9F3-4D87-B089-1B5AB8EEC669}" dt="2026-04-06T14:02:30.622" v="967"/>
        <pc:sldMkLst>
          <pc:docMk/>
          <pc:sldMk cId="286362357" sldId="321"/>
        </pc:sldMkLst>
      </pc:sldChg>
      <pc:sldChg chg="addSp modSp add">
        <pc:chgData name="Benjamin Stratton" userId="9cfe98d5fab7370f" providerId="LiveId" clId="{2D49838A-A9F3-4D87-B089-1B5AB8EEC669}" dt="2026-04-07T13:37:44.696" v="6793"/>
        <pc:sldMkLst>
          <pc:docMk/>
          <pc:sldMk cId="3820259381" sldId="328"/>
        </pc:sldMkLst>
        <pc:spChg chg="add mod">
          <ac:chgData name="Benjamin Stratton" userId="9cfe98d5fab7370f" providerId="LiveId" clId="{2D49838A-A9F3-4D87-B089-1B5AB8EEC669}" dt="2026-04-07T13:37:44.696" v="6793"/>
          <ac:spMkLst>
            <pc:docMk/>
            <pc:sldMk cId="3820259381" sldId="328"/>
            <ac:spMk id="3" creationId="{D20D49BC-F261-2924-464F-551C94BFB006}"/>
          </ac:spMkLst>
        </pc:spChg>
      </pc:sldChg>
      <pc:sldChg chg="addSp modSp add mod">
        <pc:chgData name="Benjamin Stratton" userId="9cfe98d5fab7370f" providerId="LiveId" clId="{2D49838A-A9F3-4D87-B089-1B5AB8EEC669}" dt="2026-04-07T13:46:26.966" v="6955" actId="2711"/>
        <pc:sldMkLst>
          <pc:docMk/>
          <pc:sldMk cId="1743282119" sldId="332"/>
        </pc:sldMkLst>
        <pc:spChg chg="add mod">
          <ac:chgData name="Benjamin Stratton" userId="9cfe98d5fab7370f" providerId="LiveId" clId="{2D49838A-A9F3-4D87-B089-1B5AB8EEC669}" dt="2026-04-07T13:37:27.563" v="6785"/>
          <ac:spMkLst>
            <pc:docMk/>
            <pc:sldMk cId="1743282119" sldId="332"/>
            <ac:spMk id="3" creationId="{8E33BB98-8E75-9236-CF0A-8587EB209B39}"/>
          </ac:spMkLst>
        </pc:spChg>
        <pc:spChg chg="mod">
          <ac:chgData name="Benjamin Stratton" userId="9cfe98d5fab7370f" providerId="LiveId" clId="{2D49838A-A9F3-4D87-B089-1B5AB8EEC669}" dt="2026-04-07T13:46:05.304" v="6950" actId="2711"/>
          <ac:spMkLst>
            <pc:docMk/>
            <pc:sldMk cId="1743282119" sldId="332"/>
            <ac:spMk id="5" creationId="{9EE12CA7-6251-D9E4-16A5-376B834DCA20}"/>
          </ac:spMkLst>
        </pc:spChg>
        <pc:spChg chg="mod">
          <ac:chgData name="Benjamin Stratton" userId="9cfe98d5fab7370f" providerId="LiveId" clId="{2D49838A-A9F3-4D87-B089-1B5AB8EEC669}" dt="2026-04-07T13:46:26.966" v="6955" actId="2711"/>
          <ac:spMkLst>
            <pc:docMk/>
            <pc:sldMk cId="1743282119" sldId="332"/>
            <ac:spMk id="12" creationId="{711C8D36-83F5-24B9-BC43-BEC6B01B5956}"/>
          </ac:spMkLst>
        </pc:spChg>
        <pc:spChg chg="mod">
          <ac:chgData name="Benjamin Stratton" userId="9cfe98d5fab7370f" providerId="LiveId" clId="{2D49838A-A9F3-4D87-B089-1B5AB8EEC669}" dt="2026-04-07T13:46:13.808" v="6952" actId="2711"/>
          <ac:spMkLst>
            <pc:docMk/>
            <pc:sldMk cId="1743282119" sldId="332"/>
            <ac:spMk id="16" creationId="{EA9901E8-36B8-5C1E-F240-C599AD70A4F8}"/>
          </ac:spMkLst>
        </pc:spChg>
      </pc:sldChg>
      <pc:sldChg chg="addSp modSp add">
        <pc:chgData name="Benjamin Stratton" userId="9cfe98d5fab7370f" providerId="LiveId" clId="{2D49838A-A9F3-4D87-B089-1B5AB8EEC669}" dt="2026-04-07T13:52:29.654" v="7043" actId="2711"/>
        <pc:sldMkLst>
          <pc:docMk/>
          <pc:sldMk cId="778443061" sldId="335"/>
        </pc:sldMkLst>
        <pc:spChg chg="add mod">
          <ac:chgData name="Benjamin Stratton" userId="9cfe98d5fab7370f" providerId="LiveId" clId="{2D49838A-A9F3-4D87-B089-1B5AB8EEC669}" dt="2026-04-07T13:37:59.265" v="6796"/>
          <ac:spMkLst>
            <pc:docMk/>
            <pc:sldMk cId="778443061" sldId="335"/>
            <ac:spMk id="3" creationId="{52FDDC20-B1BA-EA64-C93A-574524F1A461}"/>
          </ac:spMkLst>
        </pc:spChg>
        <pc:spChg chg="mod">
          <ac:chgData name="Benjamin Stratton" userId="9cfe98d5fab7370f" providerId="LiveId" clId="{2D49838A-A9F3-4D87-B089-1B5AB8EEC669}" dt="2026-04-07T13:52:29.654" v="7043" actId="2711"/>
          <ac:spMkLst>
            <pc:docMk/>
            <pc:sldMk cId="778443061" sldId="335"/>
            <ac:spMk id="32" creationId="{6AB614F4-C2C6-A244-E737-DDC23C103BD7}"/>
          </ac:spMkLst>
        </pc:spChg>
      </pc:sldChg>
      <pc:sldChg chg="addSp modSp add mod modAnim">
        <pc:chgData name="Benjamin Stratton" userId="9cfe98d5fab7370f" providerId="LiveId" clId="{2D49838A-A9F3-4D87-B089-1B5AB8EEC669}" dt="2026-04-07T12:29:38.294" v="6391" actId="20577"/>
        <pc:sldMkLst>
          <pc:docMk/>
          <pc:sldMk cId="2194772180" sldId="337"/>
        </pc:sldMkLst>
        <pc:spChg chg="mod">
          <ac:chgData name="Benjamin Stratton" userId="9cfe98d5fab7370f" providerId="LiveId" clId="{2D49838A-A9F3-4D87-B089-1B5AB8EEC669}" dt="2026-04-07T12:29:38.294" v="6391" actId="20577"/>
          <ac:spMkLst>
            <pc:docMk/>
            <pc:sldMk cId="2194772180" sldId="337"/>
            <ac:spMk id="2" creationId="{00C2B179-877F-9751-1317-BCA63057B76C}"/>
          </ac:spMkLst>
        </pc:spChg>
        <pc:spChg chg="add mod">
          <ac:chgData name="Benjamin Stratton" userId="9cfe98d5fab7370f" providerId="LiveId" clId="{2D49838A-A9F3-4D87-B089-1B5AB8EEC669}" dt="2026-04-07T12:10:19.291" v="6063" actId="20577"/>
          <ac:spMkLst>
            <pc:docMk/>
            <pc:sldMk cId="2194772180" sldId="337"/>
            <ac:spMk id="8" creationId="{02814741-9B8C-6C22-16C1-49511B29C87C}"/>
          </ac:spMkLst>
        </pc:spChg>
        <pc:cxnChg chg="add mod">
          <ac:chgData name="Benjamin Stratton" userId="9cfe98d5fab7370f" providerId="LiveId" clId="{2D49838A-A9F3-4D87-B089-1B5AB8EEC669}" dt="2026-04-07T12:07:41.267" v="5879" actId="14100"/>
          <ac:cxnSpMkLst>
            <pc:docMk/>
            <pc:sldMk cId="2194772180" sldId="337"/>
            <ac:cxnSpMk id="9" creationId="{AB05B342-A6C0-21F4-92A3-61ECCE8CCF8D}"/>
          </ac:cxnSpMkLst>
        </pc:cxnChg>
      </pc:sldChg>
      <pc:sldChg chg="addSp delSp modSp mod">
        <pc:chgData name="Benjamin Stratton" userId="9cfe98d5fab7370f" providerId="LiveId" clId="{2D49838A-A9F3-4D87-B089-1B5AB8EEC669}" dt="2026-04-06T17:22:37.871" v="3278" actId="1076"/>
        <pc:sldMkLst>
          <pc:docMk/>
          <pc:sldMk cId="2229332697" sldId="338"/>
        </pc:sldMkLst>
        <pc:spChg chg="add mod ord">
          <ac:chgData name="Benjamin Stratton" userId="9cfe98d5fab7370f" providerId="LiveId" clId="{2D49838A-A9F3-4D87-B089-1B5AB8EEC669}" dt="2026-04-06T17:20:07.418" v="3214" actId="167"/>
          <ac:spMkLst>
            <pc:docMk/>
            <pc:sldMk cId="2229332697" sldId="338"/>
            <ac:spMk id="2" creationId="{84630961-CAB0-06C4-FE54-4E2AE6B4B292}"/>
          </ac:spMkLst>
        </pc:spChg>
        <pc:spChg chg="add mod ord">
          <ac:chgData name="Benjamin Stratton" userId="9cfe98d5fab7370f" providerId="LiveId" clId="{2D49838A-A9F3-4D87-B089-1B5AB8EEC669}" dt="2026-04-06T17:20:07.418" v="3214" actId="167"/>
          <ac:spMkLst>
            <pc:docMk/>
            <pc:sldMk cId="2229332697" sldId="338"/>
            <ac:spMk id="5" creationId="{CF7230FA-A3BE-EAB3-A602-028996F72160}"/>
          </ac:spMkLst>
        </pc:spChg>
        <pc:spChg chg="add del mod">
          <ac:chgData name="Benjamin Stratton" userId="9cfe98d5fab7370f" providerId="LiveId" clId="{2D49838A-A9F3-4D87-B089-1B5AB8EEC669}" dt="2026-04-06T17:22:37.871" v="3278" actId="1076"/>
          <ac:spMkLst>
            <pc:docMk/>
            <pc:sldMk cId="2229332697" sldId="338"/>
            <ac:spMk id="7" creationId="{CECF5E4E-C4BD-78CE-9DB9-834FD3989587}"/>
          </ac:spMkLst>
        </pc:spChg>
        <pc:spChg chg="mod">
          <ac:chgData name="Benjamin Stratton" userId="9cfe98d5fab7370f" providerId="LiveId" clId="{2D49838A-A9F3-4D87-B089-1B5AB8EEC669}" dt="2026-04-06T17:20:17.392" v="3217" actId="1076"/>
          <ac:spMkLst>
            <pc:docMk/>
            <pc:sldMk cId="2229332697" sldId="338"/>
            <ac:spMk id="23554" creationId="{424A0D4C-2885-B5DF-1AD5-84F0EA20EA81}"/>
          </ac:spMkLst>
        </pc:spChg>
      </pc:sldChg>
      <pc:sldChg chg="modSp">
        <pc:chgData name="Benjamin Stratton" userId="9cfe98d5fab7370f" providerId="LiveId" clId="{2D49838A-A9F3-4D87-B089-1B5AB8EEC669}" dt="2026-04-09T13:05:00.491" v="7274" actId="20577"/>
        <pc:sldMkLst>
          <pc:docMk/>
          <pc:sldMk cId="3442633202" sldId="339"/>
        </pc:sldMkLst>
        <pc:spChg chg="mod">
          <ac:chgData name="Benjamin Stratton" userId="9cfe98d5fab7370f" providerId="LiveId" clId="{2D49838A-A9F3-4D87-B089-1B5AB8EEC669}" dt="2026-04-09T13:05:00.491" v="7274" actId="20577"/>
          <ac:spMkLst>
            <pc:docMk/>
            <pc:sldMk cId="3442633202" sldId="339"/>
            <ac:spMk id="5" creationId="{EEAB3650-A1FE-B51F-7D61-26DFF5A61576}"/>
          </ac:spMkLst>
        </pc:spChg>
      </pc:sldChg>
      <pc:sldChg chg="modAnim">
        <pc:chgData name="Benjamin Stratton" userId="9cfe98d5fab7370f" providerId="LiveId" clId="{2D49838A-A9F3-4D87-B089-1B5AB8EEC669}" dt="2026-04-06T14:10:08.788" v="1121"/>
        <pc:sldMkLst>
          <pc:docMk/>
          <pc:sldMk cId="2858987953" sldId="347"/>
        </pc:sldMkLst>
      </pc:sldChg>
      <pc:sldChg chg="addSp modSp mod ord modAnim">
        <pc:chgData name="Benjamin Stratton" userId="9cfe98d5fab7370f" providerId="LiveId" clId="{2D49838A-A9F3-4D87-B089-1B5AB8EEC669}" dt="2026-04-06T14:36:53.456" v="1399"/>
        <pc:sldMkLst>
          <pc:docMk/>
          <pc:sldMk cId="172800234" sldId="348"/>
        </pc:sldMkLst>
        <pc:spChg chg="add mod">
          <ac:chgData name="Benjamin Stratton" userId="9cfe98d5fab7370f" providerId="LiveId" clId="{2D49838A-A9F3-4D87-B089-1B5AB8EEC669}" dt="2026-04-06T14:15:31.984" v="1165" actId="255"/>
          <ac:spMkLst>
            <pc:docMk/>
            <pc:sldMk cId="172800234" sldId="348"/>
            <ac:spMk id="2" creationId="{A9C37AF1-916C-26BA-DCAB-C8398311B4FA}"/>
          </ac:spMkLst>
        </pc:spChg>
        <pc:spChg chg="mod">
          <ac:chgData name="Benjamin Stratton" userId="9cfe98d5fab7370f" providerId="LiveId" clId="{2D49838A-A9F3-4D87-B089-1B5AB8EEC669}" dt="2026-04-06T14:25:06.888" v="1274" actId="1076"/>
          <ac:spMkLst>
            <pc:docMk/>
            <pc:sldMk cId="172800234" sldId="348"/>
            <ac:spMk id="9" creationId="{1546F47B-2F41-C8D8-71A6-A712B5F301A2}"/>
          </ac:spMkLst>
        </pc:spChg>
        <pc:spChg chg="add mod">
          <ac:chgData name="Benjamin Stratton" userId="9cfe98d5fab7370f" providerId="LiveId" clId="{2D49838A-A9F3-4D87-B089-1B5AB8EEC669}" dt="2026-04-06T14:36:39.801" v="1397" actId="313"/>
          <ac:spMkLst>
            <pc:docMk/>
            <pc:sldMk cId="172800234" sldId="348"/>
            <ac:spMk id="14" creationId="{38C64525-84C6-2671-0CC0-0BFE347CE38B}"/>
          </ac:spMkLst>
        </pc:spChg>
        <pc:spChg chg="mod">
          <ac:chgData name="Benjamin Stratton" userId="9cfe98d5fab7370f" providerId="LiveId" clId="{2D49838A-A9F3-4D87-B089-1B5AB8EEC669}" dt="2026-04-06T14:25:06.888" v="1274" actId="1076"/>
          <ac:spMkLst>
            <pc:docMk/>
            <pc:sldMk cId="172800234" sldId="348"/>
            <ac:spMk id="17" creationId="{C238228A-CB69-2D1B-54D4-5C6B7276D89B}"/>
          </ac:spMkLst>
        </pc:spChg>
        <pc:picChg chg="mod">
          <ac:chgData name="Benjamin Stratton" userId="9cfe98d5fab7370f" providerId="LiveId" clId="{2D49838A-A9F3-4D87-B089-1B5AB8EEC669}" dt="2026-04-06T14:25:06.888" v="1274" actId="1076"/>
          <ac:picMkLst>
            <pc:docMk/>
            <pc:sldMk cId="172800234" sldId="348"/>
            <ac:picMk id="6" creationId="{47549585-77FD-F39B-8894-C4723E05723E}"/>
          </ac:picMkLst>
        </pc:picChg>
        <pc:picChg chg="mod">
          <ac:chgData name="Benjamin Stratton" userId="9cfe98d5fab7370f" providerId="LiveId" clId="{2D49838A-A9F3-4D87-B089-1B5AB8EEC669}" dt="2026-04-06T14:25:06.888" v="1274" actId="1076"/>
          <ac:picMkLst>
            <pc:docMk/>
            <pc:sldMk cId="172800234" sldId="348"/>
            <ac:picMk id="8" creationId="{46B717C8-9C99-55C1-19A0-D394A1F53AF0}"/>
          </ac:picMkLst>
        </pc:picChg>
        <pc:picChg chg="mod">
          <ac:chgData name="Benjamin Stratton" userId="9cfe98d5fab7370f" providerId="LiveId" clId="{2D49838A-A9F3-4D87-B089-1B5AB8EEC669}" dt="2026-04-06T14:25:06.888" v="1274" actId="1076"/>
          <ac:picMkLst>
            <pc:docMk/>
            <pc:sldMk cId="172800234" sldId="348"/>
            <ac:picMk id="11" creationId="{C156592B-5460-34A1-921E-39362288AE81}"/>
          </ac:picMkLst>
        </pc:picChg>
        <pc:picChg chg="mod">
          <ac:chgData name="Benjamin Stratton" userId="9cfe98d5fab7370f" providerId="LiveId" clId="{2D49838A-A9F3-4D87-B089-1B5AB8EEC669}" dt="2026-04-06T14:25:06.888" v="1274" actId="1076"/>
          <ac:picMkLst>
            <pc:docMk/>
            <pc:sldMk cId="172800234" sldId="348"/>
            <ac:picMk id="13" creationId="{9B41282F-594D-F358-939B-D42943168921}"/>
          </ac:picMkLst>
        </pc:picChg>
        <pc:picChg chg="mod">
          <ac:chgData name="Benjamin Stratton" userId="9cfe98d5fab7370f" providerId="LiveId" clId="{2D49838A-A9F3-4D87-B089-1B5AB8EEC669}" dt="2026-04-06T14:25:06.888" v="1274" actId="1076"/>
          <ac:picMkLst>
            <pc:docMk/>
            <pc:sldMk cId="172800234" sldId="348"/>
            <ac:picMk id="15" creationId="{B5D8D69F-37DA-1F6B-548F-B6C8AFA96005}"/>
          </ac:picMkLst>
        </pc:picChg>
        <pc:cxnChg chg="add mod">
          <ac:chgData name="Benjamin Stratton" userId="9cfe98d5fab7370f" providerId="LiveId" clId="{2D49838A-A9F3-4D87-B089-1B5AB8EEC669}" dt="2026-04-06T14:36:09.885" v="1379" actId="692"/>
          <ac:cxnSpMkLst>
            <pc:docMk/>
            <pc:sldMk cId="172800234" sldId="348"/>
            <ac:cxnSpMk id="4" creationId="{12D79BA7-FB72-D9EE-A7A6-41AD28F1A9E7}"/>
          </ac:cxnSpMkLst>
        </pc:cxnChg>
      </pc:sldChg>
      <pc:sldChg chg="addSp modSp mod modAnim">
        <pc:chgData name="Benjamin Stratton" userId="9cfe98d5fab7370f" providerId="LiveId" clId="{2D49838A-A9F3-4D87-B089-1B5AB8EEC669}" dt="2026-04-06T14:46:30.266" v="1492" actId="20577"/>
        <pc:sldMkLst>
          <pc:docMk/>
          <pc:sldMk cId="3384893022" sldId="349"/>
        </pc:sldMkLst>
        <pc:spChg chg="add mod">
          <ac:chgData name="Benjamin Stratton" userId="9cfe98d5fab7370f" providerId="LiveId" clId="{2D49838A-A9F3-4D87-B089-1B5AB8EEC669}" dt="2026-04-06T14:38:35.085" v="1427" actId="1076"/>
          <ac:spMkLst>
            <pc:docMk/>
            <pc:sldMk cId="3384893022" sldId="349"/>
            <ac:spMk id="5" creationId="{0E9DF4D0-8E75-6697-AB99-02B4D77A156C}"/>
          </ac:spMkLst>
        </pc:spChg>
        <pc:spChg chg="add mod">
          <ac:chgData name="Benjamin Stratton" userId="9cfe98d5fab7370f" providerId="LiveId" clId="{2D49838A-A9F3-4D87-B089-1B5AB8EEC669}" dt="2026-04-06T14:38:46.688" v="1437" actId="1076"/>
          <ac:spMkLst>
            <pc:docMk/>
            <pc:sldMk cId="3384893022" sldId="349"/>
            <ac:spMk id="6" creationId="{6B7FBA45-6051-E6AC-BD8D-273654E1817A}"/>
          </ac:spMkLst>
        </pc:spChg>
        <pc:spChg chg="mod">
          <ac:chgData name="Benjamin Stratton" userId="9cfe98d5fab7370f" providerId="LiveId" clId="{2D49838A-A9F3-4D87-B089-1B5AB8EEC669}" dt="2026-04-06T14:46:30.266" v="1492" actId="20577"/>
          <ac:spMkLst>
            <pc:docMk/>
            <pc:sldMk cId="3384893022" sldId="349"/>
            <ac:spMk id="9" creationId="{58C63144-54CB-2A32-3015-6CCC53D23EF4}"/>
          </ac:spMkLst>
        </pc:spChg>
        <pc:cxnChg chg="add mod">
          <ac:chgData name="Benjamin Stratton" userId="9cfe98d5fab7370f" providerId="LiveId" clId="{2D49838A-A9F3-4D87-B089-1B5AB8EEC669}" dt="2026-04-06T14:38:54.043" v="1440" actId="14100"/>
          <ac:cxnSpMkLst>
            <pc:docMk/>
            <pc:sldMk cId="3384893022" sldId="349"/>
            <ac:cxnSpMk id="7" creationId="{5213C565-9A5D-1444-6926-D11F2BE20CAD}"/>
          </ac:cxnSpMkLst>
        </pc:cxnChg>
        <pc:cxnChg chg="add mod">
          <ac:chgData name="Benjamin Stratton" userId="9cfe98d5fab7370f" providerId="LiveId" clId="{2D49838A-A9F3-4D87-B089-1B5AB8EEC669}" dt="2026-04-06T14:38:59.554" v="1443" actId="14100"/>
          <ac:cxnSpMkLst>
            <pc:docMk/>
            <pc:sldMk cId="3384893022" sldId="349"/>
            <ac:cxnSpMk id="11" creationId="{64FD47D8-8B4A-A304-40C5-E14E1EC68878}"/>
          </ac:cxnSpMkLst>
        </pc:cxnChg>
      </pc:sldChg>
      <pc:sldChg chg="addSp delSp modSp mod modAnim">
        <pc:chgData name="Benjamin Stratton" userId="9cfe98d5fab7370f" providerId="LiveId" clId="{2D49838A-A9F3-4D87-B089-1B5AB8EEC669}" dt="2026-04-06T19:19:48.607" v="4845"/>
        <pc:sldMkLst>
          <pc:docMk/>
          <pc:sldMk cId="1535966218" sldId="350"/>
        </pc:sldMkLst>
        <pc:spChg chg="add mod">
          <ac:chgData name="Benjamin Stratton" userId="9cfe98d5fab7370f" providerId="LiveId" clId="{2D49838A-A9F3-4D87-B089-1B5AB8EEC669}" dt="2026-04-06T14:47:57.987" v="1501"/>
          <ac:spMkLst>
            <pc:docMk/>
            <pc:sldMk cId="1535966218" sldId="350"/>
            <ac:spMk id="18" creationId="{C6AE9C6A-0864-6F3F-C1F2-7FB840D75775}"/>
          </ac:spMkLst>
        </pc:spChg>
        <pc:spChg chg="add mod">
          <ac:chgData name="Benjamin Stratton" userId="9cfe98d5fab7370f" providerId="LiveId" clId="{2D49838A-A9F3-4D87-B089-1B5AB8EEC669}" dt="2026-04-06T19:19:35.211" v="4841" actId="20577"/>
          <ac:spMkLst>
            <pc:docMk/>
            <pc:sldMk cId="1535966218" sldId="350"/>
            <ac:spMk id="20" creationId="{4375CABF-BAEF-32AA-2591-403AB622524C}"/>
          </ac:spMkLst>
        </pc:spChg>
        <pc:spChg chg="add mod">
          <ac:chgData name="Benjamin Stratton" userId="9cfe98d5fab7370f" providerId="LiveId" clId="{2D49838A-A9F3-4D87-B089-1B5AB8EEC669}" dt="2026-04-06T19:19:40.048" v="4842" actId="14100"/>
          <ac:spMkLst>
            <pc:docMk/>
            <pc:sldMk cId="1535966218" sldId="350"/>
            <ac:spMk id="25" creationId="{DDF586B6-FA36-032E-FFCC-B92C429C5B65}"/>
          </ac:spMkLst>
        </pc:spChg>
        <pc:picChg chg="add mod">
          <ac:chgData name="Benjamin Stratton" userId="9cfe98d5fab7370f" providerId="LiveId" clId="{2D49838A-A9F3-4D87-B089-1B5AB8EEC669}" dt="2026-04-06T19:19:43.185" v="4843" actId="1076"/>
          <ac:picMkLst>
            <pc:docMk/>
            <pc:sldMk cId="1535966218" sldId="350"/>
            <ac:picMk id="23" creationId="{8C1B98A2-DFF9-B1EB-E5CC-59231180E0DF}"/>
          </ac:picMkLst>
        </pc:picChg>
        <pc:picChg chg="add mod">
          <ac:chgData name="Benjamin Stratton" userId="9cfe98d5fab7370f" providerId="LiveId" clId="{2D49838A-A9F3-4D87-B089-1B5AB8EEC669}" dt="2026-04-06T19:19:31.714" v="4840" actId="1076"/>
          <ac:picMkLst>
            <pc:docMk/>
            <pc:sldMk cId="1535966218" sldId="350"/>
            <ac:picMk id="24" creationId="{FB1520CB-05C0-3549-50BD-7B06E510BA1B}"/>
          </ac:picMkLst>
        </pc:picChg>
      </pc:sldChg>
      <pc:sldChg chg="addSp delSp modSp mod delAnim modAnim">
        <pc:chgData name="Benjamin Stratton" userId="9cfe98d5fab7370f" providerId="LiveId" clId="{2D49838A-A9F3-4D87-B089-1B5AB8EEC669}" dt="2026-04-07T10:38:06.038" v="5220"/>
        <pc:sldMkLst>
          <pc:docMk/>
          <pc:sldMk cId="475774429" sldId="351"/>
        </pc:sldMkLst>
        <pc:spChg chg="add mod">
          <ac:chgData name="Benjamin Stratton" userId="9cfe98d5fab7370f" providerId="LiveId" clId="{2D49838A-A9F3-4D87-B089-1B5AB8EEC669}" dt="2026-04-06T14:57:16.268" v="1821" actId="1076"/>
          <ac:spMkLst>
            <pc:docMk/>
            <pc:sldMk cId="475774429" sldId="351"/>
            <ac:spMk id="6" creationId="{EF7F9E5A-6771-F265-68A8-AD5F05531827}"/>
          </ac:spMkLst>
        </pc:spChg>
        <pc:spChg chg="add mod">
          <ac:chgData name="Benjamin Stratton" userId="9cfe98d5fab7370f" providerId="LiveId" clId="{2D49838A-A9F3-4D87-B089-1B5AB8EEC669}" dt="2026-04-07T10:37:38.174" v="5216" actId="6549"/>
          <ac:spMkLst>
            <pc:docMk/>
            <pc:sldMk cId="475774429" sldId="351"/>
            <ac:spMk id="8" creationId="{3B44FBA7-69A1-0846-F0E4-901A4C499459}"/>
          </ac:spMkLst>
        </pc:spChg>
        <pc:cxnChg chg="add mod">
          <ac:chgData name="Benjamin Stratton" userId="9cfe98d5fab7370f" providerId="LiveId" clId="{2D49838A-A9F3-4D87-B089-1B5AB8EEC669}" dt="2026-04-06T16:12:57.888" v="2015" actId="14100"/>
          <ac:cxnSpMkLst>
            <pc:docMk/>
            <pc:sldMk cId="475774429" sldId="351"/>
            <ac:cxnSpMk id="7" creationId="{ECA33AAF-1A35-F9B1-929C-22929E2726EF}"/>
          </ac:cxnSpMkLst>
        </pc:cxnChg>
      </pc:sldChg>
      <pc:sldChg chg="addSp modSp add mod">
        <pc:chgData name="Benjamin Stratton" userId="9cfe98d5fab7370f" providerId="LiveId" clId="{2D49838A-A9F3-4D87-B089-1B5AB8EEC669}" dt="2026-04-06T14:07:50.923" v="1120" actId="20577"/>
        <pc:sldMkLst>
          <pc:docMk/>
          <pc:sldMk cId="632706995" sldId="352"/>
        </pc:sldMkLst>
        <pc:spChg chg="add mod">
          <ac:chgData name="Benjamin Stratton" userId="9cfe98d5fab7370f" providerId="LiveId" clId="{2D49838A-A9F3-4D87-B089-1B5AB8EEC669}" dt="2026-04-06T14:07:50.923" v="1120" actId="20577"/>
          <ac:spMkLst>
            <pc:docMk/>
            <pc:sldMk cId="632706995" sldId="352"/>
            <ac:spMk id="2" creationId="{DA3D4FE6-02EC-752B-DBAA-84A798B359BE}"/>
          </ac:spMkLst>
        </pc:spChg>
        <pc:spChg chg="mod">
          <ac:chgData name="Benjamin Stratton" userId="9cfe98d5fab7370f" providerId="LiveId" clId="{2D49838A-A9F3-4D87-B089-1B5AB8EEC669}" dt="2026-04-06T14:06:47.180" v="1065" actId="1076"/>
          <ac:spMkLst>
            <pc:docMk/>
            <pc:sldMk cId="632706995" sldId="352"/>
            <ac:spMk id="3" creationId="{B87191B8-0CC9-5CB9-1F6D-502D57BB2C40}"/>
          </ac:spMkLst>
        </pc:spChg>
        <pc:spChg chg="mod">
          <ac:chgData name="Benjamin Stratton" userId="9cfe98d5fab7370f" providerId="LiveId" clId="{2D49838A-A9F3-4D87-B089-1B5AB8EEC669}" dt="2026-04-06T14:06:49.576" v="1066" actId="1076"/>
          <ac:spMkLst>
            <pc:docMk/>
            <pc:sldMk cId="632706995" sldId="352"/>
            <ac:spMk id="14" creationId="{4681DB6E-CFB3-E562-C864-59F96FA864CB}"/>
          </ac:spMkLst>
        </pc:spChg>
      </pc:sldChg>
      <pc:sldChg chg="addSp delSp modSp add mod modAnim">
        <pc:chgData name="Benjamin Stratton" userId="9cfe98d5fab7370f" providerId="LiveId" clId="{2D49838A-A9F3-4D87-B089-1B5AB8EEC669}" dt="2026-04-06T19:17:09.184" v="4766"/>
        <pc:sldMkLst>
          <pc:docMk/>
          <pc:sldMk cId="2955378415" sldId="353"/>
        </pc:sldMkLst>
        <pc:spChg chg="add mod">
          <ac:chgData name="Benjamin Stratton" userId="9cfe98d5fab7370f" providerId="LiveId" clId="{2D49838A-A9F3-4D87-B089-1B5AB8EEC669}" dt="2026-04-06T14:29:49.773" v="1296"/>
          <ac:spMkLst>
            <pc:docMk/>
            <pc:sldMk cId="2955378415" sldId="353"/>
            <ac:spMk id="22" creationId="{B7502A32-CABC-E6EE-0EFE-A34BD6355B19}"/>
          </ac:spMkLst>
        </pc:spChg>
        <pc:spChg chg="add mod">
          <ac:chgData name="Benjamin Stratton" userId="9cfe98d5fab7370f" providerId="LiveId" clId="{2D49838A-A9F3-4D87-B089-1B5AB8EEC669}" dt="2026-04-06T14:22:13.717" v="1235" actId="1076"/>
          <ac:spMkLst>
            <pc:docMk/>
            <pc:sldMk cId="2955378415" sldId="353"/>
            <ac:spMk id="23" creationId="{6867A34F-2ABF-479D-9F1E-8E82F844A3F8}"/>
          </ac:spMkLst>
        </pc:spChg>
        <pc:spChg chg="add mod">
          <ac:chgData name="Benjamin Stratton" userId="9cfe98d5fab7370f" providerId="LiveId" clId="{2D49838A-A9F3-4D87-B089-1B5AB8EEC669}" dt="2026-04-06T14:24:28.717" v="1268" actId="1076"/>
          <ac:spMkLst>
            <pc:docMk/>
            <pc:sldMk cId="2955378415" sldId="353"/>
            <ac:spMk id="24" creationId="{060956DB-CC7C-D438-6DFD-2D5D7047FB22}"/>
          </ac:spMkLst>
        </pc:spChg>
        <pc:picChg chg="mod">
          <ac:chgData name="Benjamin Stratton" userId="9cfe98d5fab7370f" providerId="LiveId" clId="{2D49838A-A9F3-4D87-B089-1B5AB8EEC669}" dt="2026-04-06T14:16:47.738" v="1189" actId="1076"/>
          <ac:picMkLst>
            <pc:docMk/>
            <pc:sldMk cId="2955378415" sldId="353"/>
            <ac:picMk id="6" creationId="{A0FBBD9D-D064-A58C-3353-39C0F6EA796B}"/>
          </ac:picMkLst>
        </pc:picChg>
        <pc:picChg chg="add mod">
          <ac:chgData name="Benjamin Stratton" userId="9cfe98d5fab7370f" providerId="LiveId" clId="{2D49838A-A9F3-4D87-B089-1B5AB8EEC669}" dt="2026-04-06T14:20:03.492" v="1198" actId="1076"/>
          <ac:picMkLst>
            <pc:docMk/>
            <pc:sldMk cId="2955378415" sldId="353"/>
            <ac:picMk id="12" creationId="{F4690C7D-6561-5F15-2805-3CAA89A47674}"/>
          </ac:picMkLst>
        </pc:picChg>
        <pc:picChg chg="add mod">
          <ac:chgData name="Benjamin Stratton" userId="9cfe98d5fab7370f" providerId="LiveId" clId="{2D49838A-A9F3-4D87-B089-1B5AB8EEC669}" dt="2026-04-06T14:20:00.640" v="1197" actId="1076"/>
          <ac:picMkLst>
            <pc:docMk/>
            <pc:sldMk cId="2955378415" sldId="353"/>
            <ac:picMk id="16" creationId="{684A6705-CBAD-D197-8027-BBFEB3677697}"/>
          </ac:picMkLst>
        </pc:picChg>
        <pc:cxnChg chg="add mod">
          <ac:chgData name="Benjamin Stratton" userId="9cfe98d5fab7370f" providerId="LiveId" clId="{2D49838A-A9F3-4D87-B089-1B5AB8EEC669}" dt="2026-04-06T14:16:47.738" v="1189" actId="1076"/>
          <ac:cxnSpMkLst>
            <pc:docMk/>
            <pc:sldMk cId="2955378415" sldId="353"/>
            <ac:cxnSpMk id="4" creationId="{3D1D1C3A-FD00-00B8-71C8-4DFEE7CE1961}"/>
          </ac:cxnSpMkLst>
        </pc:cxnChg>
        <pc:cxnChg chg="add mod">
          <ac:chgData name="Benjamin Stratton" userId="9cfe98d5fab7370f" providerId="LiveId" clId="{2D49838A-A9F3-4D87-B089-1B5AB8EEC669}" dt="2026-04-06T14:16:47.738" v="1189" actId="1076"/>
          <ac:cxnSpMkLst>
            <pc:docMk/>
            <pc:sldMk cId="2955378415" sldId="353"/>
            <ac:cxnSpMk id="7" creationId="{9858E8B5-BA04-4749-4EC4-006A1FDDA8E6}"/>
          </ac:cxnSpMkLst>
        </pc:cxnChg>
        <pc:cxnChg chg="add mod">
          <ac:chgData name="Benjamin Stratton" userId="9cfe98d5fab7370f" providerId="LiveId" clId="{2D49838A-A9F3-4D87-B089-1B5AB8EEC669}" dt="2026-04-06T14:21:13.317" v="1201" actId="14100"/>
          <ac:cxnSpMkLst>
            <pc:docMk/>
            <pc:sldMk cId="2955378415" sldId="353"/>
            <ac:cxnSpMk id="18" creationId="{2C01E6EB-417D-5D68-CD76-971CE5FE0E78}"/>
          </ac:cxnSpMkLst>
        </pc:cxnChg>
        <pc:cxnChg chg="add mod">
          <ac:chgData name="Benjamin Stratton" userId="9cfe98d5fab7370f" providerId="LiveId" clId="{2D49838A-A9F3-4D87-B089-1B5AB8EEC669}" dt="2026-04-06T14:21:22.918" v="1205" actId="1076"/>
          <ac:cxnSpMkLst>
            <pc:docMk/>
            <pc:sldMk cId="2955378415" sldId="353"/>
            <ac:cxnSpMk id="20" creationId="{0382A159-433A-4B73-E8EC-465E7081A891}"/>
          </ac:cxnSpMkLst>
        </pc:cxnChg>
      </pc:sldChg>
      <pc:sldChg chg="addSp delSp modSp add mod addAnim delAnim modAnim">
        <pc:chgData name="Benjamin Stratton" userId="9cfe98d5fab7370f" providerId="LiveId" clId="{2D49838A-A9F3-4D87-B089-1B5AB8EEC669}" dt="2026-04-06T14:35:30.469" v="1363"/>
        <pc:sldMkLst>
          <pc:docMk/>
          <pc:sldMk cId="4140062021" sldId="354"/>
        </pc:sldMkLst>
        <pc:spChg chg="add mod">
          <ac:chgData name="Benjamin Stratton" userId="9cfe98d5fab7370f" providerId="LiveId" clId="{2D49838A-A9F3-4D87-B089-1B5AB8EEC669}" dt="2026-04-06T14:33:21.285" v="1315" actId="1076"/>
          <ac:spMkLst>
            <pc:docMk/>
            <pc:sldMk cId="4140062021" sldId="354"/>
            <ac:spMk id="11" creationId="{806CE180-C005-AC51-20E3-818832D4EF76}"/>
          </ac:spMkLst>
        </pc:spChg>
        <pc:spChg chg="add mod">
          <ac:chgData name="Benjamin Stratton" userId="9cfe98d5fab7370f" providerId="LiveId" clId="{2D49838A-A9F3-4D87-B089-1B5AB8EEC669}" dt="2026-04-06T14:35:28.532" v="1362" actId="1076"/>
          <ac:spMkLst>
            <pc:docMk/>
            <pc:sldMk cId="4140062021" sldId="354"/>
            <ac:spMk id="13" creationId="{29869A9F-CB9E-C2AB-3339-D92581B1DE96}"/>
          </ac:spMkLst>
        </pc:spChg>
        <pc:spChg chg="add del mod">
          <ac:chgData name="Benjamin Stratton" userId="9cfe98d5fab7370f" providerId="LiveId" clId="{2D49838A-A9F3-4D87-B089-1B5AB8EEC669}" dt="2026-04-06T14:33:21.285" v="1315" actId="1076"/>
          <ac:spMkLst>
            <pc:docMk/>
            <pc:sldMk cId="4140062021" sldId="354"/>
            <ac:spMk id="22" creationId="{76C63CD0-8F82-BD4B-3128-6DD264D5EEE0}"/>
          </ac:spMkLst>
        </pc:spChg>
        <pc:picChg chg="add mod">
          <ac:chgData name="Benjamin Stratton" userId="9cfe98d5fab7370f" providerId="LiveId" clId="{2D49838A-A9F3-4D87-B089-1B5AB8EEC669}" dt="2026-04-06T14:33:21.285" v="1315" actId="1076"/>
          <ac:picMkLst>
            <pc:docMk/>
            <pc:sldMk cId="4140062021" sldId="354"/>
            <ac:picMk id="5" creationId="{0E893589-85EE-880A-40DE-8F8590E08C64}"/>
          </ac:picMkLst>
        </pc:picChg>
        <pc:picChg chg="add mod">
          <ac:chgData name="Benjamin Stratton" userId="9cfe98d5fab7370f" providerId="LiveId" clId="{2D49838A-A9F3-4D87-B089-1B5AB8EEC669}" dt="2026-04-06T14:35:28.532" v="1362" actId="1076"/>
          <ac:picMkLst>
            <pc:docMk/>
            <pc:sldMk cId="4140062021" sldId="354"/>
            <ac:picMk id="14" creationId="{F3EBC7FB-273A-EDD8-7781-8C89A665AAF0}"/>
          </ac:picMkLst>
        </pc:picChg>
        <pc:picChg chg="add mod">
          <ac:chgData name="Benjamin Stratton" userId="9cfe98d5fab7370f" providerId="LiveId" clId="{2D49838A-A9F3-4D87-B089-1B5AB8EEC669}" dt="2026-04-06T14:35:28.532" v="1362" actId="1076"/>
          <ac:picMkLst>
            <pc:docMk/>
            <pc:sldMk cId="4140062021" sldId="354"/>
            <ac:picMk id="15" creationId="{723EBDA8-5503-49F3-7A1D-7928781AD7A2}"/>
          </ac:picMkLst>
        </pc:picChg>
        <pc:picChg chg="mod">
          <ac:chgData name="Benjamin Stratton" userId="9cfe98d5fab7370f" providerId="LiveId" clId="{2D49838A-A9F3-4D87-B089-1B5AB8EEC669}" dt="2026-04-06T14:33:21.285" v="1315" actId="1076"/>
          <ac:picMkLst>
            <pc:docMk/>
            <pc:sldMk cId="4140062021" sldId="354"/>
            <ac:picMk id="16" creationId="{5AEFC8E4-0662-81B9-5314-9DE16511B5AF}"/>
          </ac:picMkLst>
        </pc:picChg>
        <pc:cxnChg chg="add mod">
          <ac:chgData name="Benjamin Stratton" userId="9cfe98d5fab7370f" providerId="LiveId" clId="{2D49838A-A9F3-4D87-B089-1B5AB8EEC669}" dt="2026-04-06T14:33:21.285" v="1315" actId="1076"/>
          <ac:cxnSpMkLst>
            <pc:docMk/>
            <pc:sldMk cId="4140062021" sldId="354"/>
            <ac:cxnSpMk id="10" creationId="{F11415F6-9538-C159-7628-CFE8273F9B0B}"/>
          </ac:cxnSpMkLst>
        </pc:cxnChg>
        <pc:cxnChg chg="add del mod">
          <ac:chgData name="Benjamin Stratton" userId="9cfe98d5fab7370f" providerId="LiveId" clId="{2D49838A-A9F3-4D87-B089-1B5AB8EEC669}" dt="2026-04-06T14:33:21.285" v="1315" actId="1076"/>
          <ac:cxnSpMkLst>
            <pc:docMk/>
            <pc:sldMk cId="4140062021" sldId="354"/>
            <ac:cxnSpMk id="18" creationId="{0167420C-61CF-51DB-202B-ADCCCBB2EC39}"/>
          </ac:cxnSpMkLst>
        </pc:cxnChg>
      </pc:sldChg>
      <pc:sldChg chg="modSp add mod">
        <pc:chgData name="Benjamin Stratton" userId="9cfe98d5fab7370f" providerId="LiveId" clId="{2D49838A-A9F3-4D87-B089-1B5AB8EEC669}" dt="2026-04-06T14:52:58.082" v="1767" actId="20577"/>
        <pc:sldMkLst>
          <pc:docMk/>
          <pc:sldMk cId="3691082232" sldId="355"/>
        </pc:sldMkLst>
        <pc:spChg chg="mod">
          <ac:chgData name="Benjamin Stratton" userId="9cfe98d5fab7370f" providerId="LiveId" clId="{2D49838A-A9F3-4D87-B089-1B5AB8EEC669}" dt="2026-04-06T14:52:58.082" v="1767" actId="20577"/>
          <ac:spMkLst>
            <pc:docMk/>
            <pc:sldMk cId="3691082232" sldId="355"/>
            <ac:spMk id="3" creationId="{4BE165D8-0DE2-88B5-D9B7-908627AF45AB}"/>
          </ac:spMkLst>
        </pc:spChg>
      </pc:sldChg>
      <pc:sldChg chg="addSp delSp modSp add mod ord modAnim">
        <pc:chgData name="Benjamin Stratton" userId="9cfe98d5fab7370f" providerId="LiveId" clId="{2D49838A-A9F3-4D87-B089-1B5AB8EEC669}" dt="2026-04-06T19:20:02.155" v="4846"/>
        <pc:sldMkLst>
          <pc:docMk/>
          <pc:sldMk cId="1918288161" sldId="356"/>
        </pc:sldMkLst>
        <pc:spChg chg="add mod">
          <ac:chgData name="Benjamin Stratton" userId="9cfe98d5fab7370f" providerId="LiveId" clId="{2D49838A-A9F3-4D87-B089-1B5AB8EEC669}" dt="2026-04-06T14:52:17.027" v="1737" actId="1076"/>
          <ac:spMkLst>
            <pc:docMk/>
            <pc:sldMk cId="1918288161" sldId="356"/>
            <ac:spMk id="3" creationId="{4DD0AD1F-E162-6E9B-B361-4FE71532BC1A}"/>
          </ac:spMkLst>
        </pc:spChg>
        <pc:spChg chg="mod">
          <ac:chgData name="Benjamin Stratton" userId="9cfe98d5fab7370f" providerId="LiveId" clId="{2D49838A-A9F3-4D87-B089-1B5AB8EEC669}" dt="2026-04-06T14:48:44.438" v="1517" actId="1076"/>
          <ac:spMkLst>
            <pc:docMk/>
            <pc:sldMk cId="1918288161" sldId="356"/>
            <ac:spMk id="17" creationId="{7BFBE2AA-9EC2-A3E1-2A8F-36FE72DAE875}"/>
          </ac:spMkLst>
        </pc:spChg>
        <pc:picChg chg="mod">
          <ac:chgData name="Benjamin Stratton" userId="9cfe98d5fab7370f" providerId="LiveId" clId="{2D49838A-A9F3-4D87-B089-1B5AB8EEC669}" dt="2026-04-06T14:48:44.438" v="1517" actId="1076"/>
          <ac:picMkLst>
            <pc:docMk/>
            <pc:sldMk cId="1918288161" sldId="356"/>
            <ac:picMk id="13" creationId="{63C237D2-A95E-D1F5-0ACD-9ED0083F32A3}"/>
          </ac:picMkLst>
        </pc:picChg>
        <pc:picChg chg="mod">
          <ac:chgData name="Benjamin Stratton" userId="9cfe98d5fab7370f" providerId="LiveId" clId="{2D49838A-A9F3-4D87-B089-1B5AB8EEC669}" dt="2026-04-06T14:48:44.438" v="1517" actId="1076"/>
          <ac:picMkLst>
            <pc:docMk/>
            <pc:sldMk cId="1918288161" sldId="356"/>
            <ac:picMk id="15" creationId="{D2D86234-6C2F-4ACF-D7DF-5EF318256ADA}"/>
          </ac:picMkLst>
        </pc:picChg>
        <pc:cxnChg chg="add mod">
          <ac:chgData name="Benjamin Stratton" userId="9cfe98d5fab7370f" providerId="LiveId" clId="{2D49838A-A9F3-4D87-B089-1B5AB8EEC669}" dt="2026-04-06T14:52:30.640" v="1740" actId="1076"/>
          <ac:cxnSpMkLst>
            <pc:docMk/>
            <pc:sldMk cId="1918288161" sldId="356"/>
            <ac:cxnSpMk id="5" creationId="{4B1F890E-4F0D-DDB6-B4BB-8F12C506C4FE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16:17:30.680" v="2184" actId="20577"/>
        <pc:sldMkLst>
          <pc:docMk/>
          <pc:sldMk cId="3782977156" sldId="357"/>
        </pc:sldMkLst>
        <pc:spChg chg="mod">
          <ac:chgData name="Benjamin Stratton" userId="9cfe98d5fab7370f" providerId="LiveId" clId="{2D49838A-A9F3-4D87-B089-1B5AB8EEC669}" dt="2026-04-06T16:14:45.402" v="2040" actId="20577"/>
          <ac:spMkLst>
            <pc:docMk/>
            <pc:sldMk cId="3782977156" sldId="357"/>
            <ac:spMk id="2" creationId="{284F7446-DF47-C3B5-FD7A-0AB5FE4E5E99}"/>
          </ac:spMkLst>
        </pc:spChg>
        <pc:spChg chg="mod">
          <ac:chgData name="Benjamin Stratton" userId="9cfe98d5fab7370f" providerId="LiveId" clId="{2D49838A-A9F3-4D87-B089-1B5AB8EEC669}" dt="2026-04-06T16:17:27.617" v="2174" actId="1076"/>
          <ac:spMkLst>
            <pc:docMk/>
            <pc:sldMk cId="3782977156" sldId="357"/>
            <ac:spMk id="3" creationId="{545E6212-EFFE-6B72-2A21-108164007DE4}"/>
          </ac:spMkLst>
        </pc:spChg>
        <pc:spChg chg="add mod">
          <ac:chgData name="Benjamin Stratton" userId="9cfe98d5fab7370f" providerId="LiveId" clId="{2D49838A-A9F3-4D87-B089-1B5AB8EEC669}" dt="2026-04-06T16:17:30.680" v="2184" actId="20577"/>
          <ac:spMkLst>
            <pc:docMk/>
            <pc:sldMk cId="3782977156" sldId="357"/>
            <ac:spMk id="9" creationId="{91D8F777-AF5E-D09C-FADF-2FAAE238C7FE}"/>
          </ac:spMkLst>
        </pc:spChg>
        <pc:cxnChg chg="add mod">
          <ac:chgData name="Benjamin Stratton" userId="9cfe98d5fab7370f" providerId="LiveId" clId="{2D49838A-A9F3-4D87-B089-1B5AB8EEC669}" dt="2026-04-06T16:17:27.617" v="2174" actId="1076"/>
          <ac:cxnSpMkLst>
            <pc:docMk/>
            <pc:sldMk cId="3782977156" sldId="357"/>
            <ac:cxnSpMk id="13" creationId="{B9B6B900-FCCE-1062-A1FF-20A63C99114F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16:22:22.518" v="2392"/>
        <pc:sldMkLst>
          <pc:docMk/>
          <pc:sldMk cId="3914459714" sldId="358"/>
        </pc:sldMkLst>
        <pc:spChg chg="mod">
          <ac:chgData name="Benjamin Stratton" userId="9cfe98d5fab7370f" providerId="LiveId" clId="{2D49838A-A9F3-4D87-B089-1B5AB8EEC669}" dt="2026-04-06T16:17:12.155" v="2172" actId="2711"/>
          <ac:spMkLst>
            <pc:docMk/>
            <pc:sldMk cId="3914459714" sldId="358"/>
            <ac:spMk id="2" creationId="{D25331A5-98DA-F60B-10E9-7967BA36CE44}"/>
          </ac:spMkLst>
        </pc:spChg>
        <pc:spChg chg="add mod">
          <ac:chgData name="Benjamin Stratton" userId="9cfe98d5fab7370f" providerId="LiveId" clId="{2D49838A-A9F3-4D87-B089-1B5AB8EEC669}" dt="2026-04-06T16:22:12.151" v="2390" actId="1076"/>
          <ac:spMkLst>
            <pc:docMk/>
            <pc:sldMk cId="3914459714" sldId="358"/>
            <ac:spMk id="6" creationId="{3EC48D9F-6376-CA2C-462F-735183EF200C}"/>
          </ac:spMkLst>
        </pc:spChg>
        <pc:spChg chg="add mod">
          <ac:chgData name="Benjamin Stratton" userId="9cfe98d5fab7370f" providerId="LiveId" clId="{2D49838A-A9F3-4D87-B089-1B5AB8EEC669}" dt="2026-04-06T16:22:12.151" v="2390" actId="1076"/>
          <ac:spMkLst>
            <pc:docMk/>
            <pc:sldMk cId="3914459714" sldId="358"/>
            <ac:spMk id="8" creationId="{A53AE88C-906D-7907-A673-090C287C1DF4}"/>
          </ac:spMkLst>
        </pc:spChg>
        <pc:spChg chg="add mod">
          <ac:chgData name="Benjamin Stratton" userId="9cfe98d5fab7370f" providerId="LiveId" clId="{2D49838A-A9F3-4D87-B089-1B5AB8EEC669}" dt="2026-04-06T16:22:12.151" v="2390" actId="1076"/>
          <ac:spMkLst>
            <pc:docMk/>
            <pc:sldMk cId="3914459714" sldId="358"/>
            <ac:spMk id="10" creationId="{5621B095-8F91-165E-38C4-E1CA0178FE2D}"/>
          </ac:spMkLst>
        </pc:spChg>
        <pc:picChg chg="add mod">
          <ac:chgData name="Benjamin Stratton" userId="9cfe98d5fab7370f" providerId="LiveId" clId="{2D49838A-A9F3-4D87-B089-1B5AB8EEC669}" dt="2026-04-06T16:22:14.711" v="2391" actId="1076"/>
          <ac:picMkLst>
            <pc:docMk/>
            <pc:sldMk cId="3914459714" sldId="358"/>
            <ac:picMk id="5" creationId="{6022A13A-1129-DFEA-F3B8-270B3099B1BC}"/>
          </ac:picMkLst>
        </pc:picChg>
        <pc:cxnChg chg="add mod">
          <ac:chgData name="Benjamin Stratton" userId="9cfe98d5fab7370f" providerId="LiveId" clId="{2D49838A-A9F3-4D87-B089-1B5AB8EEC669}" dt="2026-04-06T16:22:12.151" v="2390" actId="1076"/>
          <ac:cxnSpMkLst>
            <pc:docMk/>
            <pc:sldMk cId="3914459714" sldId="358"/>
            <ac:cxnSpMk id="11" creationId="{AE007F9C-55B2-8326-1CBC-3E9680F3489E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16:31:20.089" v="2558"/>
        <pc:sldMkLst>
          <pc:docMk/>
          <pc:sldMk cId="3261713069" sldId="359"/>
        </pc:sldMkLst>
        <pc:spChg chg="mod">
          <ac:chgData name="Benjamin Stratton" userId="9cfe98d5fab7370f" providerId="LiveId" clId="{2D49838A-A9F3-4D87-B089-1B5AB8EEC669}" dt="2026-04-06T16:28:12.746" v="2417" actId="1076"/>
          <ac:spMkLst>
            <pc:docMk/>
            <pc:sldMk cId="3261713069" sldId="359"/>
            <ac:spMk id="6" creationId="{DC43DAF5-A6ED-C6FB-17E4-CBD95370E8ED}"/>
          </ac:spMkLst>
        </pc:spChg>
        <pc:spChg chg="add mod">
          <ac:chgData name="Benjamin Stratton" userId="9cfe98d5fab7370f" providerId="LiveId" clId="{2D49838A-A9F3-4D87-B089-1B5AB8EEC669}" dt="2026-04-06T16:30:08.206" v="2480" actId="1076"/>
          <ac:spMkLst>
            <pc:docMk/>
            <pc:sldMk cId="3261713069" sldId="359"/>
            <ac:spMk id="13" creationId="{2A66A6C1-4CEF-33C6-8C01-60A532E648A3}"/>
          </ac:spMkLst>
        </pc:spChg>
        <pc:spChg chg="add mod">
          <ac:chgData name="Benjamin Stratton" userId="9cfe98d5fab7370f" providerId="LiveId" clId="{2D49838A-A9F3-4D87-B089-1B5AB8EEC669}" dt="2026-04-06T16:31:11.677" v="2556" actId="1076"/>
          <ac:spMkLst>
            <pc:docMk/>
            <pc:sldMk cId="3261713069" sldId="359"/>
            <ac:spMk id="16" creationId="{CE68EA96-516F-50A5-431E-E775A39D1982}"/>
          </ac:spMkLst>
        </pc:spChg>
        <pc:picChg chg="add mod">
          <ac:chgData name="Benjamin Stratton" userId="9cfe98d5fab7370f" providerId="LiveId" clId="{2D49838A-A9F3-4D87-B089-1B5AB8EEC669}" dt="2026-04-06T16:28:42.131" v="2424" actId="1076"/>
          <ac:picMkLst>
            <pc:docMk/>
            <pc:sldMk cId="3261713069" sldId="359"/>
            <ac:picMk id="12" creationId="{3E173A3B-B577-1B9C-E892-D64E4CADB59F}"/>
          </ac:picMkLst>
        </pc:picChg>
        <pc:cxnChg chg="add mod">
          <ac:chgData name="Benjamin Stratton" userId="9cfe98d5fab7370f" providerId="LiveId" clId="{2D49838A-A9F3-4D87-B089-1B5AB8EEC669}" dt="2026-04-06T16:30:08.206" v="2480" actId="1076"/>
          <ac:cxnSpMkLst>
            <pc:docMk/>
            <pc:sldMk cId="3261713069" sldId="359"/>
            <ac:cxnSpMk id="14" creationId="{03B33D5C-8CA9-06DE-E78C-57A152F9F1BD}"/>
          </ac:cxnSpMkLst>
        </pc:cxnChg>
        <pc:cxnChg chg="add mod">
          <ac:chgData name="Benjamin Stratton" userId="9cfe98d5fab7370f" providerId="LiveId" clId="{2D49838A-A9F3-4D87-B089-1B5AB8EEC669}" dt="2026-04-06T16:31:16.919" v="2557" actId="1076"/>
          <ac:cxnSpMkLst>
            <pc:docMk/>
            <pc:sldMk cId="3261713069" sldId="359"/>
            <ac:cxnSpMk id="17" creationId="{CA746B2C-4119-E5B3-1B16-5D3427BFAAE7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16:33:56.628" v="2618"/>
        <pc:sldMkLst>
          <pc:docMk/>
          <pc:sldMk cId="1488747651" sldId="360"/>
        </pc:sldMkLst>
        <pc:spChg chg="add mod">
          <ac:chgData name="Benjamin Stratton" userId="9cfe98d5fab7370f" providerId="LiveId" clId="{2D49838A-A9F3-4D87-B089-1B5AB8EEC669}" dt="2026-04-06T16:33:43.716" v="2615" actId="1076"/>
          <ac:spMkLst>
            <pc:docMk/>
            <pc:sldMk cId="1488747651" sldId="360"/>
            <ac:spMk id="9" creationId="{3BC00026-5EA9-3136-1A2E-C88B446C7AB3}"/>
          </ac:spMkLst>
        </pc:spChg>
        <pc:picChg chg="add mod">
          <ac:chgData name="Benjamin Stratton" userId="9cfe98d5fab7370f" providerId="LiveId" clId="{2D49838A-A9F3-4D87-B089-1B5AB8EEC669}" dt="2026-04-06T16:32:53.127" v="2570" actId="1076"/>
          <ac:picMkLst>
            <pc:docMk/>
            <pc:sldMk cId="1488747651" sldId="360"/>
            <ac:picMk id="8" creationId="{4F79A560-AC6F-5F47-6190-0337DD16D200}"/>
          </ac:picMkLst>
        </pc:picChg>
        <pc:cxnChg chg="add mod">
          <ac:chgData name="Benjamin Stratton" userId="9cfe98d5fab7370f" providerId="LiveId" clId="{2D49838A-A9F3-4D87-B089-1B5AB8EEC669}" dt="2026-04-06T16:33:43.716" v="2615" actId="1076"/>
          <ac:cxnSpMkLst>
            <pc:docMk/>
            <pc:sldMk cId="1488747651" sldId="360"/>
            <ac:cxnSpMk id="10" creationId="{995ABA5E-702A-AA26-3831-9CF97DD04B28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16:41:47.386" v="2787" actId="14100"/>
        <pc:sldMkLst>
          <pc:docMk/>
          <pc:sldMk cId="1642320718" sldId="361"/>
        </pc:sldMkLst>
        <pc:spChg chg="mod">
          <ac:chgData name="Benjamin Stratton" userId="9cfe98d5fab7370f" providerId="LiveId" clId="{2D49838A-A9F3-4D87-B089-1B5AB8EEC669}" dt="2026-04-06T16:35:29.472" v="2670" actId="1076"/>
          <ac:spMkLst>
            <pc:docMk/>
            <pc:sldMk cId="1642320718" sldId="361"/>
            <ac:spMk id="2" creationId="{F924BEF1-02B8-9090-3FA9-19EBDF421BD9}"/>
          </ac:spMkLst>
        </pc:spChg>
        <pc:spChg chg="add mod">
          <ac:chgData name="Benjamin Stratton" userId="9cfe98d5fab7370f" providerId="LiveId" clId="{2D49838A-A9F3-4D87-B089-1B5AB8EEC669}" dt="2026-04-06T16:38:00.566" v="2686" actId="1076"/>
          <ac:spMkLst>
            <pc:docMk/>
            <pc:sldMk cId="1642320718" sldId="361"/>
            <ac:spMk id="11" creationId="{21344A77-5C8A-F487-6F9C-743F3BAD4E5C}"/>
          </ac:spMkLst>
        </pc:spChg>
        <pc:spChg chg="add mod">
          <ac:chgData name="Benjamin Stratton" userId="9cfe98d5fab7370f" providerId="LiveId" clId="{2D49838A-A9F3-4D87-B089-1B5AB8EEC669}" dt="2026-04-06T16:38:00.566" v="2686" actId="1076"/>
          <ac:spMkLst>
            <pc:docMk/>
            <pc:sldMk cId="1642320718" sldId="361"/>
            <ac:spMk id="13" creationId="{E9BCFA5F-3152-FC46-9D3B-8A4E9381C4C0}"/>
          </ac:spMkLst>
        </pc:spChg>
        <pc:spChg chg="add mod">
          <ac:chgData name="Benjamin Stratton" userId="9cfe98d5fab7370f" providerId="LiveId" clId="{2D49838A-A9F3-4D87-B089-1B5AB8EEC669}" dt="2026-04-06T16:38:40.716" v="2701" actId="1076"/>
          <ac:spMkLst>
            <pc:docMk/>
            <pc:sldMk cId="1642320718" sldId="361"/>
            <ac:spMk id="14" creationId="{2FAE6ADD-932F-6862-37CF-2B6E886E01CC}"/>
          </ac:spMkLst>
        </pc:spChg>
        <pc:spChg chg="add mod">
          <ac:chgData name="Benjamin Stratton" userId="9cfe98d5fab7370f" providerId="LiveId" clId="{2D49838A-A9F3-4D87-B089-1B5AB8EEC669}" dt="2026-04-06T16:38:49.566" v="2704" actId="1076"/>
          <ac:spMkLst>
            <pc:docMk/>
            <pc:sldMk cId="1642320718" sldId="361"/>
            <ac:spMk id="15" creationId="{74370068-3B92-2B83-0F47-27E1DE6A04E7}"/>
          </ac:spMkLst>
        </pc:spChg>
        <pc:spChg chg="add mod">
          <ac:chgData name="Benjamin Stratton" userId="9cfe98d5fab7370f" providerId="LiveId" clId="{2D49838A-A9F3-4D87-B089-1B5AB8EEC669}" dt="2026-04-06T16:38:57.907" v="2706" actId="1076"/>
          <ac:spMkLst>
            <pc:docMk/>
            <pc:sldMk cId="1642320718" sldId="361"/>
            <ac:spMk id="16" creationId="{4A457147-B548-6304-BC97-843BC911A017}"/>
          </ac:spMkLst>
        </pc:spChg>
        <pc:spChg chg="add mod">
          <ac:chgData name="Benjamin Stratton" userId="9cfe98d5fab7370f" providerId="LiveId" clId="{2D49838A-A9F3-4D87-B089-1B5AB8EEC669}" dt="2026-04-06T16:39:13.726" v="2709" actId="1076"/>
          <ac:spMkLst>
            <pc:docMk/>
            <pc:sldMk cId="1642320718" sldId="361"/>
            <ac:spMk id="17" creationId="{DD52D461-0FEF-4C8A-DFE2-50C295034F5F}"/>
          </ac:spMkLst>
        </pc:spChg>
        <pc:spChg chg="add mod">
          <ac:chgData name="Benjamin Stratton" userId="9cfe98d5fab7370f" providerId="LiveId" clId="{2D49838A-A9F3-4D87-B089-1B5AB8EEC669}" dt="2026-04-06T16:40:23.886" v="2773" actId="1076"/>
          <ac:spMkLst>
            <pc:docMk/>
            <pc:sldMk cId="1642320718" sldId="361"/>
            <ac:spMk id="18" creationId="{8EA17173-ED6C-271F-1E0D-E73A30E1E122}"/>
          </ac:spMkLst>
        </pc:spChg>
        <pc:picChg chg="add mod">
          <ac:chgData name="Benjamin Stratton" userId="9cfe98d5fab7370f" providerId="LiveId" clId="{2D49838A-A9F3-4D87-B089-1B5AB8EEC669}" dt="2026-04-06T16:38:00.566" v="2686" actId="1076"/>
          <ac:picMkLst>
            <pc:docMk/>
            <pc:sldMk cId="1642320718" sldId="361"/>
            <ac:picMk id="7" creationId="{121382ED-EF3B-5E71-B1BB-543BD71B8DF1}"/>
          </ac:picMkLst>
        </pc:picChg>
        <pc:cxnChg chg="add mod">
          <ac:chgData name="Benjamin Stratton" userId="9cfe98d5fab7370f" providerId="LiveId" clId="{2D49838A-A9F3-4D87-B089-1B5AB8EEC669}" dt="2026-04-06T16:41:06.236" v="2777" actId="14100"/>
          <ac:cxnSpMkLst>
            <pc:docMk/>
            <pc:sldMk cId="1642320718" sldId="361"/>
            <ac:cxnSpMk id="19" creationId="{9F7CD1CE-0A99-4155-B6C7-27F651946033}"/>
          </ac:cxnSpMkLst>
        </pc:cxnChg>
        <pc:cxnChg chg="add mod">
          <ac:chgData name="Benjamin Stratton" userId="9cfe98d5fab7370f" providerId="LiveId" clId="{2D49838A-A9F3-4D87-B089-1B5AB8EEC669}" dt="2026-04-06T16:41:12.648" v="2780" actId="14100"/>
          <ac:cxnSpMkLst>
            <pc:docMk/>
            <pc:sldMk cId="1642320718" sldId="361"/>
            <ac:cxnSpMk id="23" creationId="{F6A8EC5E-1C56-901B-FD5E-7C3FB4CDF983}"/>
          </ac:cxnSpMkLst>
        </pc:cxnChg>
        <pc:cxnChg chg="add mod">
          <ac:chgData name="Benjamin Stratton" userId="9cfe98d5fab7370f" providerId="LiveId" clId="{2D49838A-A9F3-4D87-B089-1B5AB8EEC669}" dt="2026-04-06T16:41:41.107" v="2784" actId="14100"/>
          <ac:cxnSpMkLst>
            <pc:docMk/>
            <pc:sldMk cId="1642320718" sldId="361"/>
            <ac:cxnSpMk id="25" creationId="{9DC2FC51-0667-A817-A1D5-A44AF408EC25}"/>
          </ac:cxnSpMkLst>
        </pc:cxnChg>
        <pc:cxnChg chg="add mod">
          <ac:chgData name="Benjamin Stratton" userId="9cfe98d5fab7370f" providerId="LiveId" clId="{2D49838A-A9F3-4D87-B089-1B5AB8EEC669}" dt="2026-04-06T16:41:47.386" v="2787" actId="14100"/>
          <ac:cxnSpMkLst>
            <pc:docMk/>
            <pc:sldMk cId="1642320718" sldId="361"/>
            <ac:cxnSpMk id="27" creationId="{587528EF-5DD5-656C-73D9-8B2DCBBFC629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7T10:50:06.357" v="5304"/>
        <pc:sldMkLst>
          <pc:docMk/>
          <pc:sldMk cId="1815389548" sldId="362"/>
        </pc:sldMkLst>
        <pc:spChg chg="add mod">
          <ac:chgData name="Benjamin Stratton" userId="9cfe98d5fab7370f" providerId="LiveId" clId="{2D49838A-A9F3-4D87-B089-1B5AB8EEC669}" dt="2026-04-06T16:42:20.515" v="2804" actId="113"/>
          <ac:spMkLst>
            <pc:docMk/>
            <pc:sldMk cId="1815389548" sldId="362"/>
            <ac:spMk id="3" creationId="{4DA5A6FB-8EA9-E07D-9F87-98786AEB627A}"/>
          </ac:spMkLst>
        </pc:spChg>
        <pc:cxnChg chg="add mod">
          <ac:chgData name="Benjamin Stratton" userId="9cfe98d5fab7370f" providerId="LiveId" clId="{2D49838A-A9F3-4D87-B089-1B5AB8EEC669}" dt="2026-04-06T16:42:32.117" v="2807" actId="14100"/>
          <ac:cxnSpMkLst>
            <pc:docMk/>
            <pc:sldMk cId="1815389548" sldId="362"/>
            <ac:cxnSpMk id="4" creationId="{09737967-AD14-C35F-37DB-464ADC043E1D}"/>
          </ac:cxnSpMkLst>
        </pc:cxnChg>
      </pc:sldChg>
      <pc:sldChg chg="delSp add mod delAnim modAnim modShow">
        <pc:chgData name="Benjamin Stratton" userId="9cfe98d5fab7370f" providerId="LiveId" clId="{2D49838A-A9F3-4D87-B089-1B5AB8EEC669}" dt="2026-04-07T10:50:33.479" v="5305" actId="729"/>
        <pc:sldMkLst>
          <pc:docMk/>
          <pc:sldMk cId="1958766749" sldId="363"/>
        </pc:sldMkLst>
      </pc:sldChg>
      <pc:sldChg chg="addSp delSp modSp add mod delAnim modAnim">
        <pc:chgData name="Benjamin Stratton" userId="9cfe98d5fab7370f" providerId="LiveId" clId="{2D49838A-A9F3-4D87-B089-1B5AB8EEC669}" dt="2026-04-09T13:27:25.490" v="7305"/>
        <pc:sldMkLst>
          <pc:docMk/>
          <pc:sldMk cId="2129598170" sldId="364"/>
        </pc:sldMkLst>
        <pc:spChg chg="add mod">
          <ac:chgData name="Benjamin Stratton" userId="9cfe98d5fab7370f" providerId="LiveId" clId="{2D49838A-A9F3-4D87-B089-1B5AB8EEC669}" dt="2026-04-09T13:26:48.892" v="7299" actId="1076"/>
          <ac:spMkLst>
            <pc:docMk/>
            <pc:sldMk cId="2129598170" sldId="364"/>
            <ac:spMk id="5" creationId="{4B15ABB4-BCCA-514F-1805-8805AFB6606B}"/>
          </ac:spMkLst>
        </pc:spChg>
        <pc:spChg chg="add mod">
          <ac:chgData name="Benjamin Stratton" userId="9cfe98d5fab7370f" providerId="LiveId" clId="{2D49838A-A9F3-4D87-B089-1B5AB8EEC669}" dt="2026-04-06T16:47:10.956" v="2837" actId="1076"/>
          <ac:spMkLst>
            <pc:docMk/>
            <pc:sldMk cId="2129598170" sldId="364"/>
            <ac:spMk id="8" creationId="{75F3DF6E-2A33-5AFB-3BB9-862C589F0E3C}"/>
          </ac:spMkLst>
        </pc:spChg>
        <pc:spChg chg="add mod ord">
          <ac:chgData name="Benjamin Stratton" userId="9cfe98d5fab7370f" providerId="LiveId" clId="{2D49838A-A9F3-4D87-B089-1B5AB8EEC669}" dt="2026-04-09T13:27:07.167" v="7301" actId="167"/>
          <ac:spMkLst>
            <pc:docMk/>
            <pc:sldMk cId="2129598170" sldId="364"/>
            <ac:spMk id="9" creationId="{B35E874C-3886-40B4-76D1-3D579E61FEF2}"/>
          </ac:spMkLst>
        </pc:spChg>
        <pc:spChg chg="add mod">
          <ac:chgData name="Benjamin Stratton" userId="9cfe98d5fab7370f" providerId="LiveId" clId="{2D49838A-A9F3-4D87-B089-1B5AB8EEC669}" dt="2026-04-09T13:26:32.765" v="7295" actId="14100"/>
          <ac:spMkLst>
            <pc:docMk/>
            <pc:sldMk cId="2129598170" sldId="364"/>
            <ac:spMk id="10" creationId="{A66EFA82-DBDC-686D-D5A6-31423FA93A2D}"/>
          </ac:spMkLst>
        </pc:spChg>
        <pc:spChg chg="mod">
          <ac:chgData name="Benjamin Stratton" userId="9cfe98d5fab7370f" providerId="LiveId" clId="{2D49838A-A9F3-4D87-B089-1B5AB8EEC669}" dt="2026-04-06T16:46:28.626" v="2825" actId="1076"/>
          <ac:spMkLst>
            <pc:docMk/>
            <pc:sldMk cId="2129598170" sldId="364"/>
            <ac:spMk id="11" creationId="{6B322AFA-445F-AA53-98C3-46775981E1AB}"/>
          </ac:spMkLst>
        </pc:spChg>
        <pc:spChg chg="add mod">
          <ac:chgData name="Benjamin Stratton" userId="9cfe98d5fab7370f" providerId="LiveId" clId="{2D49838A-A9F3-4D87-B089-1B5AB8EEC669}" dt="2026-04-06T16:52:31.173" v="2953" actId="1076"/>
          <ac:spMkLst>
            <pc:docMk/>
            <pc:sldMk cId="2129598170" sldId="364"/>
            <ac:spMk id="18" creationId="{2047E04C-EC17-5CFD-CEDA-D8641FA9309E}"/>
          </ac:spMkLst>
        </pc:spChg>
        <pc:picChg chg="add mod">
          <ac:chgData name="Benjamin Stratton" userId="9cfe98d5fab7370f" providerId="LiveId" clId="{2D49838A-A9F3-4D87-B089-1B5AB8EEC669}" dt="2026-04-06T20:30:16.790" v="4856"/>
          <ac:picMkLst>
            <pc:docMk/>
            <pc:sldMk cId="2129598170" sldId="364"/>
            <ac:picMk id="3" creationId="{8E4DFD55-5EC8-A775-60F1-237D6D2446DD}"/>
          </ac:picMkLst>
        </pc:picChg>
        <pc:picChg chg="add mod ord">
          <ac:chgData name="Benjamin Stratton" userId="9cfe98d5fab7370f" providerId="LiveId" clId="{2D49838A-A9F3-4D87-B089-1B5AB8EEC669}" dt="2026-04-06T16:47:14.858" v="2838" actId="1076"/>
          <ac:picMkLst>
            <pc:docMk/>
            <pc:sldMk cId="2129598170" sldId="364"/>
            <ac:picMk id="6" creationId="{D37C577F-231F-7E42-6EFA-A543998AE7BE}"/>
          </ac:picMkLst>
        </pc:picChg>
        <pc:cxnChg chg="add mod">
          <ac:chgData name="Benjamin Stratton" userId="9cfe98d5fab7370f" providerId="LiveId" clId="{2D49838A-A9F3-4D87-B089-1B5AB8EEC669}" dt="2026-04-09T13:26:35.769" v="7296" actId="14100"/>
          <ac:cxnSpMkLst>
            <pc:docMk/>
            <pc:sldMk cId="2129598170" sldId="364"/>
            <ac:cxnSpMk id="12" creationId="{77DAFE9D-A82B-560D-D9E4-C97C39FCA525}"/>
          </ac:cxnSpMkLst>
        </pc:cxnChg>
        <pc:cxnChg chg="add mod">
          <ac:chgData name="Benjamin Stratton" userId="9cfe98d5fab7370f" providerId="LiveId" clId="{2D49838A-A9F3-4D87-B089-1B5AB8EEC669}" dt="2026-04-06T16:49:04.356" v="2861" actId="14100"/>
          <ac:cxnSpMkLst>
            <pc:docMk/>
            <pc:sldMk cId="2129598170" sldId="364"/>
            <ac:cxnSpMk id="15" creationId="{AA565881-809B-93AE-1DDE-0CB81596B0A9}"/>
          </ac:cxnSpMkLst>
        </pc:cxnChg>
        <pc:cxnChg chg="add mod">
          <ac:chgData name="Benjamin Stratton" userId="9cfe98d5fab7370f" providerId="LiveId" clId="{2D49838A-A9F3-4D87-B089-1B5AB8EEC669}" dt="2026-04-06T16:52:31.173" v="2953" actId="1076"/>
          <ac:cxnSpMkLst>
            <pc:docMk/>
            <pc:sldMk cId="2129598170" sldId="364"/>
            <ac:cxnSpMk id="19" creationId="{8DA0064B-63D2-705C-0B59-51937434E77D}"/>
          </ac:cxnSpMkLst>
        </pc:cxnChg>
      </pc:sldChg>
      <pc:sldChg chg="addSp delSp modSp add mod addAnim delAnim modAnim">
        <pc:chgData name="Benjamin Stratton" userId="9cfe98d5fab7370f" providerId="LiveId" clId="{2D49838A-A9F3-4D87-B089-1B5AB8EEC669}" dt="2026-04-06T20:31:32.937" v="4866" actId="113"/>
        <pc:sldMkLst>
          <pc:docMk/>
          <pc:sldMk cId="1453546297" sldId="365"/>
        </pc:sldMkLst>
        <pc:spChg chg="mod">
          <ac:chgData name="Benjamin Stratton" userId="9cfe98d5fab7370f" providerId="LiveId" clId="{2D49838A-A9F3-4D87-B089-1B5AB8EEC669}" dt="2026-04-06T20:31:32.937" v="4866" actId="113"/>
          <ac:spMkLst>
            <pc:docMk/>
            <pc:sldMk cId="1453546297" sldId="365"/>
            <ac:spMk id="2" creationId="{7C743410-6FE7-BD2F-1EC3-B48B28318622}"/>
          </ac:spMkLst>
        </pc:spChg>
        <pc:spChg chg="add mod">
          <ac:chgData name="Benjamin Stratton" userId="9cfe98d5fab7370f" providerId="LiveId" clId="{2D49838A-A9F3-4D87-B089-1B5AB8EEC669}" dt="2026-04-06T16:50:22.537" v="2888" actId="1076"/>
          <ac:spMkLst>
            <pc:docMk/>
            <pc:sldMk cId="1453546297" sldId="365"/>
            <ac:spMk id="3" creationId="{1DEAE2B3-444F-E55B-BE94-8E0E511ACDB0}"/>
          </ac:spMkLst>
        </pc:spChg>
        <pc:picChg chg="add mod modCrop">
          <ac:chgData name="Benjamin Stratton" userId="9cfe98d5fab7370f" providerId="LiveId" clId="{2D49838A-A9F3-4D87-B089-1B5AB8EEC669}" dt="2026-04-06T20:30:06.567" v="4855" actId="1076"/>
          <ac:picMkLst>
            <pc:docMk/>
            <pc:sldMk cId="1453546297" sldId="365"/>
            <ac:picMk id="5" creationId="{C24D7421-1E78-58D5-1ADA-D2120A9C59AE}"/>
          </ac:picMkLst>
        </pc:picChg>
        <pc:cxnChg chg="add mod">
          <ac:chgData name="Benjamin Stratton" userId="9cfe98d5fab7370f" providerId="LiveId" clId="{2D49838A-A9F3-4D87-B089-1B5AB8EEC669}" dt="2026-04-06T16:50:34.446" v="2892" actId="692"/>
          <ac:cxnSpMkLst>
            <pc:docMk/>
            <pc:sldMk cId="1453546297" sldId="365"/>
            <ac:cxnSpMk id="4" creationId="{38EB575C-3C69-5AFA-A648-3C181293170E}"/>
          </ac:cxnSpMkLst>
        </pc:cxnChg>
      </pc:sldChg>
      <pc:sldChg chg="addSp delSp modSp add mod ord modAnim">
        <pc:chgData name="Benjamin Stratton" userId="9cfe98d5fab7370f" providerId="LiveId" clId="{2D49838A-A9F3-4D87-B089-1B5AB8EEC669}" dt="2026-04-06T20:31:08.371" v="4863" actId="1076"/>
        <pc:sldMkLst>
          <pc:docMk/>
          <pc:sldMk cId="248790288" sldId="366"/>
        </pc:sldMkLst>
        <pc:spChg chg="mod">
          <ac:chgData name="Benjamin Stratton" userId="9cfe98d5fab7370f" providerId="LiveId" clId="{2D49838A-A9F3-4D87-B089-1B5AB8EEC669}" dt="2026-04-06T16:51:30.377" v="2927" actId="313"/>
          <ac:spMkLst>
            <pc:docMk/>
            <pc:sldMk cId="248790288" sldId="366"/>
            <ac:spMk id="2" creationId="{CE24C013-0CD0-AA63-2AC0-ED80C74E2FDB}"/>
          </ac:spMkLst>
        </pc:spChg>
        <pc:spChg chg="add mod">
          <ac:chgData name="Benjamin Stratton" userId="9cfe98d5fab7370f" providerId="LiveId" clId="{2D49838A-A9F3-4D87-B089-1B5AB8EEC669}" dt="2026-04-06T16:59:15.208" v="3039" actId="1076"/>
          <ac:spMkLst>
            <pc:docMk/>
            <pc:sldMk cId="248790288" sldId="366"/>
            <ac:spMk id="14" creationId="{66A7B07B-C424-F6B5-C323-9EC02A927F97}"/>
          </ac:spMkLst>
        </pc:spChg>
        <pc:spChg chg="add mod">
          <ac:chgData name="Benjamin Stratton" userId="9cfe98d5fab7370f" providerId="LiveId" clId="{2D49838A-A9F3-4D87-B089-1B5AB8EEC669}" dt="2026-04-06T16:59:15.208" v="3039" actId="1076"/>
          <ac:spMkLst>
            <pc:docMk/>
            <pc:sldMk cId="248790288" sldId="366"/>
            <ac:spMk id="15" creationId="{48D5B208-A6E0-6B81-9B1D-1D1EFEA47610}"/>
          </ac:spMkLst>
        </pc:spChg>
        <pc:spChg chg="add mod">
          <ac:chgData name="Benjamin Stratton" userId="9cfe98d5fab7370f" providerId="LiveId" clId="{2D49838A-A9F3-4D87-B089-1B5AB8EEC669}" dt="2026-04-06T16:59:15.208" v="3039" actId="1076"/>
          <ac:spMkLst>
            <pc:docMk/>
            <pc:sldMk cId="248790288" sldId="366"/>
            <ac:spMk id="16" creationId="{818F5E06-A86C-3857-5C78-D074CAC6AD7F}"/>
          </ac:spMkLst>
        </pc:spChg>
        <pc:spChg chg="add mod ord">
          <ac:chgData name="Benjamin Stratton" userId="9cfe98d5fab7370f" providerId="LiveId" clId="{2D49838A-A9F3-4D87-B089-1B5AB8EEC669}" dt="2026-04-06T16:59:15.208" v="3039" actId="1076"/>
          <ac:spMkLst>
            <pc:docMk/>
            <pc:sldMk cId="248790288" sldId="366"/>
            <ac:spMk id="17" creationId="{699E19DB-1AC6-726C-77B9-2B0E0A7E40D6}"/>
          </ac:spMkLst>
        </pc:spChg>
        <pc:picChg chg="add mod">
          <ac:chgData name="Benjamin Stratton" userId="9cfe98d5fab7370f" providerId="LiveId" clId="{2D49838A-A9F3-4D87-B089-1B5AB8EEC669}" dt="2026-04-06T20:30:34.594" v="4857"/>
          <ac:picMkLst>
            <pc:docMk/>
            <pc:sldMk cId="248790288" sldId="366"/>
            <ac:picMk id="3" creationId="{9E629751-FB0B-D526-6D1C-5CE6FE5F5B34}"/>
          </ac:picMkLst>
        </pc:picChg>
        <pc:picChg chg="add mod modCrop">
          <ac:chgData name="Benjamin Stratton" userId="9cfe98d5fab7370f" providerId="LiveId" clId="{2D49838A-A9F3-4D87-B089-1B5AB8EEC669}" dt="2026-04-06T20:31:08.371" v="4863" actId="1076"/>
          <ac:picMkLst>
            <pc:docMk/>
            <pc:sldMk cId="248790288" sldId="366"/>
            <ac:picMk id="4" creationId="{DE68F78B-2B53-F9CE-E3B4-597C17CAB5F6}"/>
          </ac:picMkLst>
        </pc:picChg>
        <pc:picChg chg="mod">
          <ac:chgData name="Benjamin Stratton" userId="9cfe98d5fab7370f" providerId="LiveId" clId="{2D49838A-A9F3-4D87-B089-1B5AB8EEC669}" dt="2026-04-06T16:55:48.890" v="2972" actId="1076"/>
          <ac:picMkLst>
            <pc:docMk/>
            <pc:sldMk cId="248790288" sldId="366"/>
            <ac:picMk id="7" creationId="{6A484F16-1C98-95D3-ED47-5E444EF17DB6}"/>
          </ac:picMkLst>
        </pc:picChg>
        <pc:picChg chg="add mod">
          <ac:chgData name="Benjamin Stratton" userId="9cfe98d5fab7370f" providerId="LiveId" clId="{2D49838A-A9F3-4D87-B089-1B5AB8EEC669}" dt="2026-04-06T16:59:15.208" v="3039" actId="1076"/>
          <ac:picMkLst>
            <pc:docMk/>
            <pc:sldMk cId="248790288" sldId="366"/>
            <ac:picMk id="9" creationId="{23E8E11D-1A98-3DC2-C47E-C4806EB0FFA5}"/>
          </ac:picMkLst>
        </pc:picChg>
        <pc:picChg chg="add mod">
          <ac:chgData name="Benjamin Stratton" userId="9cfe98d5fab7370f" providerId="LiveId" clId="{2D49838A-A9F3-4D87-B089-1B5AB8EEC669}" dt="2026-04-06T16:59:15.208" v="3039" actId="1076"/>
          <ac:picMkLst>
            <pc:docMk/>
            <pc:sldMk cId="248790288" sldId="366"/>
            <ac:picMk id="12" creationId="{0D093897-0CB0-E9C9-3876-3A14F103209A}"/>
          </ac:picMkLst>
        </pc:picChg>
      </pc:sldChg>
      <pc:sldChg chg="addSp delSp modSp add mod ord delAnim modAnim">
        <pc:chgData name="Benjamin Stratton" userId="9cfe98d5fab7370f" providerId="LiveId" clId="{2D49838A-A9F3-4D87-B089-1B5AB8EEC669}" dt="2026-04-06T17:09:51.153" v="3147"/>
        <pc:sldMkLst>
          <pc:docMk/>
          <pc:sldMk cId="2617110618" sldId="367"/>
        </pc:sldMkLst>
        <pc:spChg chg="add mod">
          <ac:chgData name="Benjamin Stratton" userId="9cfe98d5fab7370f" providerId="LiveId" clId="{2D49838A-A9F3-4D87-B089-1B5AB8EEC669}" dt="2026-04-06T17:07:49.864" v="3134" actId="1076"/>
          <ac:spMkLst>
            <pc:docMk/>
            <pc:sldMk cId="2617110618" sldId="367"/>
            <ac:spMk id="5" creationId="{FC4F2086-5386-3F40-D2CE-C5B09A9365AF}"/>
          </ac:spMkLst>
        </pc:spChg>
        <pc:spChg chg="add mod">
          <ac:chgData name="Benjamin Stratton" userId="9cfe98d5fab7370f" providerId="LiveId" clId="{2D49838A-A9F3-4D87-B089-1B5AB8EEC669}" dt="2026-04-06T17:08:40.558" v="3144" actId="1076"/>
          <ac:spMkLst>
            <pc:docMk/>
            <pc:sldMk cId="2617110618" sldId="367"/>
            <ac:spMk id="6" creationId="{EB6D1CBB-7539-4CB5-3BD8-AB4274DDFB0B}"/>
          </ac:spMkLst>
        </pc:spChg>
        <pc:spChg chg="add mod">
          <ac:chgData name="Benjamin Stratton" userId="9cfe98d5fab7370f" providerId="LiveId" clId="{2D49838A-A9F3-4D87-B089-1B5AB8EEC669}" dt="2026-04-06T17:07:49.864" v="3134" actId="1076"/>
          <ac:spMkLst>
            <pc:docMk/>
            <pc:sldMk cId="2617110618" sldId="367"/>
            <ac:spMk id="13" creationId="{B4A6E785-6AC0-93FE-F51B-6AFB0020F029}"/>
          </ac:spMkLst>
        </pc:spChg>
        <pc:spChg chg="add mod">
          <ac:chgData name="Benjamin Stratton" userId="9cfe98d5fab7370f" providerId="LiveId" clId="{2D49838A-A9F3-4D87-B089-1B5AB8EEC669}" dt="2026-04-06T17:08:15.956" v="3140" actId="1076"/>
          <ac:spMkLst>
            <pc:docMk/>
            <pc:sldMk cId="2617110618" sldId="367"/>
            <ac:spMk id="14" creationId="{EB7AEE8B-685F-CAB5-1276-D5768603AFE3}"/>
          </ac:spMkLst>
        </pc:spChg>
        <pc:spChg chg="mod">
          <ac:chgData name="Benjamin Stratton" userId="9cfe98d5fab7370f" providerId="LiveId" clId="{2D49838A-A9F3-4D87-B089-1B5AB8EEC669}" dt="2026-04-06T17:00:29.545" v="3046" actId="6549"/>
          <ac:spMkLst>
            <pc:docMk/>
            <pc:sldMk cId="2617110618" sldId="367"/>
            <ac:spMk id="15" creationId="{F72BD081-383B-3A0E-E008-D2212E77D393}"/>
          </ac:spMkLst>
        </pc:spChg>
        <pc:picChg chg="add mod">
          <ac:chgData name="Benjamin Stratton" userId="9cfe98d5fab7370f" providerId="LiveId" clId="{2D49838A-A9F3-4D87-B089-1B5AB8EEC669}" dt="2026-04-06T17:00:58.406" v="3048" actId="1076"/>
          <ac:picMkLst>
            <pc:docMk/>
            <pc:sldMk cId="2617110618" sldId="367"/>
            <ac:picMk id="2" creationId="{4BB0A63E-FC01-97B4-1452-BB4E27A452D0}"/>
          </ac:picMkLst>
        </pc:picChg>
        <pc:cxnChg chg="add mod">
          <ac:chgData name="Benjamin Stratton" userId="9cfe98d5fab7370f" providerId="LiveId" clId="{2D49838A-A9F3-4D87-B089-1B5AB8EEC669}" dt="2026-04-06T17:07:43.657" v="3133" actId="14100"/>
          <ac:cxnSpMkLst>
            <pc:docMk/>
            <pc:sldMk cId="2617110618" sldId="367"/>
            <ac:cxnSpMk id="4" creationId="{921BA142-A259-BCE2-ECEF-E9CA69AA10D7}"/>
          </ac:cxnSpMkLst>
        </pc:cxnChg>
        <pc:cxnChg chg="add mod">
          <ac:chgData name="Benjamin Stratton" userId="9cfe98d5fab7370f" providerId="LiveId" clId="{2D49838A-A9F3-4D87-B089-1B5AB8EEC669}" dt="2026-04-06T17:07:49.864" v="3134" actId="1076"/>
          <ac:cxnSpMkLst>
            <pc:docMk/>
            <pc:sldMk cId="2617110618" sldId="367"/>
            <ac:cxnSpMk id="16" creationId="{8C9B55FB-A7CC-B309-7DCA-ABA935ECBD7D}"/>
          </ac:cxnSpMkLst>
        </pc:cxnChg>
        <pc:cxnChg chg="add mod">
          <ac:chgData name="Benjamin Stratton" userId="9cfe98d5fab7370f" providerId="LiveId" clId="{2D49838A-A9F3-4D87-B089-1B5AB8EEC669}" dt="2026-04-06T17:08:06.723" v="3139" actId="1076"/>
          <ac:cxnSpMkLst>
            <pc:docMk/>
            <pc:sldMk cId="2617110618" sldId="367"/>
            <ac:cxnSpMk id="20" creationId="{6EC1141C-FE20-DECC-D794-A6F79B1CB0F7}"/>
          </ac:cxnSpMkLst>
        </pc:cxnChg>
        <pc:cxnChg chg="add mod">
          <ac:chgData name="Benjamin Stratton" userId="9cfe98d5fab7370f" providerId="LiveId" clId="{2D49838A-A9F3-4D87-B089-1B5AB8EEC669}" dt="2026-04-06T17:08:44.504" v="3145" actId="1076"/>
          <ac:cxnSpMkLst>
            <pc:docMk/>
            <pc:sldMk cId="2617110618" sldId="367"/>
            <ac:cxnSpMk id="21" creationId="{57DC7C8D-4AB9-8273-DC29-17862E90DD27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6T20:34:50.444" v="5005"/>
        <pc:sldMkLst>
          <pc:docMk/>
          <pc:sldMk cId="2020383315" sldId="368"/>
        </pc:sldMkLst>
        <pc:spChg chg="add mod">
          <ac:chgData name="Benjamin Stratton" userId="9cfe98d5fab7370f" providerId="LiveId" clId="{2D49838A-A9F3-4D87-B089-1B5AB8EEC669}" dt="2026-04-06T20:34:01.826" v="4997" actId="1076"/>
          <ac:spMkLst>
            <pc:docMk/>
            <pc:sldMk cId="2020383315" sldId="368"/>
            <ac:spMk id="3" creationId="{472C20FD-3787-6F13-93E1-09BFE6AE72C6}"/>
          </ac:spMkLst>
        </pc:spChg>
        <pc:spChg chg="add mod">
          <ac:chgData name="Benjamin Stratton" userId="9cfe98d5fab7370f" providerId="LiveId" clId="{2D49838A-A9F3-4D87-B089-1B5AB8EEC669}" dt="2026-04-06T20:34:07.297" v="4999" actId="1076"/>
          <ac:spMkLst>
            <pc:docMk/>
            <pc:sldMk cId="2020383315" sldId="368"/>
            <ac:spMk id="4" creationId="{5999D7A2-DDB6-0EFF-449E-0F5C2F6A4D19}"/>
          </ac:spMkLst>
        </pc:spChg>
        <pc:spChg chg="add mod">
          <ac:chgData name="Benjamin Stratton" userId="9cfe98d5fab7370f" providerId="LiveId" clId="{2D49838A-A9F3-4D87-B089-1B5AB8EEC669}" dt="2026-04-06T20:34:26.547" v="5003" actId="1076"/>
          <ac:spMkLst>
            <pc:docMk/>
            <pc:sldMk cId="2020383315" sldId="368"/>
            <ac:spMk id="5" creationId="{252D42BD-AC2A-76E5-6391-148983FB76BB}"/>
          </ac:spMkLst>
        </pc:spChg>
        <pc:picChg chg="add mod">
          <ac:chgData name="Benjamin Stratton" userId="9cfe98d5fab7370f" providerId="LiveId" clId="{2D49838A-A9F3-4D87-B089-1B5AB8EEC669}" dt="2026-04-06T20:34:03.823" v="4998" actId="1076"/>
          <ac:picMkLst>
            <pc:docMk/>
            <pc:sldMk cId="2020383315" sldId="368"/>
            <ac:picMk id="9" creationId="{586F06B3-22C3-A308-3B97-0C42ADA28849}"/>
          </ac:picMkLst>
        </pc:picChg>
        <pc:cxnChg chg="add mod">
          <ac:chgData name="Benjamin Stratton" userId="9cfe98d5fab7370f" providerId="LiveId" clId="{2D49838A-A9F3-4D87-B089-1B5AB8EEC669}" dt="2026-04-06T20:34:23.632" v="5002" actId="1076"/>
          <ac:cxnSpMkLst>
            <pc:docMk/>
            <pc:sldMk cId="2020383315" sldId="368"/>
            <ac:cxnSpMk id="6" creationId="{BBC49DC5-E6C7-BBAB-C120-BF7F53D4E0ED}"/>
          </ac:cxnSpMkLst>
        </pc:cxnChg>
        <pc:cxnChg chg="add mod">
          <ac:chgData name="Benjamin Stratton" userId="9cfe98d5fab7370f" providerId="LiveId" clId="{2D49838A-A9F3-4D87-B089-1B5AB8EEC669}" dt="2026-04-06T20:34:18.751" v="5000" actId="1076"/>
          <ac:cxnSpMkLst>
            <pc:docMk/>
            <pc:sldMk cId="2020383315" sldId="368"/>
            <ac:cxnSpMk id="7" creationId="{842E820B-E6DB-AB69-0BE0-413F01FAD1E6}"/>
          </ac:cxnSpMkLst>
        </pc:cxnChg>
      </pc:sldChg>
      <pc:sldChg chg="delSp modSp add mod ord">
        <pc:chgData name="Benjamin Stratton" userId="9cfe98d5fab7370f" providerId="LiveId" clId="{2D49838A-A9F3-4D87-B089-1B5AB8EEC669}" dt="2026-04-06T17:18:51.149" v="3200" actId="21"/>
        <pc:sldMkLst>
          <pc:docMk/>
          <pc:sldMk cId="3896315201" sldId="369"/>
        </pc:sldMkLst>
        <pc:spChg chg="mod">
          <ac:chgData name="Benjamin Stratton" userId="9cfe98d5fab7370f" providerId="LiveId" clId="{2D49838A-A9F3-4D87-B089-1B5AB8EEC669}" dt="2026-04-06T17:18:43.137" v="3199" actId="122"/>
          <ac:spMkLst>
            <pc:docMk/>
            <pc:sldMk cId="3896315201" sldId="369"/>
            <ac:spMk id="3" creationId="{56C9EE20-CB18-BAEB-F004-D55C91C8AC39}"/>
          </ac:spMkLst>
        </pc:spChg>
      </pc:sldChg>
      <pc:sldChg chg="addSp delSp modSp add mod ord delAnim modAnim">
        <pc:chgData name="Benjamin Stratton" userId="9cfe98d5fab7370f" providerId="LiveId" clId="{2D49838A-A9F3-4D87-B089-1B5AB8EEC669}" dt="2026-04-09T13:39:54.788" v="7326" actId="20577"/>
        <pc:sldMkLst>
          <pc:docMk/>
          <pc:sldMk cId="1743806552" sldId="371"/>
        </pc:sldMkLst>
        <pc:spChg chg="mod">
          <ac:chgData name="Benjamin Stratton" userId="9cfe98d5fab7370f" providerId="LiveId" clId="{2D49838A-A9F3-4D87-B089-1B5AB8EEC669}" dt="2026-04-06T17:27:52.352" v="3303" actId="20577"/>
          <ac:spMkLst>
            <pc:docMk/>
            <pc:sldMk cId="1743806552" sldId="371"/>
            <ac:spMk id="2" creationId="{C2FC703D-A3AB-80D8-CF97-81B5091C8C22}"/>
          </ac:spMkLst>
        </pc:spChg>
        <pc:spChg chg="add mod">
          <ac:chgData name="Benjamin Stratton" userId="9cfe98d5fab7370f" providerId="LiveId" clId="{2D49838A-A9F3-4D87-B089-1B5AB8EEC669}" dt="2026-04-09T13:39:54.788" v="7326" actId="20577"/>
          <ac:spMkLst>
            <pc:docMk/>
            <pc:sldMk cId="1743806552" sldId="371"/>
            <ac:spMk id="30" creationId="{2AC12AAB-C84F-1BCF-725B-BF5861657992}"/>
          </ac:spMkLst>
        </pc:spChg>
      </pc:sldChg>
      <pc:sldChg chg="addSp modSp add mod ord modAnim">
        <pc:chgData name="Benjamin Stratton" userId="9cfe98d5fab7370f" providerId="LiveId" clId="{2D49838A-A9F3-4D87-B089-1B5AB8EEC669}" dt="2026-04-06T17:50:03.725" v="3741"/>
        <pc:sldMkLst>
          <pc:docMk/>
          <pc:sldMk cId="3902640884" sldId="372"/>
        </pc:sldMkLst>
        <pc:spChg chg="add mod ord">
          <ac:chgData name="Benjamin Stratton" userId="9cfe98d5fab7370f" providerId="LiveId" clId="{2D49838A-A9F3-4D87-B089-1B5AB8EEC669}" dt="2026-04-06T17:49:17.539" v="3692" actId="1076"/>
          <ac:spMkLst>
            <pc:docMk/>
            <pc:sldMk cId="3902640884" sldId="372"/>
            <ac:spMk id="4" creationId="{82430F7D-82A9-086F-0ADC-CC6397CDFF9A}"/>
          </ac:spMkLst>
        </pc:spChg>
        <pc:spChg chg="add mod">
          <ac:chgData name="Benjamin Stratton" userId="9cfe98d5fab7370f" providerId="LiveId" clId="{2D49838A-A9F3-4D87-B089-1B5AB8EEC669}" dt="2026-04-06T17:49:56.173" v="3740" actId="1076"/>
          <ac:spMkLst>
            <pc:docMk/>
            <pc:sldMk cId="3902640884" sldId="372"/>
            <ac:spMk id="5" creationId="{6B33B0B2-8A8D-8123-B79F-F31D01C3F3AB}"/>
          </ac:spMkLst>
        </pc:spChg>
      </pc:sldChg>
      <pc:sldChg chg="addSp modSp add mod modAnim">
        <pc:chgData name="Benjamin Stratton" userId="9cfe98d5fab7370f" providerId="LiveId" clId="{2D49838A-A9F3-4D87-B089-1B5AB8EEC669}" dt="2026-04-09T13:40:09.460" v="7346" actId="20577"/>
        <pc:sldMkLst>
          <pc:docMk/>
          <pc:sldMk cId="3482551794" sldId="373"/>
        </pc:sldMkLst>
        <pc:spChg chg="add mod">
          <ac:chgData name="Benjamin Stratton" userId="9cfe98d5fab7370f" providerId="LiveId" clId="{2D49838A-A9F3-4D87-B089-1B5AB8EEC669}" dt="2026-04-06T20:50:49.114" v="5040" actId="1076"/>
          <ac:spMkLst>
            <pc:docMk/>
            <pc:sldMk cId="3482551794" sldId="373"/>
            <ac:spMk id="4" creationId="{80812883-074C-FB8E-389E-7DE025C19BE6}"/>
          </ac:spMkLst>
        </pc:spChg>
        <pc:spChg chg="mod">
          <ac:chgData name="Benjamin Stratton" userId="9cfe98d5fab7370f" providerId="LiveId" clId="{2D49838A-A9F3-4D87-B089-1B5AB8EEC669}" dt="2026-04-09T13:40:09.460" v="7346" actId="20577"/>
          <ac:spMkLst>
            <pc:docMk/>
            <pc:sldMk cId="3482551794" sldId="373"/>
            <ac:spMk id="30" creationId="{92F4647E-BE2D-6A43-BF4C-24B18CA54BC8}"/>
          </ac:spMkLst>
        </pc:spChg>
        <pc:cxnChg chg="add mod">
          <ac:chgData name="Benjamin Stratton" userId="9cfe98d5fab7370f" providerId="LiveId" clId="{2D49838A-A9F3-4D87-B089-1B5AB8EEC669}" dt="2026-04-06T20:50:49.114" v="5040" actId="1076"/>
          <ac:cxnSpMkLst>
            <pc:docMk/>
            <pc:sldMk cId="3482551794" sldId="373"/>
            <ac:cxnSpMk id="3" creationId="{20E04A9F-F599-A428-1241-9D4B61479568}"/>
          </ac:cxnSpMkLst>
        </pc:cxnChg>
      </pc:sldChg>
      <pc:sldChg chg="modSp add mod modAnim">
        <pc:chgData name="Benjamin Stratton" userId="9cfe98d5fab7370f" providerId="LiveId" clId="{2D49838A-A9F3-4D87-B089-1B5AB8EEC669}" dt="2026-04-06T17:50:51.106" v="3754"/>
        <pc:sldMkLst>
          <pc:docMk/>
          <pc:sldMk cId="2437127766" sldId="374"/>
        </pc:sldMkLst>
        <pc:spChg chg="mod">
          <ac:chgData name="Benjamin Stratton" userId="9cfe98d5fab7370f" providerId="LiveId" clId="{2D49838A-A9F3-4D87-B089-1B5AB8EEC669}" dt="2026-04-06T17:50:16.687" v="3743" actId="14100"/>
          <ac:spMkLst>
            <pc:docMk/>
            <pc:sldMk cId="2437127766" sldId="374"/>
            <ac:spMk id="4" creationId="{FA3F3405-9220-8415-8355-6BA8DBF1E1C6}"/>
          </ac:spMkLst>
        </pc:spChg>
        <pc:spChg chg="mod">
          <ac:chgData name="Benjamin Stratton" userId="9cfe98d5fab7370f" providerId="LiveId" clId="{2D49838A-A9F3-4D87-B089-1B5AB8EEC669}" dt="2026-04-06T17:50:48.065" v="3752" actId="20577"/>
          <ac:spMkLst>
            <pc:docMk/>
            <pc:sldMk cId="2437127766" sldId="374"/>
            <ac:spMk id="5" creationId="{235484AB-F540-FA28-B97E-2363E191B449}"/>
          </ac:spMkLst>
        </pc:spChg>
      </pc:sldChg>
      <pc:sldChg chg="delSp modSp add mod">
        <pc:chgData name="Benjamin Stratton" userId="9cfe98d5fab7370f" providerId="LiveId" clId="{2D49838A-A9F3-4D87-B089-1B5AB8EEC669}" dt="2026-04-06T17:51:20.981" v="3780" actId="478"/>
        <pc:sldMkLst>
          <pc:docMk/>
          <pc:sldMk cId="2333109188" sldId="375"/>
        </pc:sldMkLst>
        <pc:spChg chg="mod">
          <ac:chgData name="Benjamin Stratton" userId="9cfe98d5fab7370f" providerId="LiveId" clId="{2D49838A-A9F3-4D87-B089-1B5AB8EEC669}" dt="2026-04-06T17:51:18.651" v="3779" actId="20577"/>
          <ac:spMkLst>
            <pc:docMk/>
            <pc:sldMk cId="2333109188" sldId="375"/>
            <ac:spMk id="5" creationId="{7ACC7E82-15BC-9D4D-F3B4-7C673FBD72DC}"/>
          </ac:spMkLst>
        </pc:spChg>
      </pc:sldChg>
      <pc:sldChg chg="addSp delSp modSp add mod ord">
        <pc:chgData name="Benjamin Stratton" userId="9cfe98d5fab7370f" providerId="LiveId" clId="{2D49838A-A9F3-4D87-B089-1B5AB8EEC669}" dt="2026-04-06T17:52:34.505" v="3803" actId="1076"/>
        <pc:sldMkLst>
          <pc:docMk/>
          <pc:sldMk cId="3075074954" sldId="376"/>
        </pc:sldMkLst>
        <pc:picChg chg="add mod">
          <ac:chgData name="Benjamin Stratton" userId="9cfe98d5fab7370f" providerId="LiveId" clId="{2D49838A-A9F3-4D87-B089-1B5AB8EEC669}" dt="2026-04-06T17:52:34.505" v="3803" actId="1076"/>
          <ac:picMkLst>
            <pc:docMk/>
            <pc:sldMk cId="3075074954" sldId="376"/>
            <ac:picMk id="8" creationId="{1F35621D-3982-1BE9-9572-2322EB528BBC}"/>
          </ac:picMkLst>
        </pc:picChg>
        <pc:cxnChg chg="add mod">
          <ac:chgData name="Benjamin Stratton" userId="9cfe98d5fab7370f" providerId="LiveId" clId="{2D49838A-A9F3-4D87-B089-1B5AB8EEC669}" dt="2026-04-06T17:52:30.714" v="3802" actId="692"/>
          <ac:cxnSpMkLst>
            <pc:docMk/>
            <pc:sldMk cId="3075074954" sldId="376"/>
            <ac:cxnSpMk id="10" creationId="{9C0593FA-0EC9-4A07-A612-F225AA46FB66}"/>
          </ac:cxnSpMkLst>
        </pc:cxnChg>
      </pc:sldChg>
      <pc:sldChg chg="addSp delSp modSp add mod">
        <pc:chgData name="Benjamin Stratton" userId="9cfe98d5fab7370f" providerId="LiveId" clId="{2D49838A-A9F3-4D87-B089-1B5AB8EEC669}" dt="2026-04-06T17:54:18.974" v="3838" actId="1076"/>
        <pc:sldMkLst>
          <pc:docMk/>
          <pc:sldMk cId="829579915" sldId="377"/>
        </pc:sldMkLst>
        <pc:spChg chg="mod">
          <ac:chgData name="Benjamin Stratton" userId="9cfe98d5fab7370f" providerId="LiveId" clId="{2D49838A-A9F3-4D87-B089-1B5AB8EEC669}" dt="2026-04-06T17:53:22.650" v="3807" actId="1076"/>
          <ac:spMkLst>
            <pc:docMk/>
            <pc:sldMk cId="829579915" sldId="377"/>
            <ac:spMk id="4" creationId="{76617B18-32C8-FD9B-D534-864729AF338A}"/>
          </ac:spMkLst>
        </pc:spChg>
        <pc:spChg chg="add mod">
          <ac:chgData name="Benjamin Stratton" userId="9cfe98d5fab7370f" providerId="LiveId" clId="{2D49838A-A9F3-4D87-B089-1B5AB8EEC669}" dt="2026-04-06T17:53:31.014" v="3810" actId="14100"/>
          <ac:spMkLst>
            <pc:docMk/>
            <pc:sldMk cId="829579915" sldId="377"/>
            <ac:spMk id="5" creationId="{06B1D845-10E3-01C1-A061-7EC0BA9643CA}"/>
          </ac:spMkLst>
        </pc:spChg>
        <pc:spChg chg="add mod">
          <ac:chgData name="Benjamin Stratton" userId="9cfe98d5fab7370f" providerId="LiveId" clId="{2D49838A-A9F3-4D87-B089-1B5AB8EEC669}" dt="2026-04-06T17:53:26.092" v="3809" actId="1076"/>
          <ac:spMkLst>
            <pc:docMk/>
            <pc:sldMk cId="829579915" sldId="377"/>
            <ac:spMk id="6" creationId="{BF909788-91D7-19A9-7601-B41266E65500}"/>
          </ac:spMkLst>
        </pc:spChg>
        <pc:spChg chg="add mod">
          <ac:chgData name="Benjamin Stratton" userId="9cfe98d5fab7370f" providerId="LiveId" clId="{2D49838A-A9F3-4D87-B089-1B5AB8EEC669}" dt="2026-04-06T17:53:26.092" v="3809" actId="1076"/>
          <ac:spMkLst>
            <pc:docMk/>
            <pc:sldMk cId="829579915" sldId="377"/>
            <ac:spMk id="9" creationId="{B685FBB1-6424-55BD-5B31-1F68A312E3EB}"/>
          </ac:spMkLst>
        </pc:spChg>
        <pc:spChg chg="mod">
          <ac:chgData name="Benjamin Stratton" userId="9cfe98d5fab7370f" providerId="LiveId" clId="{2D49838A-A9F3-4D87-B089-1B5AB8EEC669}" dt="2026-04-06T17:53:22.650" v="3807" actId="1076"/>
          <ac:spMkLst>
            <pc:docMk/>
            <pc:sldMk cId="829579915" sldId="377"/>
            <ac:spMk id="13" creationId="{D69E2C2C-5B75-2657-96D7-208771A26CFF}"/>
          </ac:spMkLst>
        </pc:spChg>
        <pc:spChg chg="mod">
          <ac:chgData name="Benjamin Stratton" userId="9cfe98d5fab7370f" providerId="LiveId" clId="{2D49838A-A9F3-4D87-B089-1B5AB8EEC669}" dt="2026-04-06T17:53:22.650" v="3807" actId="1076"/>
          <ac:spMkLst>
            <pc:docMk/>
            <pc:sldMk cId="829579915" sldId="377"/>
            <ac:spMk id="14" creationId="{4B033877-C08C-0AB3-840B-FB91EB077BDC}"/>
          </ac:spMkLst>
        </pc:spChg>
        <pc:spChg chg="add mod">
          <ac:chgData name="Benjamin Stratton" userId="9cfe98d5fab7370f" providerId="LiveId" clId="{2D49838A-A9F3-4D87-B089-1B5AB8EEC669}" dt="2026-04-06T17:54:18.974" v="3838" actId="1076"/>
          <ac:spMkLst>
            <pc:docMk/>
            <pc:sldMk cId="829579915" sldId="377"/>
            <ac:spMk id="21" creationId="{9983952F-914C-7B12-CA93-041F4B07B29A}"/>
          </ac:spMkLst>
        </pc:spChg>
        <pc:cxnChg chg="add mod">
          <ac:chgData name="Benjamin Stratton" userId="9cfe98d5fab7370f" providerId="LiveId" clId="{2D49838A-A9F3-4D87-B089-1B5AB8EEC669}" dt="2026-04-06T17:53:26.092" v="3809" actId="1076"/>
          <ac:cxnSpMkLst>
            <pc:docMk/>
            <pc:sldMk cId="829579915" sldId="377"/>
            <ac:cxnSpMk id="11" creationId="{9F6DCBEF-AEB0-4879-12B2-F415449152F9}"/>
          </ac:cxnSpMkLst>
        </pc:cxnChg>
        <pc:cxnChg chg="add mod">
          <ac:chgData name="Benjamin Stratton" userId="9cfe98d5fab7370f" providerId="LiveId" clId="{2D49838A-A9F3-4D87-B089-1B5AB8EEC669}" dt="2026-04-06T17:53:26.092" v="3809" actId="1076"/>
          <ac:cxnSpMkLst>
            <pc:docMk/>
            <pc:sldMk cId="829579915" sldId="377"/>
            <ac:cxnSpMk id="12" creationId="{6A1DC2EA-DCA3-BBFE-35CE-B76E930A6D3C}"/>
          </ac:cxnSpMkLst>
        </pc:cxnChg>
        <pc:cxnChg chg="add mod">
          <ac:chgData name="Benjamin Stratton" userId="9cfe98d5fab7370f" providerId="LiveId" clId="{2D49838A-A9F3-4D87-B089-1B5AB8EEC669}" dt="2026-04-06T17:53:26.092" v="3809" actId="1076"/>
          <ac:cxnSpMkLst>
            <pc:docMk/>
            <pc:sldMk cId="829579915" sldId="377"/>
            <ac:cxnSpMk id="15" creationId="{C104D7DF-3E07-4179-854A-33E72F61E34E}"/>
          </ac:cxnSpMkLst>
        </pc:cxnChg>
        <pc:cxnChg chg="mod">
          <ac:chgData name="Benjamin Stratton" userId="9cfe98d5fab7370f" providerId="LiveId" clId="{2D49838A-A9F3-4D87-B089-1B5AB8EEC669}" dt="2026-04-06T17:53:22.650" v="3807" actId="1076"/>
          <ac:cxnSpMkLst>
            <pc:docMk/>
            <pc:sldMk cId="829579915" sldId="377"/>
            <ac:cxnSpMk id="16" creationId="{1FEB1F21-2BB7-92C9-C79F-0E987B7D5707}"/>
          </ac:cxnSpMkLst>
        </pc:cxnChg>
        <pc:cxnChg chg="mod">
          <ac:chgData name="Benjamin Stratton" userId="9cfe98d5fab7370f" providerId="LiveId" clId="{2D49838A-A9F3-4D87-B089-1B5AB8EEC669}" dt="2026-04-06T17:53:22.650" v="3807" actId="1076"/>
          <ac:cxnSpMkLst>
            <pc:docMk/>
            <pc:sldMk cId="829579915" sldId="377"/>
            <ac:cxnSpMk id="17" creationId="{210D281A-4B40-2121-F7D1-049CA8AE8786}"/>
          </ac:cxnSpMkLst>
        </pc:cxnChg>
        <pc:cxnChg chg="mod">
          <ac:chgData name="Benjamin Stratton" userId="9cfe98d5fab7370f" providerId="LiveId" clId="{2D49838A-A9F3-4D87-B089-1B5AB8EEC669}" dt="2026-04-06T17:53:22.650" v="3807" actId="1076"/>
          <ac:cxnSpMkLst>
            <pc:docMk/>
            <pc:sldMk cId="829579915" sldId="377"/>
            <ac:cxnSpMk id="18" creationId="{5BB78ECE-5BBA-579E-1D5C-3D4BAF9B11F4}"/>
          </ac:cxnSpMkLst>
        </pc:cxnChg>
        <pc:cxnChg chg="add mod">
          <ac:chgData name="Benjamin Stratton" userId="9cfe98d5fab7370f" providerId="LiveId" clId="{2D49838A-A9F3-4D87-B089-1B5AB8EEC669}" dt="2026-04-06T17:53:54.616" v="3814" actId="692"/>
          <ac:cxnSpMkLst>
            <pc:docMk/>
            <pc:sldMk cId="829579915" sldId="377"/>
            <ac:cxnSpMk id="19" creationId="{470156B9-6B0B-DCC2-C18A-61379763421D}"/>
          </ac:cxnSpMkLst>
        </pc:cxnChg>
      </pc:sldChg>
      <pc:sldChg chg="addSp delSp modSp add mod">
        <pc:chgData name="Benjamin Stratton" userId="9cfe98d5fab7370f" providerId="LiveId" clId="{2D49838A-A9F3-4D87-B089-1B5AB8EEC669}" dt="2026-04-06T17:55:09.041" v="3847" actId="692"/>
        <pc:sldMkLst>
          <pc:docMk/>
          <pc:sldMk cId="3679379327" sldId="378"/>
        </pc:sldMkLst>
        <pc:spChg chg="add mod">
          <ac:chgData name="Benjamin Stratton" userId="9cfe98d5fab7370f" providerId="LiveId" clId="{2D49838A-A9F3-4D87-B089-1B5AB8EEC669}" dt="2026-04-06T17:55:09.041" v="3847" actId="692"/>
          <ac:spMkLst>
            <pc:docMk/>
            <pc:sldMk cId="3679379327" sldId="378"/>
            <ac:spMk id="3" creationId="{AEBB688F-748D-0E88-4C45-49A70D35480F}"/>
          </ac:spMkLst>
        </pc:spChg>
        <pc:spChg chg="mod">
          <ac:chgData name="Benjamin Stratton" userId="9cfe98d5fab7370f" providerId="LiveId" clId="{2D49838A-A9F3-4D87-B089-1B5AB8EEC669}" dt="2026-04-06T17:54:37.902" v="3841" actId="14100"/>
          <ac:spMkLst>
            <pc:docMk/>
            <pc:sldMk cId="3679379327" sldId="378"/>
            <ac:spMk id="5" creationId="{ED3E76F0-58AC-E8A6-842D-D2439C152D7C}"/>
          </ac:spMkLst>
        </pc:spChg>
      </pc:sldChg>
      <pc:sldChg chg="addSp delSp modSp add mod modAnim">
        <pc:chgData name="Benjamin Stratton" userId="9cfe98d5fab7370f" providerId="LiveId" clId="{2D49838A-A9F3-4D87-B089-1B5AB8EEC669}" dt="2026-04-06T17:57:20.450" v="3863"/>
        <pc:sldMkLst>
          <pc:docMk/>
          <pc:sldMk cId="2294345334" sldId="379"/>
        </pc:sldMkLst>
        <pc:spChg chg="add mod">
          <ac:chgData name="Benjamin Stratton" userId="9cfe98d5fab7370f" providerId="LiveId" clId="{2D49838A-A9F3-4D87-B089-1B5AB8EEC669}" dt="2026-04-06T17:55:37.738" v="3850" actId="1076"/>
          <ac:spMkLst>
            <pc:docMk/>
            <pc:sldMk cId="2294345334" sldId="379"/>
            <ac:spMk id="7" creationId="{D7756EF2-FF70-0A31-218B-9D5C805ACB71}"/>
          </ac:spMkLst>
        </pc:spChg>
        <pc:spChg chg="add mod">
          <ac:chgData name="Benjamin Stratton" userId="9cfe98d5fab7370f" providerId="LiveId" clId="{2D49838A-A9F3-4D87-B089-1B5AB8EEC669}" dt="2026-04-06T17:55:37.738" v="3850" actId="1076"/>
          <ac:spMkLst>
            <pc:docMk/>
            <pc:sldMk cId="2294345334" sldId="379"/>
            <ac:spMk id="8" creationId="{18EB4281-D3FD-7050-408C-CA1ADCF527D8}"/>
          </ac:spMkLst>
        </pc:spChg>
        <pc:spChg chg="add mod">
          <ac:chgData name="Benjamin Stratton" userId="9cfe98d5fab7370f" providerId="LiveId" clId="{2D49838A-A9F3-4D87-B089-1B5AB8EEC669}" dt="2026-04-06T17:55:37.738" v="3850" actId="1076"/>
          <ac:spMkLst>
            <pc:docMk/>
            <pc:sldMk cId="2294345334" sldId="379"/>
            <ac:spMk id="10" creationId="{044AFF99-C88D-13DB-7746-80312031B545}"/>
          </ac:spMkLst>
        </pc:spChg>
        <pc:spChg chg="add mod">
          <ac:chgData name="Benjamin Stratton" userId="9cfe98d5fab7370f" providerId="LiveId" clId="{2D49838A-A9F3-4D87-B089-1B5AB8EEC669}" dt="2026-04-06T17:56:05.961" v="3853" actId="14100"/>
          <ac:spMkLst>
            <pc:docMk/>
            <pc:sldMk cId="2294345334" sldId="379"/>
            <ac:spMk id="23" creationId="{2AD969ED-A6B6-7989-F5BC-2CA466F02B88}"/>
          </ac:spMkLst>
        </pc:spChg>
        <pc:spChg chg="add mod">
          <ac:chgData name="Benjamin Stratton" userId="9cfe98d5fab7370f" providerId="LiveId" clId="{2D49838A-A9F3-4D87-B089-1B5AB8EEC669}" dt="2026-04-06T17:56:01.940" v="3852" actId="1076"/>
          <ac:spMkLst>
            <pc:docMk/>
            <pc:sldMk cId="2294345334" sldId="379"/>
            <ac:spMk id="24" creationId="{C723CE1F-5A3B-74CA-0308-8428258C3D54}"/>
          </ac:spMkLst>
        </pc:spChg>
        <pc:spChg chg="add mod">
          <ac:chgData name="Benjamin Stratton" userId="9cfe98d5fab7370f" providerId="LiveId" clId="{2D49838A-A9F3-4D87-B089-1B5AB8EEC669}" dt="2026-04-06T17:56:01.940" v="3852" actId="1076"/>
          <ac:spMkLst>
            <pc:docMk/>
            <pc:sldMk cId="2294345334" sldId="379"/>
            <ac:spMk id="25" creationId="{40E331D2-0C6F-26EF-58D6-E166A6B55C16}"/>
          </ac:spMkLst>
        </pc:spChg>
        <pc:spChg chg="add mod">
          <ac:chgData name="Benjamin Stratton" userId="9cfe98d5fab7370f" providerId="LiveId" clId="{2D49838A-A9F3-4D87-B089-1B5AB8EEC669}" dt="2026-04-06T17:56:38.946" v="3860" actId="692"/>
          <ac:spMkLst>
            <pc:docMk/>
            <pc:sldMk cId="2294345334" sldId="379"/>
            <ac:spMk id="29" creationId="{32EE38EA-5885-0F11-B841-030B25897980}"/>
          </ac:spMkLst>
        </pc:spChg>
        <pc:cxnChg chg="add mod">
          <ac:chgData name="Benjamin Stratton" userId="9cfe98d5fab7370f" providerId="LiveId" clId="{2D49838A-A9F3-4D87-B089-1B5AB8EEC669}" dt="2026-04-06T17:55:37.738" v="3850" actId="1076"/>
          <ac:cxnSpMkLst>
            <pc:docMk/>
            <pc:sldMk cId="2294345334" sldId="379"/>
            <ac:cxnSpMk id="20" creationId="{2CB75032-E61C-BE21-8B01-318907332D7F}"/>
          </ac:cxnSpMkLst>
        </pc:cxnChg>
        <pc:cxnChg chg="add mod">
          <ac:chgData name="Benjamin Stratton" userId="9cfe98d5fab7370f" providerId="LiveId" clId="{2D49838A-A9F3-4D87-B089-1B5AB8EEC669}" dt="2026-04-06T17:55:37.738" v="3850" actId="1076"/>
          <ac:cxnSpMkLst>
            <pc:docMk/>
            <pc:sldMk cId="2294345334" sldId="379"/>
            <ac:cxnSpMk id="21" creationId="{2CFA34CE-0721-90BC-36F5-310D4ADD02ED}"/>
          </ac:cxnSpMkLst>
        </pc:cxnChg>
        <pc:cxnChg chg="add mod">
          <ac:chgData name="Benjamin Stratton" userId="9cfe98d5fab7370f" providerId="LiveId" clId="{2D49838A-A9F3-4D87-B089-1B5AB8EEC669}" dt="2026-04-06T17:55:37.738" v="3850" actId="1076"/>
          <ac:cxnSpMkLst>
            <pc:docMk/>
            <pc:sldMk cId="2294345334" sldId="379"/>
            <ac:cxnSpMk id="22" creationId="{EC4A0348-D3CC-EFF2-3245-62C8A12957B6}"/>
          </ac:cxnSpMkLst>
        </pc:cxnChg>
        <pc:cxnChg chg="add mod">
          <ac:chgData name="Benjamin Stratton" userId="9cfe98d5fab7370f" providerId="LiveId" clId="{2D49838A-A9F3-4D87-B089-1B5AB8EEC669}" dt="2026-04-06T17:56:01.940" v="3852" actId="1076"/>
          <ac:cxnSpMkLst>
            <pc:docMk/>
            <pc:sldMk cId="2294345334" sldId="379"/>
            <ac:cxnSpMk id="26" creationId="{62A73C9A-4462-66B1-A9D4-0E6A6199CD47}"/>
          </ac:cxnSpMkLst>
        </pc:cxnChg>
        <pc:cxnChg chg="add mod">
          <ac:chgData name="Benjamin Stratton" userId="9cfe98d5fab7370f" providerId="LiveId" clId="{2D49838A-A9F3-4D87-B089-1B5AB8EEC669}" dt="2026-04-06T17:56:01.940" v="3852" actId="1076"/>
          <ac:cxnSpMkLst>
            <pc:docMk/>
            <pc:sldMk cId="2294345334" sldId="379"/>
            <ac:cxnSpMk id="27" creationId="{E9727119-38A2-C05E-4F43-902988710A3A}"/>
          </ac:cxnSpMkLst>
        </pc:cxnChg>
        <pc:cxnChg chg="add mod">
          <ac:chgData name="Benjamin Stratton" userId="9cfe98d5fab7370f" providerId="LiveId" clId="{2D49838A-A9F3-4D87-B089-1B5AB8EEC669}" dt="2026-04-06T17:56:01.940" v="3852" actId="1076"/>
          <ac:cxnSpMkLst>
            <pc:docMk/>
            <pc:sldMk cId="2294345334" sldId="379"/>
            <ac:cxnSpMk id="28" creationId="{C6B9AD7D-95D0-0455-2666-174E5D4D7BE2}"/>
          </ac:cxnSpMkLst>
        </pc:cxnChg>
      </pc:sldChg>
      <pc:sldChg chg="addSp delSp modSp add mod ord modAnim">
        <pc:chgData name="Benjamin Stratton" userId="9cfe98d5fab7370f" providerId="LiveId" clId="{2D49838A-A9F3-4D87-B089-1B5AB8EEC669}" dt="2026-04-07T12:16:07.397" v="6183"/>
        <pc:sldMkLst>
          <pc:docMk/>
          <pc:sldMk cId="22027549" sldId="380"/>
        </pc:sldMkLst>
        <pc:spChg chg="mod">
          <ac:chgData name="Benjamin Stratton" userId="9cfe98d5fab7370f" providerId="LiveId" clId="{2D49838A-A9F3-4D87-B089-1B5AB8EEC669}" dt="2026-04-06T17:57:54.071" v="3927" actId="207"/>
          <ac:spMkLst>
            <pc:docMk/>
            <pc:sldMk cId="22027549" sldId="380"/>
            <ac:spMk id="23" creationId="{E6B367FE-57A5-8C1B-992B-772707EE792C}"/>
          </ac:spMkLst>
        </pc:spChg>
        <pc:spChg chg="mod">
          <ac:chgData name="Benjamin Stratton" userId="9cfe98d5fab7370f" providerId="LiveId" clId="{2D49838A-A9F3-4D87-B089-1B5AB8EEC669}" dt="2026-04-06T17:57:47.255" v="3925" actId="692"/>
          <ac:spMkLst>
            <pc:docMk/>
            <pc:sldMk cId="22027549" sldId="380"/>
            <ac:spMk id="24" creationId="{C4304FA6-EB16-9912-15EF-6FB4640BF9EB}"/>
          </ac:spMkLst>
        </pc:spChg>
        <pc:spChg chg="mod">
          <ac:chgData name="Benjamin Stratton" userId="9cfe98d5fab7370f" providerId="LiveId" clId="{2D49838A-A9F3-4D87-B089-1B5AB8EEC669}" dt="2026-04-06T17:57:47.255" v="3925" actId="692"/>
          <ac:spMkLst>
            <pc:docMk/>
            <pc:sldMk cId="22027549" sldId="380"/>
            <ac:spMk id="25" creationId="{381BC21E-A393-8F63-AC70-6E5B95FBF3E3}"/>
          </ac:spMkLst>
        </pc:spChg>
        <pc:spChg chg="add mod">
          <ac:chgData name="Benjamin Stratton" userId="9cfe98d5fab7370f" providerId="LiveId" clId="{2D49838A-A9F3-4D87-B089-1B5AB8EEC669}" dt="2026-04-06T17:59:15.342" v="3947" actId="692"/>
          <ac:spMkLst>
            <pc:docMk/>
            <pc:sldMk cId="22027549" sldId="380"/>
            <ac:spMk id="31" creationId="{17D3B147-DAFD-55B4-DCDE-2C50FB79354E}"/>
          </ac:spMkLst>
        </pc:spChg>
        <pc:spChg chg="add mod">
          <ac:chgData name="Benjamin Stratton" userId="9cfe98d5fab7370f" providerId="LiveId" clId="{2D49838A-A9F3-4D87-B089-1B5AB8EEC669}" dt="2026-04-06T18:00:20.501" v="3995" actId="1076"/>
          <ac:spMkLst>
            <pc:docMk/>
            <pc:sldMk cId="22027549" sldId="380"/>
            <ac:spMk id="32" creationId="{05313C10-7988-AEF4-D976-CF1486CDADAA}"/>
          </ac:spMkLst>
        </pc:spChg>
        <pc:spChg chg="add mod">
          <ac:chgData name="Benjamin Stratton" userId="9cfe98d5fab7370f" providerId="LiveId" clId="{2D49838A-A9F3-4D87-B089-1B5AB8EEC669}" dt="2026-04-06T18:00:36.254" v="4000" actId="1076"/>
          <ac:spMkLst>
            <pc:docMk/>
            <pc:sldMk cId="22027549" sldId="380"/>
            <ac:spMk id="33" creationId="{9F0F94B2-D6FA-2E95-79ED-0BEBBF5AED15}"/>
          </ac:spMkLst>
        </pc:spChg>
        <pc:spChg chg="add mod">
          <ac:chgData name="Benjamin Stratton" userId="9cfe98d5fab7370f" providerId="LiveId" clId="{2D49838A-A9F3-4D87-B089-1B5AB8EEC669}" dt="2026-04-06T18:00:54.850" v="4033" actId="1076"/>
          <ac:spMkLst>
            <pc:docMk/>
            <pc:sldMk cId="22027549" sldId="380"/>
            <ac:spMk id="34" creationId="{4E73AEB6-4563-1176-E055-665C5FD63F7A}"/>
          </ac:spMkLst>
        </pc:spChg>
        <pc:cxnChg chg="mod">
          <ac:chgData name="Benjamin Stratton" userId="9cfe98d5fab7370f" providerId="LiveId" clId="{2D49838A-A9F3-4D87-B089-1B5AB8EEC669}" dt="2026-04-06T17:57:47.255" v="3925" actId="692"/>
          <ac:cxnSpMkLst>
            <pc:docMk/>
            <pc:sldMk cId="22027549" sldId="380"/>
            <ac:cxnSpMk id="26" creationId="{734D9796-7C87-EED3-7E5B-D2CC0DB36ED4}"/>
          </ac:cxnSpMkLst>
        </pc:cxnChg>
        <pc:cxnChg chg="mod">
          <ac:chgData name="Benjamin Stratton" userId="9cfe98d5fab7370f" providerId="LiveId" clId="{2D49838A-A9F3-4D87-B089-1B5AB8EEC669}" dt="2026-04-06T17:57:47.255" v="3925" actId="692"/>
          <ac:cxnSpMkLst>
            <pc:docMk/>
            <pc:sldMk cId="22027549" sldId="380"/>
            <ac:cxnSpMk id="27" creationId="{BE6779E9-CAB1-FC72-912F-49C4A37D3FE1}"/>
          </ac:cxnSpMkLst>
        </pc:cxnChg>
        <pc:cxnChg chg="mod">
          <ac:chgData name="Benjamin Stratton" userId="9cfe98d5fab7370f" providerId="LiveId" clId="{2D49838A-A9F3-4D87-B089-1B5AB8EEC669}" dt="2026-04-06T17:57:47.255" v="3925" actId="692"/>
          <ac:cxnSpMkLst>
            <pc:docMk/>
            <pc:sldMk cId="22027549" sldId="380"/>
            <ac:cxnSpMk id="28" creationId="{FF5A89BC-FC00-62CC-23A2-4CE77AF355B3}"/>
          </ac:cxnSpMkLst>
        </pc:cxnChg>
      </pc:sldChg>
      <pc:sldChg chg="addSp delSp modSp add mod ord delAnim modAnim">
        <pc:chgData name="Benjamin Stratton" userId="9cfe98d5fab7370f" providerId="LiveId" clId="{2D49838A-A9F3-4D87-B089-1B5AB8EEC669}" dt="2026-04-07T12:02:29.533" v="5791"/>
        <pc:sldMkLst>
          <pc:docMk/>
          <pc:sldMk cId="1369827426" sldId="381"/>
        </pc:sldMkLst>
        <pc:picChg chg="add mod">
          <ac:chgData name="Benjamin Stratton" userId="9cfe98d5fab7370f" providerId="LiveId" clId="{2D49838A-A9F3-4D87-B089-1B5AB8EEC669}" dt="2026-04-06T18:10:14.560" v="4072" actId="1076"/>
          <ac:picMkLst>
            <pc:docMk/>
            <pc:sldMk cId="1369827426" sldId="381"/>
            <ac:picMk id="43" creationId="{C74506CF-E777-7194-008A-CE7346E35163}"/>
          </ac:picMkLst>
        </pc:picChg>
        <pc:picChg chg="add mod">
          <ac:chgData name="Benjamin Stratton" userId="9cfe98d5fab7370f" providerId="LiveId" clId="{2D49838A-A9F3-4D87-B089-1B5AB8EEC669}" dt="2026-04-06T18:10:22.508" v="4074" actId="1076"/>
          <ac:picMkLst>
            <pc:docMk/>
            <pc:sldMk cId="1369827426" sldId="381"/>
            <ac:picMk id="45" creationId="{973288E9-B022-6CAF-27F4-5E6E5A44457E}"/>
          </ac:picMkLst>
        </pc:picChg>
        <pc:picChg chg="add mod">
          <ac:chgData name="Benjamin Stratton" userId="9cfe98d5fab7370f" providerId="LiveId" clId="{2D49838A-A9F3-4D87-B089-1B5AB8EEC669}" dt="2026-04-06T18:13:04.752" v="4122" actId="1076"/>
          <ac:picMkLst>
            <pc:docMk/>
            <pc:sldMk cId="1369827426" sldId="381"/>
            <ac:picMk id="49" creationId="{4B46406C-78AE-0A25-9792-A8EC02F72273}"/>
          </ac:picMkLst>
        </pc:picChg>
        <pc:picChg chg="add mod">
          <ac:chgData name="Benjamin Stratton" userId="9cfe98d5fab7370f" providerId="LiveId" clId="{2D49838A-A9F3-4D87-B089-1B5AB8EEC669}" dt="2026-04-06T18:14:36.933" v="4143" actId="1076"/>
          <ac:picMkLst>
            <pc:docMk/>
            <pc:sldMk cId="1369827426" sldId="381"/>
            <ac:picMk id="53" creationId="{F5F89B8D-3D14-D371-4354-98617B52FC52}"/>
          </ac:picMkLst>
        </pc:picChg>
        <pc:cxnChg chg="add mod">
          <ac:chgData name="Benjamin Stratton" userId="9cfe98d5fab7370f" providerId="LiveId" clId="{2D49838A-A9F3-4D87-B089-1B5AB8EEC669}" dt="2026-04-06T18:08:31.989" v="4058" actId="1076"/>
          <ac:cxnSpMkLst>
            <pc:docMk/>
            <pc:sldMk cId="1369827426" sldId="381"/>
            <ac:cxnSpMk id="39" creationId="{8EEB6482-C807-82F1-EFA3-A7790DFA0D11}"/>
          </ac:cxnSpMkLst>
        </pc:cxnChg>
        <pc:cxnChg chg="add mod">
          <ac:chgData name="Benjamin Stratton" userId="9cfe98d5fab7370f" providerId="LiveId" clId="{2D49838A-A9F3-4D87-B089-1B5AB8EEC669}" dt="2026-04-06T18:09:11.856" v="4060" actId="1076"/>
          <ac:cxnSpMkLst>
            <pc:docMk/>
            <pc:sldMk cId="1369827426" sldId="381"/>
            <ac:cxnSpMk id="41" creationId="{86C1284B-B7C7-059E-361E-E93333A9C607}"/>
          </ac:cxnSpMkLst>
        </pc:cxnChg>
      </pc:sldChg>
      <pc:sldChg chg="addSp delSp modSp add mod ord delAnim modAnim">
        <pc:chgData name="Benjamin Stratton" userId="9cfe98d5fab7370f" providerId="LiveId" clId="{2D49838A-A9F3-4D87-B089-1B5AB8EEC669}" dt="2026-04-07T12:31:38.695" v="6488"/>
        <pc:sldMkLst>
          <pc:docMk/>
          <pc:sldMk cId="708923359" sldId="382"/>
        </pc:sldMkLst>
        <pc:spChg chg="mod">
          <ac:chgData name="Benjamin Stratton" userId="9cfe98d5fab7370f" providerId="LiveId" clId="{2D49838A-A9F3-4D87-B089-1B5AB8EEC669}" dt="2026-04-07T12:29:50.776" v="6394" actId="1076"/>
          <ac:spMkLst>
            <pc:docMk/>
            <pc:sldMk cId="708923359" sldId="382"/>
            <ac:spMk id="2" creationId="{4997A41D-1B17-8A1D-83A1-4731C61A7203}"/>
          </ac:spMkLst>
        </pc:spChg>
        <pc:spChg chg="add mod">
          <ac:chgData name="Benjamin Stratton" userId="9cfe98d5fab7370f" providerId="LiveId" clId="{2D49838A-A9F3-4D87-B089-1B5AB8EEC669}" dt="2026-04-07T12:31:35.286" v="6487" actId="1076"/>
          <ac:spMkLst>
            <pc:docMk/>
            <pc:sldMk cId="708923359" sldId="382"/>
            <ac:spMk id="3" creationId="{711C45CD-C511-36F8-51CA-9B7EB231ADB4}"/>
          </ac:spMkLst>
        </pc:spChg>
        <pc:spChg chg="mod">
          <ac:chgData name="Benjamin Stratton" userId="9cfe98d5fab7370f" providerId="LiveId" clId="{2D49838A-A9F3-4D87-B089-1B5AB8EEC669}" dt="2026-04-06T18:10:59.144" v="4078" actId="14100"/>
          <ac:spMkLst>
            <pc:docMk/>
            <pc:sldMk cId="708923359" sldId="382"/>
            <ac:spMk id="4" creationId="{20DDB477-39CF-1793-8EE4-2DCC7C737619}"/>
          </ac:spMkLst>
        </pc:spChg>
        <pc:spChg chg="mod">
          <ac:chgData name="Benjamin Stratton" userId="9cfe98d5fab7370f" providerId="LiveId" clId="{2D49838A-A9F3-4D87-B089-1B5AB8EEC669}" dt="2026-04-06T18:11:05.854" v="4080" actId="14100"/>
          <ac:spMkLst>
            <pc:docMk/>
            <pc:sldMk cId="708923359" sldId="382"/>
            <ac:spMk id="5" creationId="{4BE354D8-6DAC-0784-9470-4924E865A7A8}"/>
          </ac:spMkLst>
        </pc:spChg>
        <pc:spChg chg="mod">
          <ac:chgData name="Benjamin Stratton" userId="9cfe98d5fab7370f" providerId="LiveId" clId="{2D49838A-A9F3-4D87-B089-1B5AB8EEC669}" dt="2026-04-06T18:10:55.941" v="4077" actId="14100"/>
          <ac:spMkLst>
            <pc:docMk/>
            <pc:sldMk cId="708923359" sldId="382"/>
            <ac:spMk id="7" creationId="{FBABE103-77B1-401B-9FDE-D5E34D0B65EF}"/>
          </ac:spMkLst>
        </pc:spChg>
        <pc:spChg chg="mod">
          <ac:chgData name="Benjamin Stratton" userId="9cfe98d5fab7370f" providerId="LiveId" clId="{2D49838A-A9F3-4D87-B089-1B5AB8EEC669}" dt="2026-04-06T18:11:09.465" v="4081" actId="14100"/>
          <ac:spMkLst>
            <pc:docMk/>
            <pc:sldMk cId="708923359" sldId="382"/>
            <ac:spMk id="23" creationId="{62898265-6326-05E3-C35E-A8DD2002CC30}"/>
          </ac:spMkLst>
        </pc:spChg>
      </pc:sldChg>
      <pc:sldChg chg="addSp delSp modSp add mod ord modAnim">
        <pc:chgData name="Benjamin Stratton" userId="9cfe98d5fab7370f" providerId="LiveId" clId="{2D49838A-A9F3-4D87-B089-1B5AB8EEC669}" dt="2026-04-07T12:31:56.510" v="6516" actId="6549"/>
        <pc:sldMkLst>
          <pc:docMk/>
          <pc:sldMk cId="2396201933" sldId="383"/>
        </pc:sldMkLst>
        <pc:spChg chg="add mod">
          <ac:chgData name="Benjamin Stratton" userId="9cfe98d5fab7370f" providerId="LiveId" clId="{2D49838A-A9F3-4D87-B089-1B5AB8EEC669}" dt="2026-04-07T12:30:24.143" v="6413" actId="1076"/>
          <ac:spMkLst>
            <pc:docMk/>
            <pc:sldMk cId="2396201933" sldId="383"/>
            <ac:spMk id="4" creationId="{2AD61751-151C-C262-5F63-09208332CB51}"/>
          </ac:spMkLst>
        </pc:spChg>
        <pc:spChg chg="add mod">
          <ac:chgData name="Benjamin Stratton" userId="9cfe98d5fab7370f" providerId="LiveId" clId="{2D49838A-A9F3-4D87-B089-1B5AB8EEC669}" dt="2026-04-07T12:31:56.510" v="6516" actId="6549"/>
          <ac:spMkLst>
            <pc:docMk/>
            <pc:sldMk cId="2396201933" sldId="383"/>
            <ac:spMk id="7" creationId="{B47C40F1-D7BC-EAE5-D8BD-5E514848BBAD}"/>
          </ac:spMkLst>
        </pc:spChg>
      </pc:sldChg>
      <pc:sldChg chg="addSp delSp modSp add mod ord modAnim modShow">
        <pc:chgData name="Benjamin Stratton" userId="9cfe98d5fab7370f" providerId="LiveId" clId="{2D49838A-A9F3-4D87-B089-1B5AB8EEC669}" dt="2026-04-07T12:32:25.959" v="6546" actId="729"/>
        <pc:sldMkLst>
          <pc:docMk/>
          <pc:sldMk cId="4088131095" sldId="384"/>
        </pc:sldMkLst>
        <pc:spChg chg="mod">
          <ac:chgData name="Benjamin Stratton" userId="9cfe98d5fab7370f" providerId="LiveId" clId="{2D49838A-A9F3-4D87-B089-1B5AB8EEC669}" dt="2026-04-07T12:30:34.652" v="6415" actId="1076"/>
          <ac:spMkLst>
            <pc:docMk/>
            <pc:sldMk cId="4088131095" sldId="384"/>
            <ac:spMk id="2" creationId="{51EEBA88-E0B4-0988-DC81-D84C7CB821C5}"/>
          </ac:spMkLst>
        </pc:spChg>
        <pc:spChg chg="add mod ord">
          <ac:chgData name="Benjamin Stratton" userId="9cfe98d5fab7370f" providerId="LiveId" clId="{2D49838A-A9F3-4D87-B089-1B5AB8EEC669}" dt="2026-04-06T18:11:50.249" v="4098" actId="167"/>
          <ac:spMkLst>
            <pc:docMk/>
            <pc:sldMk cId="4088131095" sldId="384"/>
            <ac:spMk id="3" creationId="{1ACA53CC-BEC8-9E58-C298-D7D52B0A901E}"/>
          </ac:spMkLst>
        </pc:spChg>
        <pc:spChg chg="add mod">
          <ac:chgData name="Benjamin Stratton" userId="9cfe98d5fab7370f" providerId="LiveId" clId="{2D49838A-A9F3-4D87-B089-1B5AB8EEC669}" dt="2026-04-07T12:32:16.542" v="6545" actId="20577"/>
          <ac:spMkLst>
            <pc:docMk/>
            <pc:sldMk cId="4088131095" sldId="384"/>
            <ac:spMk id="4" creationId="{0EB6B043-9C0F-BE90-D5F8-88A5C8805389}"/>
          </ac:spMkLst>
        </pc:spChg>
        <pc:spChg chg="mod">
          <ac:chgData name="Benjamin Stratton" userId="9cfe98d5fab7370f" providerId="LiveId" clId="{2D49838A-A9F3-4D87-B089-1B5AB8EEC669}" dt="2026-04-06T18:11:43.203" v="4094" actId="14100"/>
          <ac:spMkLst>
            <pc:docMk/>
            <pc:sldMk cId="4088131095" sldId="384"/>
            <ac:spMk id="7" creationId="{F23FE407-52FF-0D93-1226-1FC8C797F63C}"/>
          </ac:spMkLst>
        </pc:spChg>
      </pc:sldChg>
      <pc:sldChg chg="addSp delSp modSp add mod ord delAnim modAnim">
        <pc:chgData name="Benjamin Stratton" userId="9cfe98d5fab7370f" providerId="LiveId" clId="{2D49838A-A9F3-4D87-B089-1B5AB8EEC669}" dt="2026-04-07T12:02:29.533" v="5791"/>
        <pc:sldMkLst>
          <pc:docMk/>
          <pc:sldMk cId="2633243517" sldId="385"/>
        </pc:sldMkLst>
        <pc:spChg chg="mod">
          <ac:chgData name="Benjamin Stratton" userId="9cfe98d5fab7370f" providerId="LiveId" clId="{2D49838A-A9F3-4D87-B089-1B5AB8EEC669}" dt="2026-04-06T18:20:38.430" v="4223" actId="20577"/>
          <ac:spMkLst>
            <pc:docMk/>
            <pc:sldMk cId="2633243517" sldId="385"/>
            <ac:spMk id="2" creationId="{A873000B-FF86-ABC8-19E4-7C5F99CCDD88}"/>
          </ac:spMkLst>
        </pc:spChg>
        <pc:spChg chg="add mod">
          <ac:chgData name="Benjamin Stratton" userId="9cfe98d5fab7370f" providerId="LiveId" clId="{2D49838A-A9F3-4D87-B089-1B5AB8EEC669}" dt="2026-04-06T18:19:15.438" v="4193" actId="1076"/>
          <ac:spMkLst>
            <pc:docMk/>
            <pc:sldMk cId="2633243517" sldId="385"/>
            <ac:spMk id="4" creationId="{DCDB31AD-05B1-4313-1A1E-FB854909C5AA}"/>
          </ac:spMkLst>
        </pc:spChg>
        <pc:spChg chg="add mod">
          <ac:chgData name="Benjamin Stratton" userId="9cfe98d5fab7370f" providerId="LiveId" clId="{2D49838A-A9F3-4D87-B089-1B5AB8EEC669}" dt="2026-04-06T18:19:15.438" v="4193" actId="1076"/>
          <ac:spMkLst>
            <pc:docMk/>
            <pc:sldMk cId="2633243517" sldId="385"/>
            <ac:spMk id="5" creationId="{A3C60BA8-FD5D-F74A-4B96-6EF703E37431}"/>
          </ac:spMkLst>
        </pc:spChg>
        <pc:spChg chg="add mod">
          <ac:chgData name="Benjamin Stratton" userId="9cfe98d5fab7370f" providerId="LiveId" clId="{2D49838A-A9F3-4D87-B089-1B5AB8EEC669}" dt="2026-04-06T18:19:42.251" v="4210" actId="207"/>
          <ac:spMkLst>
            <pc:docMk/>
            <pc:sldMk cId="2633243517" sldId="385"/>
            <ac:spMk id="6" creationId="{57A45928-87D0-8B74-F5AD-4AA71FCBF692}"/>
          </ac:spMkLst>
        </pc:spChg>
        <pc:picChg chg="mod modCrop">
          <ac:chgData name="Benjamin Stratton" userId="9cfe98d5fab7370f" providerId="LiveId" clId="{2D49838A-A9F3-4D87-B089-1B5AB8EEC669}" dt="2026-04-06T18:19:15.438" v="4193" actId="1076"/>
          <ac:picMkLst>
            <pc:docMk/>
            <pc:sldMk cId="2633243517" sldId="385"/>
            <ac:picMk id="43" creationId="{3B67DF01-B677-14E5-0F73-779C432215A7}"/>
          </ac:picMkLst>
        </pc:picChg>
        <pc:picChg chg="mod">
          <ac:chgData name="Benjamin Stratton" userId="9cfe98d5fab7370f" providerId="LiveId" clId="{2D49838A-A9F3-4D87-B089-1B5AB8EEC669}" dt="2026-04-06T18:19:15.438" v="4193" actId="1076"/>
          <ac:picMkLst>
            <pc:docMk/>
            <pc:sldMk cId="2633243517" sldId="385"/>
            <ac:picMk id="53" creationId="{161A6576-DE59-BBAF-5983-7635756179F6}"/>
          </ac:picMkLst>
        </pc:picChg>
      </pc:sldChg>
      <pc:sldChg chg="addSp delSp modSp add mod ord modAnim">
        <pc:chgData name="Benjamin Stratton" userId="9cfe98d5fab7370f" providerId="LiveId" clId="{2D49838A-A9F3-4D87-B089-1B5AB8EEC669}" dt="2026-04-07T12:02:45.871" v="5793"/>
        <pc:sldMkLst>
          <pc:docMk/>
          <pc:sldMk cId="1570292014" sldId="388"/>
        </pc:sldMkLst>
        <pc:spChg chg="mod">
          <ac:chgData name="Benjamin Stratton" userId="9cfe98d5fab7370f" providerId="LiveId" clId="{2D49838A-A9F3-4D87-B089-1B5AB8EEC669}" dt="2026-04-06T18:42:55.213" v="4631" actId="20577"/>
          <ac:spMkLst>
            <pc:docMk/>
            <pc:sldMk cId="1570292014" sldId="388"/>
            <ac:spMk id="2" creationId="{356D2294-21B9-A4D9-C2F6-813CAFC857C9}"/>
          </ac:spMkLst>
        </pc:spChg>
        <pc:spChg chg="add mod">
          <ac:chgData name="Benjamin Stratton" userId="9cfe98d5fab7370f" providerId="LiveId" clId="{2D49838A-A9F3-4D87-B089-1B5AB8EEC669}" dt="2026-04-06T18:59:41.261" v="4693" actId="1076"/>
          <ac:spMkLst>
            <pc:docMk/>
            <pc:sldMk cId="1570292014" sldId="388"/>
            <ac:spMk id="10" creationId="{4840295E-D0B8-9508-E9C1-19B9C39C5F00}"/>
          </ac:spMkLst>
        </pc:spChg>
        <pc:spChg chg="add mod">
          <ac:chgData name="Benjamin Stratton" userId="9cfe98d5fab7370f" providerId="LiveId" clId="{2D49838A-A9F3-4D87-B089-1B5AB8EEC669}" dt="2026-04-06T18:56:15.422" v="4663" actId="14100"/>
          <ac:spMkLst>
            <pc:docMk/>
            <pc:sldMk cId="1570292014" sldId="388"/>
            <ac:spMk id="11" creationId="{DF3A8AAD-8E5E-6F60-B400-A606683CB099}"/>
          </ac:spMkLst>
        </pc:spChg>
        <pc:picChg chg="add mod">
          <ac:chgData name="Benjamin Stratton" userId="9cfe98d5fab7370f" providerId="LiveId" clId="{2D49838A-A9F3-4D87-B089-1B5AB8EEC669}" dt="2026-04-06T18:55:01.907" v="4641" actId="1076"/>
          <ac:picMkLst>
            <pc:docMk/>
            <pc:sldMk cId="1570292014" sldId="388"/>
            <ac:picMk id="7" creationId="{4744AB6D-17BF-CEB1-1D28-E9869B1CAFDE}"/>
          </ac:picMkLst>
        </pc:picChg>
        <pc:picChg chg="add mod">
          <ac:chgData name="Benjamin Stratton" userId="9cfe98d5fab7370f" providerId="LiveId" clId="{2D49838A-A9F3-4D87-B089-1B5AB8EEC669}" dt="2026-04-06T18:55:45.781" v="4657" actId="1076"/>
          <ac:picMkLst>
            <pc:docMk/>
            <pc:sldMk cId="1570292014" sldId="388"/>
            <ac:picMk id="9" creationId="{A805B6B2-AF5D-2F4B-687A-7AB2049E4118}"/>
          </ac:picMkLst>
        </pc:picChg>
        <pc:picChg chg="add mod">
          <ac:chgData name="Benjamin Stratton" userId="9cfe98d5fab7370f" providerId="LiveId" clId="{2D49838A-A9F3-4D87-B089-1B5AB8EEC669}" dt="2026-04-06T18:58:49.424" v="4681" actId="1076"/>
          <ac:picMkLst>
            <pc:docMk/>
            <pc:sldMk cId="1570292014" sldId="388"/>
            <ac:picMk id="13" creationId="{6603F2BB-22A7-0EA0-0480-56156D1BD3E0}"/>
          </ac:picMkLst>
        </pc:picChg>
        <pc:picChg chg="add mod">
          <ac:chgData name="Benjamin Stratton" userId="9cfe98d5fab7370f" providerId="LiveId" clId="{2D49838A-A9F3-4D87-B089-1B5AB8EEC669}" dt="2026-04-06T18:56:54.546" v="4674" actId="1076"/>
          <ac:picMkLst>
            <pc:docMk/>
            <pc:sldMk cId="1570292014" sldId="388"/>
            <ac:picMk id="15" creationId="{DE3C71D4-A7CF-448D-D1C9-F489C0C5AC44}"/>
          </ac:picMkLst>
        </pc:picChg>
        <pc:picChg chg="add mod">
          <ac:chgData name="Benjamin Stratton" userId="9cfe98d5fab7370f" providerId="LiveId" clId="{2D49838A-A9F3-4D87-B089-1B5AB8EEC669}" dt="2026-04-06T18:59:32.643" v="4692" actId="1076"/>
          <ac:picMkLst>
            <pc:docMk/>
            <pc:sldMk cId="1570292014" sldId="388"/>
            <ac:picMk id="18" creationId="{01E24D43-3E58-8A8B-F6A8-56EFD601A223}"/>
          </ac:picMkLst>
        </pc:picChg>
        <pc:picChg chg="add mod">
          <ac:chgData name="Benjamin Stratton" userId="9cfe98d5fab7370f" providerId="LiveId" clId="{2D49838A-A9F3-4D87-B089-1B5AB8EEC669}" dt="2026-04-06T18:59:22.866" v="4691" actId="1076"/>
          <ac:picMkLst>
            <pc:docMk/>
            <pc:sldMk cId="1570292014" sldId="388"/>
            <ac:picMk id="20" creationId="{C724E6AA-BB37-BD15-AD8D-76BD274E0D40}"/>
          </ac:picMkLst>
        </pc:picChg>
        <pc:cxnChg chg="add mod">
          <ac:chgData name="Benjamin Stratton" userId="9cfe98d5fab7370f" providerId="LiveId" clId="{2D49838A-A9F3-4D87-B089-1B5AB8EEC669}" dt="2026-04-06T18:57:07.275" v="4676" actId="1076"/>
          <ac:cxnSpMkLst>
            <pc:docMk/>
            <pc:sldMk cId="1570292014" sldId="388"/>
            <ac:cxnSpMk id="16" creationId="{69E8B740-D0C7-367D-CAB0-9E3A2A7394F4}"/>
          </ac:cxnSpMkLst>
        </pc:cxnChg>
      </pc:sldChg>
      <pc:sldChg chg="addSp delSp modSp add mod ord delAnim modAnim">
        <pc:chgData name="Benjamin Stratton" userId="9cfe98d5fab7370f" providerId="LiveId" clId="{2D49838A-A9F3-4D87-B089-1B5AB8EEC669}" dt="2026-04-07T11:20:33.370" v="5617"/>
        <pc:sldMkLst>
          <pc:docMk/>
          <pc:sldMk cId="1328784411" sldId="389"/>
        </pc:sldMkLst>
        <pc:spChg chg="mod">
          <ac:chgData name="Benjamin Stratton" userId="9cfe98d5fab7370f" providerId="LiveId" clId="{2D49838A-A9F3-4D87-B089-1B5AB8EEC669}" dt="2026-04-06T18:29:54.179" v="4305" actId="14100"/>
          <ac:spMkLst>
            <pc:docMk/>
            <pc:sldMk cId="1328784411" sldId="389"/>
            <ac:spMk id="2" creationId="{A8C47CF0-AAC9-69C7-D4FD-022D571C0252}"/>
          </ac:spMkLst>
        </pc:spChg>
        <pc:spChg chg="add mod">
          <ac:chgData name="Benjamin Stratton" userId="9cfe98d5fab7370f" providerId="LiveId" clId="{2D49838A-A9F3-4D87-B089-1B5AB8EEC669}" dt="2026-04-07T11:02:01.948" v="5366" actId="1076"/>
          <ac:spMkLst>
            <pc:docMk/>
            <pc:sldMk cId="1328784411" sldId="389"/>
            <ac:spMk id="3" creationId="{6ED0FB21-01AF-08C7-A4D4-E8D39AD279A4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4" creationId="{45C06673-A6B8-36A1-9204-3524CC9A4272}"/>
          </ac:spMkLst>
        </pc:spChg>
        <pc:spChg chg="add mod">
          <ac:chgData name="Benjamin Stratton" userId="9cfe98d5fab7370f" providerId="LiveId" clId="{2D49838A-A9F3-4D87-B089-1B5AB8EEC669}" dt="2026-04-07T11:00:29.407" v="5327" actId="20577"/>
          <ac:spMkLst>
            <pc:docMk/>
            <pc:sldMk cId="1328784411" sldId="389"/>
            <ac:spMk id="6" creationId="{A8BAB503-49EE-3CBE-234F-7EFD6C3619AC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7" creationId="{8EC38C77-33FF-2CF4-4DC8-1C90C48336B2}"/>
          </ac:spMkLst>
        </pc:spChg>
        <pc:spChg chg="add mod">
          <ac:chgData name="Benjamin Stratton" userId="9cfe98d5fab7370f" providerId="LiveId" clId="{2D49838A-A9F3-4D87-B089-1B5AB8EEC669}" dt="2026-04-07T11:00:27.391" v="5326" actId="1076"/>
          <ac:spMkLst>
            <pc:docMk/>
            <pc:sldMk cId="1328784411" sldId="389"/>
            <ac:spMk id="8" creationId="{A825D6E9-40AC-EC48-B40D-C51A961AAC94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11" creationId="{4167BE76-7DCA-27CE-CC6C-A2A8C74E5501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14" creationId="{D04F65E8-D2BE-F417-8F8A-58FE65018CF9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15" creationId="{BF7DC6BC-320E-A1A8-A8ED-B0691D656383}"/>
          </ac:spMkLst>
        </pc:spChg>
        <pc:spChg chg="add del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18" creationId="{C70AF38A-1D58-99DD-C07F-5EA6967743F2}"/>
          </ac:spMkLst>
        </pc:spChg>
        <pc:spChg chg="add mod">
          <ac:chgData name="Benjamin Stratton" userId="9cfe98d5fab7370f" providerId="LiveId" clId="{2D49838A-A9F3-4D87-B089-1B5AB8EEC669}" dt="2026-04-07T10:58:34.403" v="5307" actId="1076"/>
          <ac:spMkLst>
            <pc:docMk/>
            <pc:sldMk cId="1328784411" sldId="389"/>
            <ac:spMk id="19" creationId="{CCE89CD6-761C-AF8F-5ED7-8F6E7945D572}"/>
          </ac:spMkLst>
        </pc:spChg>
        <pc:spChg chg="add mod">
          <ac:chgData name="Benjamin Stratton" userId="9cfe98d5fab7370f" providerId="LiveId" clId="{2D49838A-A9F3-4D87-B089-1B5AB8EEC669}" dt="2026-04-07T10:59:41.495" v="5320" actId="6549"/>
          <ac:spMkLst>
            <pc:docMk/>
            <pc:sldMk cId="1328784411" sldId="389"/>
            <ac:spMk id="20" creationId="{DB8DDE17-1D54-F13B-C85D-FEE33584F108}"/>
          </ac:spMkLst>
        </pc:spChg>
        <pc:picChg chg="mod">
          <ac:chgData name="Benjamin Stratton" userId="9cfe98d5fab7370f" providerId="LiveId" clId="{2D49838A-A9F3-4D87-B089-1B5AB8EEC669}" dt="2026-04-06T18:30:06.389" v="4307" actId="1076"/>
          <ac:picMkLst>
            <pc:docMk/>
            <pc:sldMk cId="1328784411" sldId="389"/>
            <ac:picMk id="5" creationId="{5D0BBF68-820E-B73C-C061-19B2A888FE90}"/>
          </ac:picMkLst>
        </pc:picChg>
        <pc:picChg chg="add mod">
          <ac:chgData name="Benjamin Stratton" userId="9cfe98d5fab7370f" providerId="LiveId" clId="{2D49838A-A9F3-4D87-B089-1B5AB8EEC669}" dt="2026-04-07T10:58:34.403" v="5307" actId="1076"/>
          <ac:picMkLst>
            <pc:docMk/>
            <pc:sldMk cId="1328784411" sldId="389"/>
            <ac:picMk id="13" creationId="{198F6B14-F36E-1F9C-4A82-A46754EBA298}"/>
          </ac:picMkLst>
        </pc:picChg>
        <pc:picChg chg="add mod">
          <ac:chgData name="Benjamin Stratton" userId="9cfe98d5fab7370f" providerId="LiveId" clId="{2D49838A-A9F3-4D87-B089-1B5AB8EEC669}" dt="2026-04-07T10:58:34.403" v="5307" actId="1076"/>
          <ac:picMkLst>
            <pc:docMk/>
            <pc:sldMk cId="1328784411" sldId="389"/>
            <ac:picMk id="17" creationId="{E901D204-D243-BDA8-D9F4-4ECDB26A688F}"/>
          </ac:picMkLst>
        </pc:picChg>
        <pc:cxnChg chg="add mod">
          <ac:chgData name="Benjamin Stratton" userId="9cfe98d5fab7370f" providerId="LiveId" clId="{2D49838A-A9F3-4D87-B089-1B5AB8EEC669}" dt="2026-04-07T11:02:01.948" v="5366" actId="1076"/>
          <ac:cxnSpMkLst>
            <pc:docMk/>
            <pc:sldMk cId="1328784411" sldId="389"/>
            <ac:cxnSpMk id="9" creationId="{F4634354-74E0-4BF5-39C7-2EFAE5479526}"/>
          </ac:cxnSpMkLst>
        </pc:cxnChg>
        <pc:cxnChg chg="add mod">
          <ac:chgData name="Benjamin Stratton" userId="9cfe98d5fab7370f" providerId="LiveId" clId="{2D49838A-A9F3-4D87-B089-1B5AB8EEC669}" dt="2026-04-07T10:58:34.403" v="5307" actId="1076"/>
          <ac:cxnSpMkLst>
            <pc:docMk/>
            <pc:sldMk cId="1328784411" sldId="389"/>
            <ac:cxnSpMk id="16" creationId="{F1B8105F-88A9-52A3-CCA9-530DEEE2158D}"/>
          </ac:cxnSpMkLst>
        </pc:cxnChg>
      </pc:sldChg>
      <pc:sldChg chg="addSp delSp modSp add mod ord delAnim modAnim">
        <pc:chgData name="Benjamin Stratton" userId="9cfe98d5fab7370f" providerId="LiveId" clId="{2D49838A-A9F3-4D87-B089-1B5AB8EEC669}" dt="2026-04-07T12:02:45.871" v="5793"/>
        <pc:sldMkLst>
          <pc:docMk/>
          <pc:sldMk cId="3151932201" sldId="390"/>
        </pc:sldMkLst>
        <pc:picChg chg="add mod">
          <ac:chgData name="Benjamin Stratton" userId="9cfe98d5fab7370f" providerId="LiveId" clId="{2D49838A-A9F3-4D87-B089-1B5AB8EEC669}" dt="2026-04-06T19:05:10.229" v="4715" actId="1076"/>
          <ac:picMkLst>
            <pc:docMk/>
            <pc:sldMk cId="3151932201" sldId="390"/>
            <ac:picMk id="4" creationId="{6B5DE37D-4C35-84BE-45DD-E49BD11CA4C5}"/>
          </ac:picMkLst>
        </pc:picChg>
        <pc:picChg chg="add mod">
          <ac:chgData name="Benjamin Stratton" userId="9cfe98d5fab7370f" providerId="LiveId" clId="{2D49838A-A9F3-4D87-B089-1B5AB8EEC669}" dt="2026-04-06T19:05:12.638" v="4716" actId="1076"/>
          <ac:picMkLst>
            <pc:docMk/>
            <pc:sldMk cId="3151932201" sldId="390"/>
            <ac:picMk id="6" creationId="{06666C86-6AF4-C492-E803-CF862984259E}"/>
          </ac:picMkLst>
        </pc:picChg>
      </pc:sldChg>
      <pc:sldChg chg="addSp modSp add mod ord modAnim">
        <pc:chgData name="Benjamin Stratton" userId="9cfe98d5fab7370f" providerId="LiveId" clId="{2D49838A-A9F3-4D87-B089-1B5AB8EEC669}" dt="2026-04-07T12:02:45.871" v="5793"/>
        <pc:sldMkLst>
          <pc:docMk/>
          <pc:sldMk cId="1281712713" sldId="391"/>
        </pc:sldMkLst>
        <pc:spChg chg="add mod">
          <ac:chgData name="Benjamin Stratton" userId="9cfe98d5fab7370f" providerId="LiveId" clId="{2D49838A-A9F3-4D87-B089-1B5AB8EEC669}" dt="2026-04-06T19:09:34.617" v="4756" actId="692"/>
          <ac:spMkLst>
            <pc:docMk/>
            <pc:sldMk cId="1281712713" sldId="391"/>
            <ac:spMk id="8" creationId="{E3507DAB-2ED6-C0B1-828A-AEC7903AD534}"/>
          </ac:spMkLst>
        </pc:spChg>
        <pc:picChg chg="add mod">
          <ac:chgData name="Benjamin Stratton" userId="9cfe98d5fab7370f" providerId="LiveId" clId="{2D49838A-A9F3-4D87-B089-1B5AB8EEC669}" dt="2026-04-06T19:07:01.694" v="4739" actId="14100"/>
          <ac:picMkLst>
            <pc:docMk/>
            <pc:sldMk cId="1281712713" sldId="391"/>
            <ac:picMk id="4" creationId="{6EF7F553-1C3E-373F-F9E5-A4171DF6F4F4}"/>
          </ac:picMkLst>
        </pc:picChg>
        <pc:picChg chg="add mod">
          <ac:chgData name="Benjamin Stratton" userId="9cfe98d5fab7370f" providerId="LiveId" clId="{2D49838A-A9F3-4D87-B089-1B5AB8EEC669}" dt="2026-04-06T19:09:15.980" v="4747" actId="1076"/>
          <ac:picMkLst>
            <pc:docMk/>
            <pc:sldMk cId="1281712713" sldId="391"/>
            <ac:picMk id="6" creationId="{004F8810-E8B6-FD7B-1DB6-71559FA4A4BB}"/>
          </ac:picMkLst>
        </pc:picChg>
      </pc:sldChg>
      <pc:sldChg chg="addSp modSp add mod ord">
        <pc:chgData name="Benjamin Stratton" userId="9cfe98d5fab7370f" providerId="LiveId" clId="{2D49838A-A9F3-4D87-B089-1B5AB8EEC669}" dt="2026-04-09T13:46:24.001" v="7541"/>
        <pc:sldMkLst>
          <pc:docMk/>
          <pc:sldMk cId="2827737137" sldId="392"/>
        </pc:sldMkLst>
        <pc:spChg chg="add mod">
          <ac:chgData name="Benjamin Stratton" userId="9cfe98d5fab7370f" providerId="LiveId" clId="{2D49838A-A9F3-4D87-B089-1B5AB8EEC669}" dt="2026-04-09T13:46:24.001" v="7541"/>
          <ac:spMkLst>
            <pc:docMk/>
            <pc:sldMk cId="2827737137" sldId="392"/>
            <ac:spMk id="2" creationId="{A407F15E-7CA0-4957-17A1-3913742DA867}"/>
          </ac:spMkLst>
        </pc:spChg>
        <pc:spChg chg="add mod">
          <ac:chgData name="Benjamin Stratton" userId="9cfe98d5fab7370f" providerId="LiveId" clId="{2D49838A-A9F3-4D87-B089-1B5AB8EEC669}" dt="2026-04-09T13:46:24.001" v="7541"/>
          <ac:spMkLst>
            <pc:docMk/>
            <pc:sldMk cId="2827737137" sldId="392"/>
            <ac:spMk id="4" creationId="{0D6BDABC-1260-3B48-D24D-F34F6817600B}"/>
          </ac:spMkLst>
        </pc:spChg>
        <pc:spChg chg="add mod">
          <ac:chgData name="Benjamin Stratton" userId="9cfe98d5fab7370f" providerId="LiveId" clId="{2D49838A-A9F3-4D87-B089-1B5AB8EEC669}" dt="2026-04-09T13:46:24.001" v="7541"/>
          <ac:spMkLst>
            <pc:docMk/>
            <pc:sldMk cId="2827737137" sldId="392"/>
            <ac:spMk id="5" creationId="{0779453A-8044-B311-628F-FCB9738ED5EF}"/>
          </ac:spMkLst>
        </pc:spChg>
      </pc:sldChg>
      <pc:sldChg chg="addSp delSp modSp add mod ord delAnim modAnim">
        <pc:chgData name="Benjamin Stratton" userId="9cfe98d5fab7370f" providerId="LiveId" clId="{2D49838A-A9F3-4D87-B089-1B5AB8EEC669}" dt="2026-04-09T13:47:41.214" v="7542" actId="20577"/>
        <pc:sldMkLst>
          <pc:docMk/>
          <pc:sldMk cId="4115275436" sldId="393"/>
        </pc:sldMkLst>
        <pc:spChg chg="mod">
          <ac:chgData name="Benjamin Stratton" userId="9cfe98d5fab7370f" providerId="LiveId" clId="{2D49838A-A9F3-4D87-B089-1B5AB8EEC669}" dt="2026-04-07T12:21:18.108" v="6382" actId="14100"/>
          <ac:spMkLst>
            <pc:docMk/>
            <pc:sldMk cId="4115275436" sldId="393"/>
            <ac:spMk id="2" creationId="{0C3C12B0-944A-917A-8576-FDCDEB211B4F}"/>
          </ac:spMkLst>
        </pc:spChg>
        <pc:spChg chg="add mod">
          <ac:chgData name="Benjamin Stratton" userId="9cfe98d5fab7370f" providerId="LiveId" clId="{2D49838A-A9F3-4D87-B089-1B5AB8EEC669}" dt="2026-04-07T12:21:23.035" v="6383" actId="1076"/>
          <ac:spMkLst>
            <pc:docMk/>
            <pc:sldMk cId="4115275436" sldId="393"/>
            <ac:spMk id="3" creationId="{3F99F075-A4A3-E037-C4FB-0419761FFC70}"/>
          </ac:spMkLst>
        </pc:spChg>
        <pc:spChg chg="add mod">
          <ac:chgData name="Benjamin Stratton" userId="9cfe98d5fab7370f" providerId="LiveId" clId="{2D49838A-A9F3-4D87-B089-1B5AB8EEC669}" dt="2026-04-07T12:21:23.035" v="6383" actId="1076"/>
          <ac:spMkLst>
            <pc:docMk/>
            <pc:sldMk cId="4115275436" sldId="393"/>
            <ac:spMk id="4" creationId="{ABAAE049-C071-A71A-D20F-4D01476D4F0D}"/>
          </ac:spMkLst>
        </pc:spChg>
        <pc:spChg chg="add mod">
          <ac:chgData name="Benjamin Stratton" userId="9cfe98d5fab7370f" providerId="LiveId" clId="{2D49838A-A9F3-4D87-B089-1B5AB8EEC669}" dt="2026-04-07T12:21:23.035" v="6383" actId="1076"/>
          <ac:spMkLst>
            <pc:docMk/>
            <pc:sldMk cId="4115275436" sldId="393"/>
            <ac:spMk id="5" creationId="{80AB5D7F-3F5E-AC83-0EFF-46D47D4284A1}"/>
          </ac:spMkLst>
        </pc:spChg>
        <pc:spChg chg="add mod">
          <ac:chgData name="Benjamin Stratton" userId="9cfe98d5fab7370f" providerId="LiveId" clId="{2D49838A-A9F3-4D87-B089-1B5AB8EEC669}" dt="2026-04-09T13:47:41.214" v="7542" actId="20577"/>
          <ac:spMkLst>
            <pc:docMk/>
            <pc:sldMk cId="4115275436" sldId="393"/>
            <ac:spMk id="6" creationId="{4CA33FF5-AC0C-E1D6-D033-FCF3A9E61A2B}"/>
          </ac:spMkLst>
        </pc:spChg>
        <pc:spChg chg="add mod">
          <ac:chgData name="Benjamin Stratton" userId="9cfe98d5fab7370f" providerId="LiveId" clId="{2D49838A-A9F3-4D87-B089-1B5AB8EEC669}" dt="2026-04-07T12:21:23.035" v="6383" actId="1076"/>
          <ac:spMkLst>
            <pc:docMk/>
            <pc:sldMk cId="4115275436" sldId="393"/>
            <ac:spMk id="10" creationId="{E8FFBC39-9657-8994-722C-4E1DCFEC1209}"/>
          </ac:spMkLst>
        </pc:spChg>
        <pc:cxnChg chg="add mod">
          <ac:chgData name="Benjamin Stratton" userId="9cfe98d5fab7370f" providerId="LiveId" clId="{2D49838A-A9F3-4D87-B089-1B5AB8EEC669}" dt="2026-04-07T12:21:23.035" v="6383" actId="1076"/>
          <ac:cxnSpMkLst>
            <pc:docMk/>
            <pc:sldMk cId="4115275436" sldId="393"/>
            <ac:cxnSpMk id="7" creationId="{063F521D-B768-D345-77F2-FD5468B9A6A2}"/>
          </ac:cxnSpMkLst>
        </pc:cxnChg>
        <pc:cxnChg chg="add mod">
          <ac:chgData name="Benjamin Stratton" userId="9cfe98d5fab7370f" providerId="LiveId" clId="{2D49838A-A9F3-4D87-B089-1B5AB8EEC669}" dt="2026-04-07T12:21:23.035" v="6383" actId="1076"/>
          <ac:cxnSpMkLst>
            <pc:docMk/>
            <pc:sldMk cId="4115275436" sldId="393"/>
            <ac:cxnSpMk id="8" creationId="{D5725C40-32FF-EC35-A06D-1DB1F66FF4C8}"/>
          </ac:cxnSpMkLst>
        </pc:cxnChg>
        <pc:cxnChg chg="add mod">
          <ac:chgData name="Benjamin Stratton" userId="9cfe98d5fab7370f" providerId="LiveId" clId="{2D49838A-A9F3-4D87-B089-1B5AB8EEC669}" dt="2026-04-07T12:21:23.035" v="6383" actId="1076"/>
          <ac:cxnSpMkLst>
            <pc:docMk/>
            <pc:sldMk cId="4115275436" sldId="393"/>
            <ac:cxnSpMk id="9" creationId="{A959369D-13C6-4386-33B6-4C2EF95CF604}"/>
          </ac:cxnSpMkLst>
        </pc:cxnChg>
      </pc:sldChg>
      <pc:sldChg chg="addSp delSp modSp add mod ord delAnim modAnim">
        <pc:chgData name="Benjamin Stratton" userId="9cfe98d5fab7370f" providerId="LiveId" clId="{2D49838A-A9F3-4D87-B089-1B5AB8EEC669}" dt="2026-04-07T10:40:02.080" v="5256"/>
        <pc:sldMkLst>
          <pc:docMk/>
          <pc:sldMk cId="1287325890" sldId="394"/>
        </pc:sldMkLst>
        <pc:spChg chg="add mod">
          <ac:chgData name="Benjamin Stratton" userId="9cfe98d5fab7370f" providerId="LiveId" clId="{2D49838A-A9F3-4D87-B089-1B5AB8EEC669}" dt="2026-04-07T10:34:26.079" v="5132" actId="1076"/>
          <ac:spMkLst>
            <pc:docMk/>
            <pc:sldMk cId="1287325890" sldId="394"/>
            <ac:spMk id="3" creationId="{A0ED753B-0247-A006-07EA-9CF03F1D5F26}"/>
          </ac:spMkLst>
        </pc:spChg>
        <pc:spChg chg="add mod ord">
          <ac:chgData name="Benjamin Stratton" userId="9cfe98d5fab7370f" providerId="LiveId" clId="{2D49838A-A9F3-4D87-B089-1B5AB8EEC669}" dt="2026-04-07T10:36:14.872" v="5210" actId="167"/>
          <ac:spMkLst>
            <pc:docMk/>
            <pc:sldMk cId="1287325890" sldId="394"/>
            <ac:spMk id="4" creationId="{497182E7-56BE-9363-DB83-EC089566086F}"/>
          </ac:spMkLst>
        </pc:spChg>
        <pc:picChg chg="mod">
          <ac:chgData name="Benjamin Stratton" userId="9cfe98d5fab7370f" providerId="LiveId" clId="{2D49838A-A9F3-4D87-B089-1B5AB8EEC669}" dt="2026-04-07T10:36:37.304" v="5214" actId="1076"/>
          <ac:picMkLst>
            <pc:docMk/>
            <pc:sldMk cId="1287325890" sldId="394"/>
            <ac:picMk id="5" creationId="{93CFB8C7-6244-C08D-9322-09D54E93898D}"/>
          </ac:picMkLst>
        </pc:picChg>
        <pc:picChg chg="mod">
          <ac:chgData name="Benjamin Stratton" userId="9cfe98d5fab7370f" providerId="LiveId" clId="{2D49838A-A9F3-4D87-B089-1B5AB8EEC669}" dt="2026-04-07T10:36:26.496" v="5213" actId="1076"/>
          <ac:picMkLst>
            <pc:docMk/>
            <pc:sldMk cId="1287325890" sldId="394"/>
            <ac:picMk id="14" creationId="{43B077CC-58DC-0705-9CF6-BA885C718790}"/>
          </ac:picMkLst>
        </pc:picChg>
        <pc:picChg chg="mod">
          <ac:chgData name="Benjamin Stratton" userId="9cfe98d5fab7370f" providerId="LiveId" clId="{2D49838A-A9F3-4D87-B089-1B5AB8EEC669}" dt="2026-04-07T10:36:22.910" v="5212" actId="14100"/>
          <ac:picMkLst>
            <pc:docMk/>
            <pc:sldMk cId="1287325890" sldId="394"/>
            <ac:picMk id="15" creationId="{D8E47A51-8768-C11C-9662-AB056C1ABD1E}"/>
          </ac:picMkLst>
        </pc:picChg>
        <pc:picChg chg="mod">
          <ac:chgData name="Benjamin Stratton" userId="9cfe98d5fab7370f" providerId="LiveId" clId="{2D49838A-A9F3-4D87-B089-1B5AB8EEC669}" dt="2026-04-07T10:36:37.304" v="5214" actId="1076"/>
          <ac:picMkLst>
            <pc:docMk/>
            <pc:sldMk cId="1287325890" sldId="394"/>
            <ac:picMk id="16" creationId="{A1AFA83F-C910-BE02-5C59-E37A8D26A297}"/>
          </ac:picMkLst>
        </pc:picChg>
      </pc:sldChg>
      <pc:sldChg chg="add modAnim">
        <pc:chgData name="Benjamin Stratton" userId="9cfe98d5fab7370f" providerId="LiveId" clId="{2D49838A-A9F3-4D87-B089-1B5AB8EEC669}" dt="2026-04-07T10:47:17.786" v="5302"/>
        <pc:sldMkLst>
          <pc:docMk/>
          <pc:sldMk cId="776952589" sldId="395"/>
        </pc:sldMkLst>
      </pc:sldChg>
      <pc:sldChg chg="addSp delSp modSp add mod delAnim modAnim">
        <pc:chgData name="Benjamin Stratton" userId="9cfe98d5fab7370f" providerId="LiveId" clId="{2D49838A-A9F3-4D87-B089-1B5AB8EEC669}" dt="2026-04-07T10:47:06.211" v="5297" actId="1076"/>
        <pc:sldMkLst>
          <pc:docMk/>
          <pc:sldMk cId="2498614265" sldId="396"/>
        </pc:sldMkLst>
        <pc:spChg chg="mod">
          <ac:chgData name="Benjamin Stratton" userId="9cfe98d5fab7370f" providerId="LiveId" clId="{2D49838A-A9F3-4D87-B089-1B5AB8EEC669}" dt="2026-04-07T10:45:15.742" v="5264" actId="1076"/>
          <ac:spMkLst>
            <pc:docMk/>
            <pc:sldMk cId="2498614265" sldId="396"/>
            <ac:spMk id="2" creationId="{4031D8C7-94EB-1423-9022-46AD8F0C7915}"/>
          </ac:spMkLst>
        </pc:spChg>
        <pc:spChg chg="add mod ord">
          <ac:chgData name="Benjamin Stratton" userId="9cfe98d5fab7370f" providerId="LiveId" clId="{2D49838A-A9F3-4D87-B089-1B5AB8EEC669}" dt="2026-04-07T10:47:06.211" v="5297" actId="1076"/>
          <ac:spMkLst>
            <pc:docMk/>
            <pc:sldMk cId="2498614265" sldId="396"/>
            <ac:spMk id="11" creationId="{4FD5ED64-B85C-ED8A-2FB8-AD3A979FC778}"/>
          </ac:spMkLst>
        </pc:spChg>
        <pc:spChg chg="add mod ord">
          <ac:chgData name="Benjamin Stratton" userId="9cfe98d5fab7370f" providerId="LiveId" clId="{2D49838A-A9F3-4D87-B089-1B5AB8EEC669}" dt="2026-04-07T10:47:06.211" v="5297" actId="1076"/>
          <ac:spMkLst>
            <pc:docMk/>
            <pc:sldMk cId="2498614265" sldId="396"/>
            <ac:spMk id="12" creationId="{9E49D4BA-512A-468F-7B8C-8C04CF706E77}"/>
          </ac:spMkLst>
        </pc:spChg>
        <pc:spChg chg="add mod">
          <ac:chgData name="Benjamin Stratton" userId="9cfe98d5fab7370f" providerId="LiveId" clId="{2D49838A-A9F3-4D87-B089-1B5AB8EEC669}" dt="2026-04-07T10:46:28.265" v="5286" actId="692"/>
          <ac:spMkLst>
            <pc:docMk/>
            <pc:sldMk cId="2498614265" sldId="396"/>
            <ac:spMk id="22" creationId="{6C54F07E-86FE-DF11-DDEA-1F3EF8F1DF31}"/>
          </ac:spMkLst>
        </pc:spChg>
        <pc:spChg chg="add mod">
          <ac:chgData name="Benjamin Stratton" userId="9cfe98d5fab7370f" providerId="LiveId" clId="{2D49838A-A9F3-4D87-B089-1B5AB8EEC669}" dt="2026-04-07T10:47:02.326" v="5296" actId="1076"/>
          <ac:spMkLst>
            <pc:docMk/>
            <pc:sldMk cId="2498614265" sldId="396"/>
            <ac:spMk id="23" creationId="{910F8FA0-EFFA-C725-7353-1F90CD73B68B}"/>
          </ac:spMkLst>
        </pc:spChg>
        <pc:picChg chg="add mod ord">
          <ac:chgData name="Benjamin Stratton" userId="9cfe98d5fab7370f" providerId="LiveId" clId="{2D49838A-A9F3-4D87-B089-1B5AB8EEC669}" dt="2026-04-07T10:47:06.211" v="5297" actId="1076"/>
          <ac:picMkLst>
            <pc:docMk/>
            <pc:sldMk cId="2498614265" sldId="396"/>
            <ac:picMk id="14" creationId="{7F8478E2-CF86-2B90-9460-24678147EF67}"/>
          </ac:picMkLst>
        </pc:picChg>
        <pc:picChg chg="add mod ord">
          <ac:chgData name="Benjamin Stratton" userId="9cfe98d5fab7370f" providerId="LiveId" clId="{2D49838A-A9F3-4D87-B089-1B5AB8EEC669}" dt="2026-04-07T10:47:06.211" v="5297" actId="1076"/>
          <ac:picMkLst>
            <pc:docMk/>
            <pc:sldMk cId="2498614265" sldId="396"/>
            <ac:picMk id="15" creationId="{AD14099F-5FD7-12E9-5A0B-269BF199DFFD}"/>
          </ac:picMkLst>
        </pc:picChg>
        <pc:picChg chg="add mod">
          <ac:chgData name="Benjamin Stratton" userId="9cfe98d5fab7370f" providerId="LiveId" clId="{2D49838A-A9F3-4D87-B089-1B5AB8EEC669}" dt="2026-04-07T10:46:43.812" v="5288" actId="1076"/>
          <ac:picMkLst>
            <pc:docMk/>
            <pc:sldMk cId="2498614265" sldId="396"/>
            <ac:picMk id="17" creationId="{AAD43429-A9C6-A64F-B738-C6DA745103D6}"/>
          </ac:picMkLst>
        </pc:picChg>
        <pc:picChg chg="add mod">
          <ac:chgData name="Benjamin Stratton" userId="9cfe98d5fab7370f" providerId="LiveId" clId="{2D49838A-A9F3-4D87-B089-1B5AB8EEC669}" dt="2026-04-07T10:46:43.812" v="5288" actId="1076"/>
          <ac:picMkLst>
            <pc:docMk/>
            <pc:sldMk cId="2498614265" sldId="396"/>
            <ac:picMk id="19" creationId="{BC141F26-85FB-8D2C-6D71-87AF760DCA9A}"/>
          </ac:picMkLst>
        </pc:picChg>
        <pc:picChg chg="add mod">
          <ac:chgData name="Benjamin Stratton" userId="9cfe98d5fab7370f" providerId="LiveId" clId="{2D49838A-A9F3-4D87-B089-1B5AB8EEC669}" dt="2026-04-07T10:46:43.812" v="5288" actId="1076"/>
          <ac:picMkLst>
            <pc:docMk/>
            <pc:sldMk cId="2498614265" sldId="396"/>
            <ac:picMk id="21" creationId="{F93195A9-9210-510B-5DC8-CE7432B9FC49}"/>
          </ac:picMkLst>
        </pc:picChg>
      </pc:sldChg>
      <pc:sldChg chg="addSp delSp modSp add mod delAnim modAnim">
        <pc:chgData name="Benjamin Stratton" userId="9cfe98d5fab7370f" providerId="LiveId" clId="{2D49838A-A9F3-4D87-B089-1B5AB8EEC669}" dt="2026-04-09T13:37:20.944" v="7306"/>
        <pc:sldMkLst>
          <pc:docMk/>
          <pc:sldMk cId="1944860267" sldId="397"/>
        </pc:sldMkLst>
        <pc:spChg chg="add mod">
          <ac:chgData name="Benjamin Stratton" userId="9cfe98d5fab7370f" providerId="LiveId" clId="{2D49838A-A9F3-4D87-B089-1B5AB8EEC669}" dt="2026-04-07T11:01:19.880" v="5331"/>
          <ac:spMkLst>
            <pc:docMk/>
            <pc:sldMk cId="1944860267" sldId="397"/>
            <ac:spMk id="10" creationId="{B6688839-5541-EFC2-5B2C-128264A5B3D2}"/>
          </ac:spMkLst>
        </pc:spChg>
        <pc:spChg chg="add mod">
          <ac:chgData name="Benjamin Stratton" userId="9cfe98d5fab7370f" providerId="LiveId" clId="{2D49838A-A9F3-4D87-B089-1B5AB8EEC669}" dt="2026-04-07T11:13:24.893" v="5525" actId="1076"/>
          <ac:spMkLst>
            <pc:docMk/>
            <pc:sldMk cId="1944860267" sldId="397"/>
            <ac:spMk id="12" creationId="{7E505BBA-8317-701C-0A12-402473ED2CCB}"/>
          </ac:spMkLst>
        </pc:spChg>
        <pc:spChg chg="add mod">
          <ac:chgData name="Benjamin Stratton" userId="9cfe98d5fab7370f" providerId="LiveId" clId="{2D49838A-A9F3-4D87-B089-1B5AB8EEC669}" dt="2026-04-07T11:01:19.880" v="5331"/>
          <ac:spMkLst>
            <pc:docMk/>
            <pc:sldMk cId="1944860267" sldId="397"/>
            <ac:spMk id="23" creationId="{3F522A3D-FA50-67DE-FE51-3817DDBAE6B4}"/>
          </ac:spMkLst>
        </pc:spChg>
        <pc:spChg chg="add mod">
          <ac:chgData name="Benjamin Stratton" userId="9cfe98d5fab7370f" providerId="LiveId" clId="{2D49838A-A9F3-4D87-B089-1B5AB8EEC669}" dt="2026-04-07T11:13:40.034" v="5531" actId="1076"/>
          <ac:spMkLst>
            <pc:docMk/>
            <pc:sldMk cId="1944860267" sldId="397"/>
            <ac:spMk id="24" creationId="{BBF0A544-020A-0EAB-9638-0C6A995A6D17}"/>
          </ac:spMkLst>
        </pc:spChg>
        <pc:spChg chg="add mod">
          <ac:chgData name="Benjamin Stratton" userId="9cfe98d5fab7370f" providerId="LiveId" clId="{2D49838A-A9F3-4D87-B089-1B5AB8EEC669}" dt="2026-04-07T11:02:24.575" v="5371"/>
          <ac:spMkLst>
            <pc:docMk/>
            <pc:sldMk cId="1944860267" sldId="397"/>
            <ac:spMk id="26" creationId="{7B61E2DD-6F63-5F60-0163-D038C3D346F5}"/>
          </ac:spMkLst>
        </pc:spChg>
        <pc:spChg chg="add mod">
          <ac:chgData name="Benjamin Stratton" userId="9cfe98d5fab7370f" providerId="LiveId" clId="{2D49838A-A9F3-4D87-B089-1B5AB8EEC669}" dt="2026-04-07T11:14:07.733" v="5542" actId="1076"/>
          <ac:spMkLst>
            <pc:docMk/>
            <pc:sldMk cId="1944860267" sldId="397"/>
            <ac:spMk id="30" creationId="{5B7CA76E-B62A-7AC7-7053-A7345E607EBD}"/>
          </ac:spMkLst>
        </pc:spChg>
        <pc:picChg chg="add mod">
          <ac:chgData name="Benjamin Stratton" userId="9cfe98d5fab7370f" providerId="LiveId" clId="{2D49838A-A9F3-4D87-B089-1B5AB8EEC669}" dt="2026-04-09T13:37:20.944" v="7306"/>
          <ac:picMkLst>
            <pc:docMk/>
            <pc:sldMk cId="1944860267" sldId="397"/>
            <ac:picMk id="3" creationId="{D91C4150-5B09-F9C6-9B39-3F1EBA974321}"/>
          </ac:picMkLst>
        </pc:picChg>
        <pc:picChg chg="add mod">
          <ac:chgData name="Benjamin Stratton" userId="9cfe98d5fab7370f" providerId="LiveId" clId="{2D49838A-A9F3-4D87-B089-1B5AB8EEC669}" dt="2026-04-07T11:01:19.880" v="5331"/>
          <ac:picMkLst>
            <pc:docMk/>
            <pc:sldMk cId="1944860267" sldId="397"/>
            <ac:picMk id="21" creationId="{743D99E8-151C-9230-B015-71A1FE0198CF}"/>
          </ac:picMkLst>
        </pc:picChg>
        <pc:picChg chg="add mod">
          <ac:chgData name="Benjamin Stratton" userId="9cfe98d5fab7370f" providerId="LiveId" clId="{2D49838A-A9F3-4D87-B089-1B5AB8EEC669}" dt="2026-04-07T11:01:19.880" v="5331"/>
          <ac:picMkLst>
            <pc:docMk/>
            <pc:sldMk cId="1944860267" sldId="397"/>
            <ac:picMk id="22" creationId="{4871E506-2F5F-D269-B737-B3A0AC275E63}"/>
          </ac:picMkLst>
        </pc:picChg>
        <pc:picChg chg="add mod">
          <ac:chgData name="Benjamin Stratton" userId="9cfe98d5fab7370f" providerId="LiveId" clId="{2D49838A-A9F3-4D87-B089-1B5AB8EEC669}" dt="2026-04-07T11:13:42.836" v="5532" actId="1076"/>
          <ac:picMkLst>
            <pc:docMk/>
            <pc:sldMk cId="1944860267" sldId="397"/>
            <ac:picMk id="35" creationId="{54BEEEE8-0975-8491-2764-6DA592740BA3}"/>
          </ac:picMkLst>
        </pc:picChg>
        <pc:picChg chg="add mod modCrop">
          <ac:chgData name="Benjamin Stratton" userId="9cfe98d5fab7370f" providerId="LiveId" clId="{2D49838A-A9F3-4D87-B089-1B5AB8EEC669}" dt="2026-04-07T11:14:20.646" v="5546" actId="1076"/>
          <ac:picMkLst>
            <pc:docMk/>
            <pc:sldMk cId="1944860267" sldId="397"/>
            <ac:picMk id="36" creationId="{E9637BC3-0AC4-66E2-598E-048043952666}"/>
          </ac:picMkLst>
        </pc:picChg>
        <pc:cxnChg chg="add mod">
          <ac:chgData name="Benjamin Stratton" userId="9cfe98d5fab7370f" providerId="LiveId" clId="{2D49838A-A9F3-4D87-B089-1B5AB8EEC669}" dt="2026-04-07T11:02:24.575" v="5371"/>
          <ac:cxnSpMkLst>
            <pc:docMk/>
            <pc:sldMk cId="1944860267" sldId="397"/>
            <ac:cxnSpMk id="27" creationId="{B39EB991-DEFC-D164-F42B-C93785D49D3E}"/>
          </ac:cxnSpMkLst>
        </pc:cxnChg>
        <pc:cxnChg chg="add mod">
          <ac:chgData name="Benjamin Stratton" userId="9cfe98d5fab7370f" providerId="LiveId" clId="{2D49838A-A9F3-4D87-B089-1B5AB8EEC669}" dt="2026-04-07T11:14:07.733" v="5542" actId="1076"/>
          <ac:cxnSpMkLst>
            <pc:docMk/>
            <pc:sldMk cId="1944860267" sldId="397"/>
            <ac:cxnSpMk id="33" creationId="{8D6ABDB3-C97A-7F78-CB43-27D6D8CE5377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7T11:19:15.661" v="5598"/>
        <pc:sldMkLst>
          <pc:docMk/>
          <pc:sldMk cId="3075811543" sldId="398"/>
        </pc:sldMkLst>
        <pc:spChg chg="add mod">
          <ac:chgData name="Benjamin Stratton" userId="9cfe98d5fab7370f" providerId="LiveId" clId="{2D49838A-A9F3-4D87-B089-1B5AB8EEC669}" dt="2026-04-07T11:18:47.835" v="5589" actId="14100"/>
          <ac:spMkLst>
            <pc:docMk/>
            <pc:sldMk cId="3075811543" sldId="398"/>
            <ac:spMk id="11" creationId="{FDC6F7E2-62AF-2096-8AA8-BC9C46E1C46A}"/>
          </ac:spMkLst>
        </pc:spChg>
        <pc:spChg chg="add mod">
          <ac:chgData name="Benjamin Stratton" userId="9cfe98d5fab7370f" providerId="LiveId" clId="{2D49838A-A9F3-4D87-B089-1B5AB8EEC669}" dt="2026-04-07T11:19:07.658" v="5594" actId="14100"/>
          <ac:spMkLst>
            <pc:docMk/>
            <pc:sldMk cId="3075811543" sldId="398"/>
            <ac:spMk id="13" creationId="{43B744F0-0EE4-4A18-AE10-A9F62F8CF338}"/>
          </ac:spMkLst>
        </pc:spChg>
        <pc:picChg chg="add mod">
          <ac:chgData name="Benjamin Stratton" userId="9cfe98d5fab7370f" providerId="LiveId" clId="{2D49838A-A9F3-4D87-B089-1B5AB8EEC669}" dt="2026-04-07T11:14:37.536" v="5550"/>
          <ac:picMkLst>
            <pc:docMk/>
            <pc:sldMk cId="3075811543" sldId="398"/>
            <ac:picMk id="3" creationId="{4B93D9D0-FE58-F01A-3EA0-9BCDCE71B4B1}"/>
          </ac:picMkLst>
        </pc:picChg>
        <pc:picChg chg="add mod">
          <ac:chgData name="Benjamin Stratton" userId="9cfe98d5fab7370f" providerId="LiveId" clId="{2D49838A-A9F3-4D87-B089-1B5AB8EEC669}" dt="2026-04-07T11:14:56.100" v="5556" actId="1076"/>
          <ac:picMkLst>
            <pc:docMk/>
            <pc:sldMk cId="3075811543" sldId="398"/>
            <ac:picMk id="5" creationId="{FC86CFF4-5A16-2988-5B0D-AC9CF6FB838B}"/>
          </ac:picMkLst>
        </pc:picChg>
        <pc:cxnChg chg="add mod">
          <ac:chgData name="Benjamin Stratton" userId="9cfe98d5fab7370f" providerId="LiveId" clId="{2D49838A-A9F3-4D87-B089-1B5AB8EEC669}" dt="2026-04-07T11:15:20.841" v="5567" actId="1076"/>
          <ac:cxnSpMkLst>
            <pc:docMk/>
            <pc:sldMk cId="3075811543" sldId="398"/>
            <ac:cxnSpMk id="9" creationId="{AF2482BA-DE12-1C8C-1188-9E206F062A92}"/>
          </ac:cxnSpMkLst>
        </pc:cxnChg>
      </pc:sldChg>
      <pc:sldChg chg="addSp modSp add mod ord modAnim">
        <pc:chgData name="Benjamin Stratton" userId="9cfe98d5fab7370f" providerId="LiveId" clId="{2D49838A-A9F3-4D87-B089-1B5AB8EEC669}" dt="2026-04-07T11:21:35.465" v="5624"/>
        <pc:sldMkLst>
          <pc:docMk/>
          <pc:sldMk cId="1130733627" sldId="399"/>
        </pc:sldMkLst>
        <pc:spChg chg="mod">
          <ac:chgData name="Benjamin Stratton" userId="9cfe98d5fab7370f" providerId="LiveId" clId="{2D49838A-A9F3-4D87-B089-1B5AB8EEC669}" dt="2026-04-07T11:19:53.852" v="5610" actId="1076"/>
          <ac:spMkLst>
            <pc:docMk/>
            <pc:sldMk cId="1130733627" sldId="399"/>
            <ac:spMk id="6" creationId="{C369E5C9-0EAB-0C2D-8A8F-7F7C819B9946}"/>
          </ac:spMkLst>
        </pc:spChg>
        <pc:spChg chg="mod">
          <ac:chgData name="Benjamin Stratton" userId="9cfe98d5fab7370f" providerId="LiveId" clId="{2D49838A-A9F3-4D87-B089-1B5AB8EEC669}" dt="2026-04-07T11:20:15.149" v="5616" actId="1076"/>
          <ac:spMkLst>
            <pc:docMk/>
            <pc:sldMk cId="1130733627" sldId="399"/>
            <ac:spMk id="8" creationId="{1F6A8F51-0D61-F8EA-0D1B-9B773B851AB1}"/>
          </ac:spMkLst>
        </pc:spChg>
        <pc:cxnChg chg="add mod">
          <ac:chgData name="Benjamin Stratton" userId="9cfe98d5fab7370f" providerId="LiveId" clId="{2D49838A-A9F3-4D87-B089-1B5AB8EEC669}" dt="2026-04-07T11:19:51.241" v="5609" actId="1076"/>
          <ac:cxnSpMkLst>
            <pc:docMk/>
            <pc:sldMk cId="1130733627" sldId="399"/>
            <ac:cxnSpMk id="10" creationId="{AE75802F-5B6A-5F74-E066-BBD37FC1D410}"/>
          </ac:cxnSpMkLst>
        </pc:cxnChg>
        <pc:cxnChg chg="add mod">
          <ac:chgData name="Benjamin Stratton" userId="9cfe98d5fab7370f" providerId="LiveId" clId="{2D49838A-A9F3-4D87-B089-1B5AB8EEC669}" dt="2026-04-07T11:19:57.854" v="5612" actId="1076"/>
          <ac:cxnSpMkLst>
            <pc:docMk/>
            <pc:sldMk cId="1130733627" sldId="399"/>
            <ac:cxnSpMk id="12" creationId="{914A5F2C-BEB2-05B1-F72C-F02307020FC6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7T12:15:20.186" v="6172"/>
        <pc:sldMkLst>
          <pc:docMk/>
          <pc:sldMk cId="4066547114" sldId="400"/>
        </pc:sldMkLst>
        <pc:spChg chg="mod">
          <ac:chgData name="Benjamin Stratton" userId="9cfe98d5fab7370f" providerId="LiveId" clId="{2D49838A-A9F3-4D87-B089-1B5AB8EEC669}" dt="2026-04-07T11:51:42.827" v="5647" actId="1076"/>
          <ac:spMkLst>
            <pc:docMk/>
            <pc:sldMk cId="4066547114" sldId="400"/>
            <ac:spMk id="2" creationId="{EF38C83E-4E4C-7DC1-85F8-8C2DDD392B8F}"/>
          </ac:spMkLst>
        </pc:spChg>
        <pc:spChg chg="mod">
          <ac:chgData name="Benjamin Stratton" userId="9cfe98d5fab7370f" providerId="LiveId" clId="{2D49838A-A9F3-4D87-B089-1B5AB8EEC669}" dt="2026-04-07T11:49:35.501" v="5634" actId="1076"/>
          <ac:spMkLst>
            <pc:docMk/>
            <pc:sldMk cId="4066547114" sldId="400"/>
            <ac:spMk id="7" creationId="{217D579E-0F32-C276-074F-7A3B25EB056B}"/>
          </ac:spMkLst>
        </pc:spChg>
        <pc:spChg chg="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8" creationId="{B46549D4-9F09-083D-E1B4-EE5A9D8A8429}"/>
          </ac:spMkLst>
        </pc:spChg>
        <pc:spChg chg="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10" creationId="{89207B58-5B5E-39B4-330A-5972FDF228FE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32" creationId="{C39B5B1E-3449-1DC6-5116-E62C9EA36BD9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33" creationId="{8B004E71-7B6F-4BF4-E7F3-D71C24A97B02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34" creationId="{539D2B9E-C67A-9311-9D29-F1B476113769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38" creationId="{B89529AB-5FCA-5EBD-CB98-6E81847B6556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39" creationId="{DFBF2A2F-CF37-0267-299D-76ACAD17BFE0}"/>
          </ac:spMkLst>
        </pc:spChg>
        <pc:spChg chg="add mod">
          <ac:chgData name="Benjamin Stratton" userId="9cfe98d5fab7370f" providerId="LiveId" clId="{2D49838A-A9F3-4D87-B089-1B5AB8EEC669}" dt="2026-04-07T11:49:46.907" v="5638" actId="1076"/>
          <ac:spMkLst>
            <pc:docMk/>
            <pc:sldMk cId="4066547114" sldId="400"/>
            <ac:spMk id="40" creationId="{FF5D485B-0868-C194-397C-89B9A2598CDA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44" creationId="{66DCC865-411A-5F3C-8FE9-1DF5D2C29E03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45" creationId="{BAFCF4BE-5B03-7481-EB0E-45249290A609}"/>
          </ac:spMkLst>
        </pc:spChg>
        <pc:spChg chg="add mod">
          <ac:chgData name="Benjamin Stratton" userId="9cfe98d5fab7370f" providerId="LiveId" clId="{2D49838A-A9F3-4D87-B089-1B5AB8EEC669}" dt="2026-04-07T11:49:55.769" v="5641" actId="1076"/>
          <ac:spMkLst>
            <pc:docMk/>
            <pc:sldMk cId="4066547114" sldId="400"/>
            <ac:spMk id="46" creationId="{1AF5D8C4-3485-1AD2-CEF4-5ED93874A9F0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0" creationId="{DE2CEE41-0FB7-8296-FA4B-9F090601B14A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1" creationId="{AD1FF65E-FF59-7A21-2352-6A79B113E154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2" creationId="{35F7CDEF-9F96-5EE4-EAAA-F34DF1C1BBA6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6" creationId="{E1F78A9E-76ED-2826-2C8C-DD7C57C84541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7" creationId="{18993035-AF37-013F-B822-5447380E3D94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58" creationId="{7443A9F5-5749-6A48-776A-6B73C7D9BB5E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62" creationId="{74FC3075-0FBD-F84B-C5A4-3C6BFBD748EA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63" creationId="{D2C1E943-3733-85A7-92F8-9F5D91608AE2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64" creationId="{F5243C8C-69D1-AD84-4C42-A4769E3F644F}"/>
          </ac:spMkLst>
        </pc:spChg>
        <pc:spChg chg="add mod">
          <ac:chgData name="Benjamin Stratton" userId="9cfe98d5fab7370f" providerId="LiveId" clId="{2D49838A-A9F3-4D87-B089-1B5AB8EEC669}" dt="2026-04-07T11:50:02.584" v="5643" actId="1076"/>
          <ac:spMkLst>
            <pc:docMk/>
            <pc:sldMk cId="4066547114" sldId="400"/>
            <ac:spMk id="68" creationId="{7589EC4C-41ED-73E7-CF6A-CEAC93FB9FA5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74" creationId="{45BDD57E-C9FF-6D05-381E-684B97C09189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75" creationId="{9049A194-6EC5-E7A8-3572-2EE9F0F55EB8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76" creationId="{E123C69E-EC25-A82F-9979-80CC589DE385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80" creationId="{DB45B755-D709-11BD-E007-353F6E59C58D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82" creationId="{D4A7C010-884B-0174-92F3-C97556214DCB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86" creationId="{F0BEEDB0-749D-6D0E-C065-B9A928BABC13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88" creationId="{C208FBC8-63FD-DD62-5D79-66CA565F7470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92" creationId="{6AE0F0E0-0E08-2EFF-EACD-EA12C06CD550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93" creationId="{608465B6-2463-9EF9-C72A-5B9ADC0E267C}"/>
          </ac:spMkLst>
        </pc:spChg>
        <pc:spChg chg="add mod">
          <ac:chgData name="Benjamin Stratton" userId="9cfe98d5fab7370f" providerId="LiveId" clId="{2D49838A-A9F3-4D87-B089-1B5AB8EEC669}" dt="2026-04-07T11:50:10.774" v="5645" actId="1076"/>
          <ac:spMkLst>
            <pc:docMk/>
            <pc:sldMk cId="4066547114" sldId="400"/>
            <ac:spMk id="94" creationId="{9FAF30A7-E520-0796-2C2D-E9624D812982}"/>
          </ac:spMkLst>
        </pc:spChg>
        <pc:spChg chg="add mod">
          <ac:chgData name="Benjamin Stratton" userId="9cfe98d5fab7370f" providerId="LiveId" clId="{2D49838A-A9F3-4D87-B089-1B5AB8EEC669}" dt="2026-04-07T11:54:34.179" v="5747" actId="14100"/>
          <ac:spMkLst>
            <pc:docMk/>
            <pc:sldMk cId="4066547114" sldId="400"/>
            <ac:spMk id="98" creationId="{00DDAC50-1155-CB66-6B00-F270383FE638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99" creationId="{FAC5FE53-4E6E-A739-5F51-32F053D49E91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100" creationId="{E04DE46E-32EC-3B30-69F0-3D007D8CDA12}"/>
          </ac:spMkLst>
        </pc:spChg>
        <pc:spChg chg="mod">
          <ac:chgData name="Benjamin Stratton" userId="9cfe98d5fab7370f" providerId="LiveId" clId="{2D49838A-A9F3-4D87-B089-1B5AB8EEC669}" dt="2026-04-07T11:57:15.169" v="5768" actId="14100"/>
          <ac:spMkLst>
            <pc:docMk/>
            <pc:sldMk cId="4066547114" sldId="400"/>
            <ac:spMk id="104" creationId="{AE69D6FC-D562-17B9-58BE-2E4CB3D88B8F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05" creationId="{D3350E84-BB1B-7948-A205-2105F47C6C66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06" creationId="{7F8B0671-B630-E5A5-B23A-E081B3170955}"/>
          </ac:spMkLst>
        </pc:spChg>
        <pc:spChg chg="mod">
          <ac:chgData name="Benjamin Stratton" userId="9cfe98d5fab7370f" providerId="LiveId" clId="{2D49838A-A9F3-4D87-B089-1B5AB8EEC669}" dt="2026-04-07T11:57:18.022" v="5769" actId="14100"/>
          <ac:spMkLst>
            <pc:docMk/>
            <pc:sldMk cId="4066547114" sldId="400"/>
            <ac:spMk id="110" creationId="{2AAF45AF-3B64-B3C3-6FF1-93A74CB42A2F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11" creationId="{30509E21-D954-EFEB-DD26-38BACB4FB0BB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12" creationId="{C1324AA7-58BE-D8ED-BDED-5A2F1DF68D8E}"/>
          </ac:spMkLst>
        </pc:spChg>
        <pc:spChg chg="mod">
          <ac:chgData name="Benjamin Stratton" userId="9cfe98d5fab7370f" providerId="LiveId" clId="{2D49838A-A9F3-4D87-B089-1B5AB8EEC669}" dt="2026-04-07T11:57:21.154" v="5770" actId="14100"/>
          <ac:spMkLst>
            <pc:docMk/>
            <pc:sldMk cId="4066547114" sldId="400"/>
            <ac:spMk id="116" creationId="{59E13997-73E0-41BE-3B29-3D1F60F821F2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17" creationId="{1909B301-7C16-22DC-36C6-84519A9751CF}"/>
          </ac:spMkLst>
        </pc:spChg>
        <pc:spChg chg="mod">
          <ac:chgData name="Benjamin Stratton" userId="9cfe98d5fab7370f" providerId="LiveId" clId="{2D49838A-A9F3-4D87-B089-1B5AB8EEC669}" dt="2026-04-07T11:54:13.335" v="5743" actId="692"/>
          <ac:spMkLst>
            <pc:docMk/>
            <pc:sldMk cId="4066547114" sldId="400"/>
            <ac:spMk id="118" creationId="{ED282569-0561-BF88-C94D-5F686765B788}"/>
          </ac:spMkLst>
        </pc:spChg>
        <pc:spChg chg="mod">
          <ac:chgData name="Benjamin Stratton" userId="9cfe98d5fab7370f" providerId="LiveId" clId="{2D49838A-A9F3-4D87-B089-1B5AB8EEC669}" dt="2026-04-07T11:57:38.037" v="5775" actId="14100"/>
          <ac:spMkLst>
            <pc:docMk/>
            <pc:sldMk cId="4066547114" sldId="400"/>
            <ac:spMk id="122" creationId="{7DCD1BCA-5CB3-88C1-C989-CC7D1137C700}"/>
          </ac:spMkLst>
        </pc:spChg>
        <pc:spChg chg="add 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23" creationId="{28F1616E-CDF6-A8BC-3AAB-62A2DEE72409}"/>
          </ac:spMkLst>
        </pc:spChg>
        <pc:spChg chg="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24" creationId="{AA3F1E5F-6775-0AB0-FCFA-D24AB82D1B7B}"/>
          </ac:spMkLst>
        </pc:spChg>
        <pc:spChg chg="mod">
          <ac:chgData name="Benjamin Stratton" userId="9cfe98d5fab7370f" providerId="LiveId" clId="{2D49838A-A9F3-4D87-B089-1B5AB8EEC669}" dt="2026-04-07T11:57:26.348" v="5772" actId="14100"/>
          <ac:spMkLst>
            <pc:docMk/>
            <pc:sldMk cId="4066547114" sldId="400"/>
            <ac:spMk id="128" creationId="{4AB1AB28-6383-3292-5166-EC81F668FF37}"/>
          </ac:spMkLst>
        </pc:spChg>
        <pc:spChg chg="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30" creationId="{FAD418A3-70ED-5EC6-E671-DA7640AAA9B8}"/>
          </ac:spMkLst>
        </pc:spChg>
        <pc:spChg chg="mod">
          <ac:chgData name="Benjamin Stratton" userId="9cfe98d5fab7370f" providerId="LiveId" clId="{2D49838A-A9F3-4D87-B089-1B5AB8EEC669}" dt="2026-04-07T11:57:29.115" v="5773" actId="14100"/>
          <ac:spMkLst>
            <pc:docMk/>
            <pc:sldMk cId="4066547114" sldId="400"/>
            <ac:spMk id="134" creationId="{731AA589-6F24-0D32-9CB1-FB43B45E6C13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135" creationId="{1EE7391A-80FB-9302-B4B7-DF5FDA751DBE}"/>
          </ac:spMkLst>
        </pc:spChg>
        <pc:spChg chg="mod">
          <ac:chgData name="Benjamin Stratton" userId="9cfe98d5fab7370f" providerId="LiveId" clId="{2D49838A-A9F3-4D87-B089-1B5AB8EEC669}" dt="2026-04-07T11:57:31.429" v="5774" actId="14100"/>
          <ac:spMkLst>
            <pc:docMk/>
            <pc:sldMk cId="4066547114" sldId="400"/>
            <ac:spMk id="140" creationId="{04DEEF36-9D29-8CA4-D75B-85CA4D1E7D2C}"/>
          </ac:spMkLst>
        </pc:spChg>
        <pc:spChg chg="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41" creationId="{C1DAC764-43DE-637D-5391-4B9A599475C4}"/>
          </ac:spMkLst>
        </pc:spChg>
        <pc:spChg chg="mod">
          <ac:chgData name="Benjamin Stratton" userId="9cfe98d5fab7370f" providerId="LiveId" clId="{2D49838A-A9F3-4D87-B089-1B5AB8EEC669}" dt="2026-04-07T11:57:42.031" v="5776" actId="14100"/>
          <ac:spMkLst>
            <pc:docMk/>
            <pc:sldMk cId="4066547114" sldId="400"/>
            <ac:spMk id="146" creationId="{8D51EDDF-0FDC-00E1-BA2C-30450FF6FCCB}"/>
          </ac:spMkLst>
        </pc:spChg>
        <pc:spChg chg="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48" creationId="{BF132264-8DEB-0ABE-ADBB-DEDC7AED9F04}"/>
          </ac:spMkLst>
        </pc:spChg>
        <pc:spChg chg="add mod">
          <ac:chgData name="Benjamin Stratton" userId="9cfe98d5fab7370f" providerId="LiveId" clId="{2D49838A-A9F3-4D87-B089-1B5AB8EEC669}" dt="2026-04-07T11:57:46.194" v="5777" actId="14100"/>
          <ac:spMkLst>
            <pc:docMk/>
            <pc:sldMk cId="4066547114" sldId="400"/>
            <ac:spMk id="152" creationId="{54CCF7FB-EFEF-FF33-60D1-14C3F95980AA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153" creationId="{56DE05A1-C4B8-D76A-5B58-F85AE4620921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154" creationId="{8405B057-3D11-17F1-5CD7-C3AC096BFF3B}"/>
          </ac:spMkLst>
        </pc:spChg>
        <pc:spChg chg="mod">
          <ac:chgData name="Benjamin Stratton" userId="9cfe98d5fab7370f" providerId="LiveId" clId="{2D49838A-A9F3-4D87-B089-1B5AB8EEC669}" dt="2026-04-07T11:57:48.490" v="5778" actId="14100"/>
          <ac:spMkLst>
            <pc:docMk/>
            <pc:sldMk cId="4066547114" sldId="400"/>
            <ac:spMk id="158" creationId="{460B8C68-7583-E3A2-9025-6B9A2D122577}"/>
          </ac:spMkLst>
        </pc:spChg>
        <pc:spChg chg="mod">
          <ac:chgData name="Benjamin Stratton" userId="9cfe98d5fab7370f" providerId="LiveId" clId="{2D49838A-A9F3-4D87-B089-1B5AB8EEC669}" dt="2026-04-07T11:52:37.001" v="5733" actId="692"/>
          <ac:spMkLst>
            <pc:docMk/>
            <pc:sldMk cId="4066547114" sldId="400"/>
            <ac:spMk id="160" creationId="{54A3FA56-AFC9-2B7D-971E-958F00E9244E}"/>
          </ac:spMkLst>
        </pc:spChg>
        <pc:spChg chg="add mod">
          <ac:chgData name="Benjamin Stratton" userId="9cfe98d5fab7370f" providerId="LiveId" clId="{2D49838A-A9F3-4D87-B089-1B5AB8EEC669}" dt="2026-04-07T11:57:51.821" v="5779" actId="14100"/>
          <ac:spMkLst>
            <pc:docMk/>
            <pc:sldMk cId="4066547114" sldId="400"/>
            <ac:spMk id="164" creationId="{246D6050-2EA5-BB89-3EA7-2AD18BB822F2}"/>
          </ac:spMkLst>
        </pc:spChg>
        <pc:spChg chg="add mod">
          <ac:chgData name="Benjamin Stratton" userId="9cfe98d5fab7370f" providerId="LiveId" clId="{2D49838A-A9F3-4D87-B089-1B5AB8EEC669}" dt="2026-04-07T11:51:52.956" v="5650" actId="1076"/>
          <ac:spMkLst>
            <pc:docMk/>
            <pc:sldMk cId="4066547114" sldId="400"/>
            <ac:spMk id="165" creationId="{57C4598C-392D-E7E0-DA5C-C4E83B4DE8D2}"/>
          </ac:spMkLst>
        </pc:spChg>
        <pc:spChg chg="add mod">
          <ac:chgData name="Benjamin Stratton" userId="9cfe98d5fab7370f" providerId="LiveId" clId="{2D49838A-A9F3-4D87-B089-1B5AB8EEC669}" dt="2026-04-07T11:53:41.115" v="5739" actId="14100"/>
          <ac:spMkLst>
            <pc:docMk/>
            <pc:sldMk cId="4066547114" sldId="400"/>
            <ac:spMk id="170" creationId="{D274918A-FE38-50D3-ED2A-833A440A536C}"/>
          </ac:spMkLst>
        </pc:spChg>
        <pc:cxnChg chg="mod">
          <ac:chgData name="Benjamin Stratton" userId="9cfe98d5fab7370f" providerId="LiveId" clId="{2D49838A-A9F3-4D87-B089-1B5AB8EEC669}" dt="2026-04-07T11:49:21.186" v="5629" actId="1076"/>
          <ac:cxnSpMkLst>
            <pc:docMk/>
            <pc:sldMk cId="4066547114" sldId="400"/>
            <ac:cxnSpMk id="20" creationId="{59479996-8D17-8270-3092-7C65DE51656A}"/>
          </ac:cxnSpMkLst>
        </pc:cxnChg>
        <pc:cxnChg chg="mod">
          <ac:chgData name="Benjamin Stratton" userId="9cfe98d5fab7370f" providerId="LiveId" clId="{2D49838A-A9F3-4D87-B089-1B5AB8EEC669}" dt="2026-04-07T11:49:23.572" v="5630" actId="1076"/>
          <ac:cxnSpMkLst>
            <pc:docMk/>
            <pc:sldMk cId="4066547114" sldId="400"/>
            <ac:cxnSpMk id="21" creationId="{E8F356AD-82B7-1B5E-D839-4BF659F2903A}"/>
          </ac:cxnSpMkLst>
        </pc:cxnChg>
        <pc:cxnChg chg="mod">
          <ac:chgData name="Benjamin Stratton" userId="9cfe98d5fab7370f" providerId="LiveId" clId="{2D49838A-A9F3-4D87-B089-1B5AB8EEC669}" dt="2026-04-07T11:49:26.391" v="5631" actId="1076"/>
          <ac:cxnSpMkLst>
            <pc:docMk/>
            <pc:sldMk cId="4066547114" sldId="400"/>
            <ac:cxnSpMk id="22" creationId="{69A03371-9A60-AB12-7798-F83A12654EDF}"/>
          </ac:cxnSpMkLst>
        </pc:cxnChg>
        <pc:cxnChg chg="add mod">
          <ac:chgData name="Benjamin Stratton" userId="9cfe98d5fab7370f" providerId="LiveId" clId="{2D49838A-A9F3-4D87-B089-1B5AB8EEC669}" dt="2026-04-07T11:49:41.934" v="5636" actId="1076"/>
          <ac:cxnSpMkLst>
            <pc:docMk/>
            <pc:sldMk cId="4066547114" sldId="400"/>
            <ac:cxnSpMk id="35" creationId="{076FCB3D-74A8-6ECC-3F6A-3CD2E0ECD79B}"/>
          </ac:cxnSpMkLst>
        </pc:cxnChg>
        <pc:cxnChg chg="add mod">
          <ac:chgData name="Benjamin Stratton" userId="9cfe98d5fab7370f" providerId="LiveId" clId="{2D49838A-A9F3-4D87-B089-1B5AB8EEC669}" dt="2026-04-07T11:49:41.934" v="5636" actId="1076"/>
          <ac:cxnSpMkLst>
            <pc:docMk/>
            <pc:sldMk cId="4066547114" sldId="400"/>
            <ac:cxnSpMk id="36" creationId="{8D4A0E71-42CC-D231-9AE3-2682BCAF2FA0}"/>
          </ac:cxnSpMkLst>
        </pc:cxnChg>
        <pc:cxnChg chg="add mod">
          <ac:chgData name="Benjamin Stratton" userId="9cfe98d5fab7370f" providerId="LiveId" clId="{2D49838A-A9F3-4D87-B089-1B5AB8EEC669}" dt="2026-04-07T11:49:41.934" v="5636" actId="1076"/>
          <ac:cxnSpMkLst>
            <pc:docMk/>
            <pc:sldMk cId="4066547114" sldId="400"/>
            <ac:cxnSpMk id="37" creationId="{9FE779A8-C2C3-816E-9F69-4F5D6686B90B}"/>
          </ac:cxnSpMkLst>
        </pc:cxnChg>
        <pc:cxnChg chg="add mod">
          <ac:chgData name="Benjamin Stratton" userId="9cfe98d5fab7370f" providerId="LiveId" clId="{2D49838A-A9F3-4D87-B089-1B5AB8EEC669}" dt="2026-04-07T11:49:46.907" v="5638" actId="1076"/>
          <ac:cxnSpMkLst>
            <pc:docMk/>
            <pc:sldMk cId="4066547114" sldId="400"/>
            <ac:cxnSpMk id="41" creationId="{3B7C6956-BD71-C536-CBCB-304DED08D9E5}"/>
          </ac:cxnSpMkLst>
        </pc:cxnChg>
        <pc:cxnChg chg="add mod">
          <ac:chgData name="Benjamin Stratton" userId="9cfe98d5fab7370f" providerId="LiveId" clId="{2D49838A-A9F3-4D87-B089-1B5AB8EEC669}" dt="2026-04-07T11:49:46.907" v="5638" actId="1076"/>
          <ac:cxnSpMkLst>
            <pc:docMk/>
            <pc:sldMk cId="4066547114" sldId="400"/>
            <ac:cxnSpMk id="42" creationId="{6918F23C-B882-0410-CE10-15FC128E7180}"/>
          </ac:cxnSpMkLst>
        </pc:cxnChg>
        <pc:cxnChg chg="add mod">
          <ac:chgData name="Benjamin Stratton" userId="9cfe98d5fab7370f" providerId="LiveId" clId="{2D49838A-A9F3-4D87-B089-1B5AB8EEC669}" dt="2026-04-07T11:49:46.907" v="5638" actId="1076"/>
          <ac:cxnSpMkLst>
            <pc:docMk/>
            <pc:sldMk cId="4066547114" sldId="400"/>
            <ac:cxnSpMk id="43" creationId="{4580989E-846A-0BA6-9FF7-4A302532C2AB}"/>
          </ac:cxnSpMkLst>
        </pc:cxnChg>
        <pc:cxnChg chg="add mod">
          <ac:chgData name="Benjamin Stratton" userId="9cfe98d5fab7370f" providerId="LiveId" clId="{2D49838A-A9F3-4D87-B089-1B5AB8EEC669}" dt="2026-04-07T11:49:50.467" v="5640" actId="1076"/>
          <ac:cxnSpMkLst>
            <pc:docMk/>
            <pc:sldMk cId="4066547114" sldId="400"/>
            <ac:cxnSpMk id="47" creationId="{7E809ACC-2266-E3C7-7BAB-657D3B89CDCE}"/>
          </ac:cxnSpMkLst>
        </pc:cxnChg>
        <pc:cxnChg chg="add mod">
          <ac:chgData name="Benjamin Stratton" userId="9cfe98d5fab7370f" providerId="LiveId" clId="{2D49838A-A9F3-4D87-B089-1B5AB8EEC669}" dt="2026-04-07T11:49:50.467" v="5640" actId="1076"/>
          <ac:cxnSpMkLst>
            <pc:docMk/>
            <pc:sldMk cId="4066547114" sldId="400"/>
            <ac:cxnSpMk id="48" creationId="{36F1F69D-F1D0-190A-A24C-D93A408490D5}"/>
          </ac:cxnSpMkLst>
        </pc:cxnChg>
        <pc:cxnChg chg="add mod">
          <ac:chgData name="Benjamin Stratton" userId="9cfe98d5fab7370f" providerId="LiveId" clId="{2D49838A-A9F3-4D87-B089-1B5AB8EEC669}" dt="2026-04-07T11:49:50.467" v="5640" actId="1076"/>
          <ac:cxnSpMkLst>
            <pc:docMk/>
            <pc:sldMk cId="4066547114" sldId="400"/>
            <ac:cxnSpMk id="49" creationId="{6A3DB48D-2E08-25D3-01B9-F0B323807951}"/>
          </ac:cxnSpMkLst>
        </pc:cxnChg>
        <pc:cxnChg chg="mod">
          <ac:chgData name="Benjamin Stratton" userId="9cfe98d5fab7370f" providerId="LiveId" clId="{2D49838A-A9F3-4D87-B089-1B5AB8EEC669}" dt="2026-04-07T11:54:13.335" v="5743" actId="692"/>
          <ac:cxnSpMkLst>
            <pc:docMk/>
            <pc:sldMk cId="4066547114" sldId="400"/>
            <ac:cxnSpMk id="108" creationId="{B0E099AA-16C8-0A6F-8006-69D190FA273C}"/>
          </ac:cxnSpMkLst>
        </pc:cxnChg>
      </pc:sldChg>
      <pc:sldChg chg="addSp delSp modSp add mod modAnim">
        <pc:chgData name="Benjamin Stratton" userId="9cfe98d5fab7370f" providerId="LiveId" clId="{2D49838A-A9F3-4D87-B089-1B5AB8EEC669}" dt="2026-04-07T12:15:24.438" v="6174"/>
        <pc:sldMkLst>
          <pc:docMk/>
          <pc:sldMk cId="2281681569" sldId="401"/>
        </pc:sldMkLst>
        <pc:spChg chg="add mod">
          <ac:chgData name="Benjamin Stratton" userId="9cfe98d5fab7370f" providerId="LiveId" clId="{2D49838A-A9F3-4D87-B089-1B5AB8EEC669}" dt="2026-04-07T11:55:02.088" v="5749"/>
          <ac:spMkLst>
            <pc:docMk/>
            <pc:sldMk cId="2281681569" sldId="401"/>
            <ac:spMk id="3" creationId="{B78B1080-CB1F-6352-B09B-902C9BDE7C81}"/>
          </ac:spMkLst>
        </pc:spChg>
        <pc:spChg chg="add mod ord">
          <ac:chgData name="Benjamin Stratton" userId="9cfe98d5fab7370f" providerId="LiveId" clId="{2D49838A-A9F3-4D87-B089-1B5AB8EEC669}" dt="2026-04-07T11:55:26.201" v="5758" actId="167"/>
          <ac:spMkLst>
            <pc:docMk/>
            <pc:sldMk cId="2281681569" sldId="401"/>
            <ac:spMk id="4" creationId="{C05742B3-02B9-963F-E5A0-A3C872FDC037}"/>
          </ac:spMkLst>
        </pc:spChg>
        <pc:spChg chg="add mod ord">
          <ac:chgData name="Benjamin Stratton" userId="9cfe98d5fab7370f" providerId="LiveId" clId="{2D49838A-A9F3-4D87-B089-1B5AB8EEC669}" dt="2026-04-07T11:55:42.845" v="5764" actId="1076"/>
          <ac:spMkLst>
            <pc:docMk/>
            <pc:sldMk cId="2281681569" sldId="401"/>
            <ac:spMk id="5" creationId="{BA8520F0-2BC5-3690-BED7-9D88A1D55566}"/>
          </ac:spMkLst>
        </pc:spChg>
        <pc:spChg chg="add mod ord">
          <ac:chgData name="Benjamin Stratton" userId="9cfe98d5fab7370f" providerId="LiveId" clId="{2D49838A-A9F3-4D87-B089-1B5AB8EEC669}" dt="2026-04-07T11:55:47.161" v="5766" actId="167"/>
          <ac:spMkLst>
            <pc:docMk/>
            <pc:sldMk cId="2281681569" sldId="401"/>
            <ac:spMk id="6" creationId="{375F8E66-0292-DEF2-DDA1-ABAE45627936}"/>
          </ac:spMkLst>
        </pc:spChg>
        <pc:spChg chg="mod">
          <ac:chgData name="Benjamin Stratton" userId="9cfe98d5fab7370f" providerId="LiveId" clId="{2D49838A-A9F3-4D87-B089-1B5AB8EEC669}" dt="2026-04-07T11:55:11.629" v="5751" actId="14100"/>
          <ac:spMkLst>
            <pc:docMk/>
            <pc:sldMk cId="2281681569" sldId="401"/>
            <ac:spMk id="98" creationId="{BA6754AE-CA32-B017-BD83-B9EBC1E433A5}"/>
          </ac:spMkLst>
        </pc:spChg>
        <pc:spChg chg="mod">
          <ac:chgData name="Benjamin Stratton" userId="9cfe98d5fab7370f" providerId="LiveId" clId="{2D49838A-A9F3-4D87-B089-1B5AB8EEC669}" dt="2026-04-07T11:57:55.883" v="5780" actId="14100"/>
          <ac:spMkLst>
            <pc:docMk/>
            <pc:sldMk cId="2281681569" sldId="401"/>
            <ac:spMk id="122" creationId="{35993A4F-E952-0EC9-506B-FBBD9B3ECC62}"/>
          </ac:spMkLst>
        </pc:spChg>
        <pc:spChg chg="mod">
          <ac:chgData name="Benjamin Stratton" userId="9cfe98d5fab7370f" providerId="LiveId" clId="{2D49838A-A9F3-4D87-B089-1B5AB8EEC669}" dt="2026-04-07T11:57:58.305" v="5781" actId="14100"/>
          <ac:spMkLst>
            <pc:docMk/>
            <pc:sldMk cId="2281681569" sldId="401"/>
            <ac:spMk id="128" creationId="{E2038701-D31B-5A8B-D27D-F99B89310E78}"/>
          </ac:spMkLst>
        </pc:spChg>
        <pc:spChg chg="mod">
          <ac:chgData name="Benjamin Stratton" userId="9cfe98d5fab7370f" providerId="LiveId" clId="{2D49838A-A9F3-4D87-B089-1B5AB8EEC669}" dt="2026-04-07T11:58:01.235" v="5782" actId="14100"/>
          <ac:spMkLst>
            <pc:docMk/>
            <pc:sldMk cId="2281681569" sldId="401"/>
            <ac:spMk id="134" creationId="{D74E99D7-1EC0-81C9-14BB-A13B1C35165D}"/>
          </ac:spMkLst>
        </pc:spChg>
        <pc:spChg chg="mod">
          <ac:chgData name="Benjamin Stratton" userId="9cfe98d5fab7370f" providerId="LiveId" clId="{2D49838A-A9F3-4D87-B089-1B5AB8EEC669}" dt="2026-04-07T11:58:03.551" v="5783" actId="14100"/>
          <ac:spMkLst>
            <pc:docMk/>
            <pc:sldMk cId="2281681569" sldId="401"/>
            <ac:spMk id="140" creationId="{7BF492A5-BC92-9E0A-1237-129A4E53BA0A}"/>
          </ac:spMkLst>
        </pc:spChg>
        <pc:spChg chg="mod">
          <ac:chgData name="Benjamin Stratton" userId="9cfe98d5fab7370f" providerId="LiveId" clId="{2D49838A-A9F3-4D87-B089-1B5AB8EEC669}" dt="2026-04-07T11:58:06.059" v="5784" actId="14100"/>
          <ac:spMkLst>
            <pc:docMk/>
            <pc:sldMk cId="2281681569" sldId="401"/>
            <ac:spMk id="146" creationId="{ADF51516-C44A-DFE4-462D-D3FD38F96226}"/>
          </ac:spMkLst>
        </pc:spChg>
        <pc:spChg chg="mod">
          <ac:chgData name="Benjamin Stratton" userId="9cfe98d5fab7370f" providerId="LiveId" clId="{2D49838A-A9F3-4D87-B089-1B5AB8EEC669}" dt="2026-04-07T11:58:07.913" v="5785" actId="14100"/>
          <ac:spMkLst>
            <pc:docMk/>
            <pc:sldMk cId="2281681569" sldId="401"/>
            <ac:spMk id="152" creationId="{2020A010-01AA-D05F-2135-C53BE86DF783}"/>
          </ac:spMkLst>
        </pc:spChg>
        <pc:spChg chg="mod">
          <ac:chgData name="Benjamin Stratton" userId="9cfe98d5fab7370f" providerId="LiveId" clId="{2D49838A-A9F3-4D87-B089-1B5AB8EEC669}" dt="2026-04-07T11:58:09.989" v="5786" actId="14100"/>
          <ac:spMkLst>
            <pc:docMk/>
            <pc:sldMk cId="2281681569" sldId="401"/>
            <ac:spMk id="158" creationId="{5CC27529-5776-CCA3-B57C-A2DB42993AD6}"/>
          </ac:spMkLst>
        </pc:spChg>
        <pc:spChg chg="mod">
          <ac:chgData name="Benjamin Stratton" userId="9cfe98d5fab7370f" providerId="LiveId" clId="{2D49838A-A9F3-4D87-B089-1B5AB8EEC669}" dt="2026-04-07T11:58:14.135" v="5787" actId="14100"/>
          <ac:spMkLst>
            <pc:docMk/>
            <pc:sldMk cId="2281681569" sldId="401"/>
            <ac:spMk id="164" creationId="{DE1BBF0A-DDF6-D91A-4E7A-F09C2BFFE747}"/>
          </ac:spMkLst>
        </pc:spChg>
      </pc:sldChg>
      <pc:sldChg chg="modSp add mod">
        <pc:chgData name="Benjamin Stratton" userId="9cfe98d5fab7370f" providerId="LiveId" clId="{2D49838A-A9F3-4D87-B089-1B5AB8EEC669}" dt="2026-04-07T12:05:13.411" v="5829" actId="20577"/>
        <pc:sldMkLst>
          <pc:docMk/>
          <pc:sldMk cId="3627103231" sldId="402"/>
        </pc:sldMkLst>
        <pc:spChg chg="mod">
          <ac:chgData name="Benjamin Stratton" userId="9cfe98d5fab7370f" providerId="LiveId" clId="{2D49838A-A9F3-4D87-B089-1B5AB8EEC669}" dt="2026-04-07T12:05:13.411" v="5829" actId="20577"/>
          <ac:spMkLst>
            <pc:docMk/>
            <pc:sldMk cId="3627103231" sldId="402"/>
            <ac:spMk id="2" creationId="{3C91A6F0-D874-D0A6-E1D3-B8157EC7794C}"/>
          </ac:spMkLst>
        </pc:spChg>
        <pc:spChg chg="mod">
          <ac:chgData name="Benjamin Stratton" userId="9cfe98d5fab7370f" providerId="LiveId" clId="{2D49838A-A9F3-4D87-B089-1B5AB8EEC669}" dt="2026-04-07T12:05:03.658" v="5809" actId="20577"/>
          <ac:spMkLst>
            <pc:docMk/>
            <pc:sldMk cId="3627103231" sldId="402"/>
            <ac:spMk id="13" creationId="{FCF11AF8-25F3-DB44-23BE-D56FF6ABA863}"/>
          </ac:spMkLst>
        </pc:spChg>
      </pc:sldChg>
      <pc:sldChg chg="addSp delSp modSp add mod ord modAnim">
        <pc:chgData name="Benjamin Stratton" userId="9cfe98d5fab7370f" providerId="LiveId" clId="{2D49838A-A9F3-4D87-B089-1B5AB8EEC669}" dt="2026-04-07T12:18:17.973" v="6207"/>
        <pc:sldMkLst>
          <pc:docMk/>
          <pc:sldMk cId="473249361" sldId="403"/>
        </pc:sldMkLst>
        <pc:spChg chg="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7" creationId="{DB9A54EE-12D4-B0D5-A0FF-E9EF081D8E9B}"/>
          </ac:spMkLst>
        </pc:spChg>
        <pc:spChg chg="mod">
          <ac:chgData name="Benjamin Stratton" userId="9cfe98d5fab7370f" providerId="LiveId" clId="{2D49838A-A9F3-4D87-B089-1B5AB8EEC669}" dt="2026-04-07T12:11:45.518" v="6092" actId="14100"/>
          <ac:spMkLst>
            <pc:docMk/>
            <pc:sldMk cId="473249361" sldId="403"/>
            <ac:spMk id="8" creationId="{DC378635-3F74-43C3-FEDB-DAC38CB78B90}"/>
          </ac:spMkLst>
        </pc:spChg>
        <pc:spChg chg="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10" creationId="{AADC8BA2-DB09-1C22-98F0-6E1B68119D70}"/>
          </ac:spMkLst>
        </pc:spChg>
        <pc:spChg chg="add 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13" creationId="{8CA41179-A554-B67E-67CB-ACDD22244C01}"/>
          </ac:spMkLst>
        </pc:spChg>
        <pc:spChg chg="add 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14" creationId="{12B5E1C3-7459-6ACE-31D3-C01B4BBC99B6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5" creationId="{CB019D8F-02CD-7610-7632-CA518DD775EA}"/>
          </ac:spMkLst>
        </pc:spChg>
        <pc:spChg chg="add 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18" creationId="{0F3C0040-D707-A34D-EF32-D4D2ECD7CDA8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23" creationId="{456A27FF-25E7-CFE4-89BB-CC2216106937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24" creationId="{66C5C503-1423-1596-41A0-CEAC4B696C85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27" creationId="{7233FB38-9CCD-404F-7AC0-0DE6DC8BC7A3}"/>
          </ac:spMkLst>
        </pc:spChg>
        <pc:spChg chg="add 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28" creationId="{B6FAB191-800A-61FE-5C61-51E2B0E3B663}"/>
          </ac:spMkLst>
        </pc:spChg>
        <pc:spChg chg="add mod">
          <ac:chgData name="Benjamin Stratton" userId="9cfe98d5fab7370f" providerId="LiveId" clId="{2D49838A-A9F3-4D87-B089-1B5AB8EEC669}" dt="2026-04-07T12:12:24.350" v="6104" actId="1076"/>
          <ac:spMkLst>
            <pc:docMk/>
            <pc:sldMk cId="473249361" sldId="403"/>
            <ac:spMk id="29" creationId="{7729222E-156D-C942-5A01-09A888E43BD3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04" creationId="{D9A82643-1A95-15B8-AE34-F4A759DED157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10" creationId="{C4A9EB62-4437-8D82-6CC0-AC35A2B2CC97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16" creationId="{E18418D9-6A11-FD4B-1635-D078891DB9ED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72" creationId="{164CA8C4-2D13-5E1D-222A-78C1F00F129D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73" creationId="{CEF88742-68C2-D04F-D709-1DF47649C897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78" creationId="{F9C13942-25B4-C68A-2C95-6E7707B29AD5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79" creationId="{DFEB2BE5-8ACD-B73C-D242-4B422522A96A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82" creationId="{8A36AAB5-1BA7-0E78-B858-B2C9B7A671EC}"/>
          </ac:spMkLst>
        </pc:spChg>
        <pc:spChg chg="add mod">
          <ac:chgData name="Benjamin Stratton" userId="9cfe98d5fab7370f" providerId="LiveId" clId="{2D49838A-A9F3-4D87-B089-1B5AB8EEC669}" dt="2026-04-07T12:12:29.693" v="6106" actId="1076"/>
          <ac:spMkLst>
            <pc:docMk/>
            <pc:sldMk cId="473249361" sldId="403"/>
            <ac:spMk id="183" creationId="{451CADD5-A8B5-76DE-7734-31A81CDE03BC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84" creationId="{D2E2EB95-871A-227B-3A93-AEF0BF42F8E9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87" creationId="{08D58413-6579-F937-250F-690989028D69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88" creationId="{0590E48E-A54A-9580-B64D-50180441C1F1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89" creationId="{3DE1E8EE-C8D5-EBE3-A92F-FE9302132526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92" creationId="{A4DC53D1-D1E5-B2C4-816D-82E8D17E45F5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93" creationId="{1B13BCEE-7732-6E35-5B58-BFAC079B180A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94" creationId="{49B5D1C2-EB8B-0E32-1C09-BC29D66D4F28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97" creationId="{0B664CD8-6506-5921-0D50-339B211F6AC1}"/>
          </ac:spMkLst>
        </pc:spChg>
        <pc:spChg chg="add mod">
          <ac:chgData name="Benjamin Stratton" userId="9cfe98d5fab7370f" providerId="LiveId" clId="{2D49838A-A9F3-4D87-B089-1B5AB8EEC669}" dt="2026-04-07T12:12:44.638" v="6109" actId="1076"/>
          <ac:spMkLst>
            <pc:docMk/>
            <pc:sldMk cId="473249361" sldId="403"/>
            <ac:spMk id="198" creationId="{898B9836-4740-744A-3671-3304777E2F80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199" creationId="{DA7D27D6-420C-D439-EBA3-CE16354B3429}"/>
          </ac:spMkLst>
        </pc:spChg>
        <pc:spChg chg="add mod">
          <ac:chgData name="Benjamin Stratton" userId="9cfe98d5fab7370f" providerId="LiveId" clId="{2D49838A-A9F3-4D87-B089-1B5AB8EEC669}" dt="2026-04-07T12:12:37.439" v="6108" actId="1076"/>
          <ac:spMkLst>
            <pc:docMk/>
            <pc:sldMk cId="473249361" sldId="403"/>
            <ac:spMk id="203" creationId="{DA30E63F-1A5A-B502-D03E-57D3691EF948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08" creationId="{71B89986-8377-B232-35EF-6CB1E53685B4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09" creationId="{2209D17B-65F0-A694-C4B2-D2771AB92612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13" creationId="{067B8D5A-187C-2712-F7B1-790A6CFFF0B5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14" creationId="{FABEA1FD-BF07-114E-9C88-EBF75764FDF5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18" creationId="{F33190B7-7C63-E9FE-B37B-4FD519C3F4D5}"/>
          </ac:spMkLst>
        </pc:spChg>
        <pc:spChg chg="add mod">
          <ac:chgData name="Benjamin Stratton" userId="9cfe98d5fab7370f" providerId="LiveId" clId="{2D49838A-A9F3-4D87-B089-1B5AB8EEC669}" dt="2026-04-07T12:13:19.375" v="6111" actId="1076"/>
          <ac:spMkLst>
            <pc:docMk/>
            <pc:sldMk cId="473249361" sldId="403"/>
            <ac:spMk id="224" creationId="{576C6AC3-9E05-E76E-630F-58BCBDF1A122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27" creationId="{C86762A7-A935-61E1-D04F-580DE2834374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28" creationId="{8B47CF44-DDE6-A015-FA13-E2296945D779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31" creationId="{57CF8E4F-76CB-900A-DEFE-CE2B90C69179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32" creationId="{2763CF30-C35F-83E4-783F-8718E947CCF9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35" creationId="{192E9E88-05B4-E906-7BB3-0A5476768A92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36" creationId="{E6E1C519-2CD3-BB19-6827-EF3746FE1A69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39" creationId="{A9BBDCA3-7940-F47F-4B77-E5316B84A23D}"/>
          </ac:spMkLst>
        </pc:spChg>
        <pc:spChg chg="add mod">
          <ac:chgData name="Benjamin Stratton" userId="9cfe98d5fab7370f" providerId="LiveId" clId="{2D49838A-A9F3-4D87-B089-1B5AB8EEC669}" dt="2026-04-07T12:13:35.941" v="6117" actId="1076"/>
          <ac:spMkLst>
            <pc:docMk/>
            <pc:sldMk cId="473249361" sldId="403"/>
            <ac:spMk id="240" creationId="{73862FBD-4542-66A7-9A4E-AB10DDE982C1}"/>
          </ac:spMkLst>
        </pc:spChg>
        <pc:spChg chg="add mod">
          <ac:chgData name="Benjamin Stratton" userId="9cfe98d5fab7370f" providerId="LiveId" clId="{2D49838A-A9F3-4D87-B089-1B5AB8EEC669}" dt="2026-04-07T12:14:41.729" v="6129" actId="692"/>
          <ac:spMkLst>
            <pc:docMk/>
            <pc:sldMk cId="473249361" sldId="403"/>
            <ac:spMk id="243" creationId="{6BF23120-3EF9-FC1B-8C97-CAD42A720284}"/>
          </ac:spMkLst>
        </pc:spChg>
        <pc:spChg chg="add mod">
          <ac:chgData name="Benjamin Stratton" userId="9cfe98d5fab7370f" providerId="LiveId" clId="{2D49838A-A9F3-4D87-B089-1B5AB8EEC669}" dt="2026-04-07T12:15:08.241" v="6170" actId="1076"/>
          <ac:spMkLst>
            <pc:docMk/>
            <pc:sldMk cId="473249361" sldId="403"/>
            <ac:spMk id="244" creationId="{BCC72326-C348-6E0B-4451-62CEDB74E56B}"/>
          </ac:spMkLst>
        </pc:spChg>
        <pc:spChg chg="mod">
          <ac:chgData name="Benjamin Stratton" userId="9cfe98d5fab7370f" providerId="LiveId" clId="{2D49838A-A9F3-4D87-B089-1B5AB8EEC669}" dt="2026-04-07T12:17:23.165" v="6191" actId="14100"/>
          <ac:spMkLst>
            <pc:docMk/>
            <pc:sldMk cId="473249361" sldId="403"/>
            <ac:spMk id="245" creationId="{3A20A720-AED5-256C-1B3E-76A9018D2721}"/>
          </ac:spMkLst>
        </pc:spChg>
        <pc:spChg chg="add mod">
          <ac:chgData name="Benjamin Stratton" userId="9cfe98d5fab7370f" providerId="LiveId" clId="{2D49838A-A9F3-4D87-B089-1B5AB8EEC669}" dt="2026-04-07T12:17:26.810" v="6192" actId="14100"/>
          <ac:spMkLst>
            <pc:docMk/>
            <pc:sldMk cId="473249361" sldId="403"/>
            <ac:spMk id="250" creationId="{0272F94D-D036-B61B-F5A6-C51237992E1E}"/>
          </ac:spMkLst>
        </pc:spChg>
        <pc:spChg chg="mod">
          <ac:chgData name="Benjamin Stratton" userId="9cfe98d5fab7370f" providerId="LiveId" clId="{2D49838A-A9F3-4D87-B089-1B5AB8EEC669}" dt="2026-04-07T12:17:34.718" v="6195" actId="14100"/>
          <ac:spMkLst>
            <pc:docMk/>
            <pc:sldMk cId="473249361" sldId="403"/>
            <ac:spMk id="255" creationId="{66FD43CB-6A17-FC2E-EEBE-7F88B7EB719B}"/>
          </ac:spMkLst>
        </pc:spChg>
        <pc:spChg chg="add mod">
          <ac:chgData name="Benjamin Stratton" userId="9cfe98d5fab7370f" providerId="LiveId" clId="{2D49838A-A9F3-4D87-B089-1B5AB8EEC669}" dt="2026-04-07T12:16:52.273" v="6185" actId="1076"/>
          <ac:spMkLst>
            <pc:docMk/>
            <pc:sldMk cId="473249361" sldId="403"/>
            <ac:spMk id="257" creationId="{9005D1BD-F825-55C6-F9CF-112437299EF1}"/>
          </ac:spMkLst>
        </pc:spChg>
        <pc:spChg chg="mod">
          <ac:chgData name="Benjamin Stratton" userId="9cfe98d5fab7370f" providerId="LiveId" clId="{2D49838A-A9F3-4D87-B089-1B5AB8EEC669}" dt="2026-04-07T12:17:32.403" v="6194" actId="14100"/>
          <ac:spMkLst>
            <pc:docMk/>
            <pc:sldMk cId="473249361" sldId="403"/>
            <ac:spMk id="260" creationId="{74281ECC-3BB5-E6EB-B686-255CDFD879E9}"/>
          </ac:spMkLst>
        </pc:spChg>
        <pc:spChg chg="mod">
          <ac:chgData name="Benjamin Stratton" userId="9cfe98d5fab7370f" providerId="LiveId" clId="{2D49838A-A9F3-4D87-B089-1B5AB8EEC669}" dt="2026-04-07T12:17:38.724" v="6196" actId="14100"/>
          <ac:spMkLst>
            <pc:docMk/>
            <pc:sldMk cId="473249361" sldId="403"/>
            <ac:spMk id="265" creationId="{168B07B0-7C2D-74E1-CBCC-98D4C8C02473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267" creationId="{80F21D50-FDC1-599A-3AAC-1A94DD061424}"/>
          </ac:spMkLst>
        </pc:spChg>
        <pc:spChg chg="mod">
          <ac:chgData name="Benjamin Stratton" userId="9cfe98d5fab7370f" providerId="LiveId" clId="{2D49838A-A9F3-4D87-B089-1B5AB8EEC669}" dt="2026-04-07T12:17:41.318" v="6197" actId="14100"/>
          <ac:spMkLst>
            <pc:docMk/>
            <pc:sldMk cId="473249361" sldId="403"/>
            <ac:spMk id="270" creationId="{27012AA9-935F-8068-07C8-63DDA6F22085}"/>
          </ac:spMkLst>
        </pc:spChg>
        <pc:spChg chg="add mod">
          <ac:chgData name="Benjamin Stratton" userId="9cfe98d5fab7370f" providerId="LiveId" clId="{2D49838A-A9F3-4D87-B089-1B5AB8EEC669}" dt="2026-04-07T12:16:52.273" v="6185" actId="1076"/>
          <ac:spMkLst>
            <pc:docMk/>
            <pc:sldMk cId="473249361" sldId="403"/>
            <ac:spMk id="271" creationId="{15F4D94A-EC3A-EC06-54C2-E8DD677807A7}"/>
          </ac:spMkLst>
        </pc:spChg>
        <pc:spChg chg="mod">
          <ac:chgData name="Benjamin Stratton" userId="9cfe98d5fab7370f" providerId="LiveId" clId="{2D49838A-A9F3-4D87-B089-1B5AB8EEC669}" dt="2026-04-07T12:17:43.703" v="6198" actId="14100"/>
          <ac:spMkLst>
            <pc:docMk/>
            <pc:sldMk cId="473249361" sldId="403"/>
            <ac:spMk id="275" creationId="{A88BEEDA-71F3-618A-F6BD-8B4C8302B1DD}"/>
          </ac:spMkLst>
        </pc:spChg>
        <pc:spChg chg="mod">
          <ac:chgData name="Benjamin Stratton" userId="9cfe98d5fab7370f" providerId="LiveId" clId="{2D49838A-A9F3-4D87-B089-1B5AB8EEC669}" dt="2026-04-07T12:17:45.922" v="6199" actId="14100"/>
          <ac:spMkLst>
            <pc:docMk/>
            <pc:sldMk cId="473249361" sldId="403"/>
            <ac:spMk id="280" creationId="{96F367F4-7392-8BD9-12CF-1C30AE2D238E}"/>
          </ac:spMkLst>
        </pc:spChg>
        <pc:spChg chg="add 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282" creationId="{A3BC1685-50F0-ABCE-A6E3-0CD55426792B}"/>
          </ac:spMkLst>
        </pc:spChg>
        <pc:spChg chg="add mod">
          <ac:chgData name="Benjamin Stratton" userId="9cfe98d5fab7370f" providerId="LiveId" clId="{2D49838A-A9F3-4D87-B089-1B5AB8EEC669}" dt="2026-04-07T12:17:48.109" v="6200" actId="14100"/>
          <ac:spMkLst>
            <pc:docMk/>
            <pc:sldMk cId="473249361" sldId="403"/>
            <ac:spMk id="285" creationId="{FB4AAC56-A5A0-3F37-6047-2EF870D80842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286" creationId="{C1A6062A-1FCC-71F1-8A61-4892C45740C3}"/>
          </ac:spMkLst>
        </pc:spChg>
        <pc:spChg chg="mod">
          <ac:chgData name="Benjamin Stratton" userId="9cfe98d5fab7370f" providerId="LiveId" clId="{2D49838A-A9F3-4D87-B089-1B5AB8EEC669}" dt="2026-04-07T12:17:51.209" v="6201" actId="14100"/>
          <ac:spMkLst>
            <pc:docMk/>
            <pc:sldMk cId="473249361" sldId="403"/>
            <ac:spMk id="290" creationId="{361974FD-384C-5472-2D3F-19DEFA1CD372}"/>
          </ac:spMkLst>
        </pc:spChg>
        <pc:spChg chg="add 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291" creationId="{D319BDE7-F339-8131-2CFC-394B2E25F7BB}"/>
          </ac:spMkLst>
        </pc:spChg>
        <pc:spChg chg="add mod">
          <ac:chgData name="Benjamin Stratton" userId="9cfe98d5fab7370f" providerId="LiveId" clId="{2D49838A-A9F3-4D87-B089-1B5AB8EEC669}" dt="2026-04-07T12:16:52.273" v="6185" actId="1076"/>
          <ac:spMkLst>
            <pc:docMk/>
            <pc:sldMk cId="473249361" sldId="403"/>
            <ac:spMk id="292" creationId="{4EA0F281-EE2E-63F2-EA96-B84B68F6F398}"/>
          </ac:spMkLst>
        </pc:spChg>
        <pc:spChg chg="mod">
          <ac:chgData name="Benjamin Stratton" userId="9cfe98d5fab7370f" providerId="LiveId" clId="{2D49838A-A9F3-4D87-B089-1B5AB8EEC669}" dt="2026-04-07T12:17:53.151" v="6202" actId="14100"/>
          <ac:spMkLst>
            <pc:docMk/>
            <pc:sldMk cId="473249361" sldId="403"/>
            <ac:spMk id="295" creationId="{91DF0FCC-45A5-451F-6EA5-BD37795C279C}"/>
          </ac:spMkLst>
        </pc:spChg>
        <pc:spChg chg="mod">
          <ac:chgData name="Benjamin Stratton" userId="9cfe98d5fab7370f" providerId="LiveId" clId="{2D49838A-A9F3-4D87-B089-1B5AB8EEC669}" dt="2026-04-07T12:17:55.594" v="6203" actId="14100"/>
          <ac:spMkLst>
            <pc:docMk/>
            <pc:sldMk cId="473249361" sldId="403"/>
            <ac:spMk id="300" creationId="{ECCB1E1A-19CF-2138-2413-A7C0B1444174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305" creationId="{5C6B924D-4B3A-8317-34D1-D4B7C36DF82A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309" creationId="{4D6BBADA-ACE3-A947-0B34-24BDEC61FBDB}"/>
          </ac:spMkLst>
        </pc:spChg>
        <pc:spChg chg="add mod">
          <ac:chgData name="Benjamin Stratton" userId="9cfe98d5fab7370f" providerId="LiveId" clId="{2D49838A-A9F3-4D87-B089-1B5AB8EEC669}" dt="2026-04-07T12:16:52.273" v="6185" actId="1076"/>
          <ac:spMkLst>
            <pc:docMk/>
            <pc:sldMk cId="473249361" sldId="403"/>
            <ac:spMk id="314" creationId="{C220D321-7316-43D9-3DA1-3398329DC3E0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318" creationId="{1035D235-A884-1DE3-2108-1224B1CB6AD1}"/>
          </ac:spMkLst>
        </pc:spChg>
        <pc:spChg chg="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321" creationId="{B0FDD0CC-DA18-333B-FB28-FA5612C6BCAA}"/>
          </ac:spMkLst>
        </pc:spChg>
        <pc:spChg chg="add mod">
          <ac:chgData name="Benjamin Stratton" userId="9cfe98d5fab7370f" providerId="LiveId" clId="{2D49838A-A9F3-4D87-B089-1B5AB8EEC669}" dt="2026-04-07T12:17:03.289" v="6188" actId="692"/>
          <ac:spMkLst>
            <pc:docMk/>
            <pc:sldMk cId="473249361" sldId="403"/>
            <ac:spMk id="322" creationId="{469A47AA-2576-DE8A-5D9F-444FBC71064A}"/>
          </ac:spMkLst>
        </pc:spChg>
        <pc:spChg chg="add mod">
          <ac:chgData name="Benjamin Stratton" userId="9cfe98d5fab7370f" providerId="LiveId" clId="{2D49838A-A9F3-4D87-B089-1B5AB8EEC669}" dt="2026-04-07T12:16:52.273" v="6185" actId="1076"/>
          <ac:spMkLst>
            <pc:docMk/>
            <pc:sldMk cId="473249361" sldId="403"/>
            <ac:spMk id="326" creationId="{30734503-F3B3-C740-8EF1-36CBACB1061B}"/>
          </ac:spMkLst>
        </pc:spChg>
        <pc:cxnChg chg="add mod">
          <ac:chgData name="Benjamin Stratton" userId="9cfe98d5fab7370f" providerId="LiveId" clId="{2D49838A-A9F3-4D87-B089-1B5AB8EEC669}" dt="2026-04-07T12:12:13.093" v="6101" actId="1076"/>
          <ac:cxnSpMkLst>
            <pc:docMk/>
            <pc:sldMk cId="473249361" sldId="403"/>
            <ac:cxnSpMk id="16" creationId="{E30619F9-CF40-13C2-08B5-1BC0043AE8E3}"/>
          </ac:cxnSpMkLst>
        </pc:cxnChg>
        <pc:cxnChg chg="add mod">
          <ac:chgData name="Benjamin Stratton" userId="9cfe98d5fab7370f" providerId="LiveId" clId="{2D49838A-A9F3-4D87-B089-1B5AB8EEC669}" dt="2026-04-07T12:12:13.093" v="6101" actId="1076"/>
          <ac:cxnSpMkLst>
            <pc:docMk/>
            <pc:sldMk cId="473249361" sldId="403"/>
            <ac:cxnSpMk id="17" creationId="{9B65EB76-D5B2-6C73-29D3-DC31A79F3153}"/>
          </ac:cxnSpMkLst>
        </pc:cxnChg>
        <pc:cxnChg chg="mod">
          <ac:chgData name="Benjamin Stratton" userId="9cfe98d5fab7370f" providerId="LiveId" clId="{2D49838A-A9F3-4D87-B089-1B5AB8EEC669}" dt="2026-04-07T12:11:49.279" v="6094" actId="1076"/>
          <ac:cxnSpMkLst>
            <pc:docMk/>
            <pc:sldMk cId="473249361" sldId="403"/>
            <ac:cxnSpMk id="20" creationId="{047EA27E-7386-175A-BDFA-5892683E8AD1}"/>
          </ac:cxnSpMkLst>
        </pc:cxnChg>
        <pc:cxnChg chg="mod">
          <ac:chgData name="Benjamin Stratton" userId="9cfe98d5fab7370f" providerId="LiveId" clId="{2D49838A-A9F3-4D87-B089-1B5AB8EEC669}" dt="2026-04-07T12:11:50.960" v="6095" actId="1076"/>
          <ac:cxnSpMkLst>
            <pc:docMk/>
            <pc:sldMk cId="473249361" sldId="403"/>
            <ac:cxnSpMk id="21" creationId="{ECAE750B-D02C-0641-6F22-B729F1BCFAC4}"/>
          </ac:cxnSpMkLst>
        </pc:cxnChg>
        <pc:cxnChg chg="add mod">
          <ac:chgData name="Benjamin Stratton" userId="9cfe98d5fab7370f" providerId="LiveId" clId="{2D49838A-A9F3-4D87-B089-1B5AB8EEC669}" dt="2026-04-07T12:12:20.056" v="6103" actId="1076"/>
          <ac:cxnSpMkLst>
            <pc:docMk/>
            <pc:sldMk cId="473249361" sldId="403"/>
            <ac:cxnSpMk id="25" creationId="{632D7160-F036-3FA6-32B7-CB0739624CB1}"/>
          </ac:cxnSpMkLst>
        </pc:cxnChg>
        <pc:cxnChg chg="add mod">
          <ac:chgData name="Benjamin Stratton" userId="9cfe98d5fab7370f" providerId="LiveId" clId="{2D49838A-A9F3-4D87-B089-1B5AB8EEC669}" dt="2026-04-07T12:12:20.056" v="6103" actId="1076"/>
          <ac:cxnSpMkLst>
            <pc:docMk/>
            <pc:sldMk cId="473249361" sldId="403"/>
            <ac:cxnSpMk id="26" creationId="{0194EB80-107A-EB09-A13B-ACEFCC84D141}"/>
          </ac:cxnSpMkLst>
        </pc:cxnChg>
        <pc:cxnChg chg="add mod">
          <ac:chgData name="Benjamin Stratton" userId="9cfe98d5fab7370f" providerId="LiveId" clId="{2D49838A-A9F3-4D87-B089-1B5AB8EEC669}" dt="2026-04-07T12:12:20.056" v="6103" actId="1076"/>
          <ac:cxnSpMkLst>
            <pc:docMk/>
            <pc:sldMk cId="473249361" sldId="403"/>
            <ac:cxnSpMk id="30" creationId="{BC7F878B-9DDF-0494-0533-E51846E3684F}"/>
          </ac:cxnSpMkLst>
        </pc:cxnChg>
        <pc:cxnChg chg="add mod">
          <ac:chgData name="Benjamin Stratton" userId="9cfe98d5fab7370f" providerId="LiveId" clId="{2D49838A-A9F3-4D87-B089-1B5AB8EEC669}" dt="2026-04-07T12:12:20.056" v="6103" actId="1076"/>
          <ac:cxnSpMkLst>
            <pc:docMk/>
            <pc:sldMk cId="473249361" sldId="403"/>
            <ac:cxnSpMk id="31" creationId="{D8B6A013-D468-546B-D0A3-F154D2FD4755}"/>
          </ac:cxnSpMkLst>
        </pc:cxnChg>
        <pc:cxnChg chg="add mod">
          <ac:chgData name="Benjamin Stratton" userId="9cfe98d5fab7370f" providerId="LiveId" clId="{2D49838A-A9F3-4D87-B089-1B5AB8EEC669}" dt="2026-04-07T12:13:35.941" v="6117" actId="1076"/>
          <ac:cxnSpMkLst>
            <pc:docMk/>
            <pc:sldMk cId="473249361" sldId="403"/>
            <ac:cxnSpMk id="233" creationId="{A87E8550-4483-9E60-90DE-5BA1332E3520}"/>
          </ac:cxnSpMkLst>
        </pc:cxnChg>
        <pc:cxnChg chg="add mod">
          <ac:chgData name="Benjamin Stratton" userId="9cfe98d5fab7370f" providerId="LiveId" clId="{2D49838A-A9F3-4D87-B089-1B5AB8EEC669}" dt="2026-04-07T12:13:35.941" v="6117" actId="1076"/>
          <ac:cxnSpMkLst>
            <pc:docMk/>
            <pc:sldMk cId="473249361" sldId="403"/>
            <ac:cxnSpMk id="241" creationId="{AAF70509-7B25-8455-60FD-F741260CBDA5}"/>
          </ac:cxnSpMkLst>
        </pc:cxnChg>
      </pc:sldChg>
      <pc:sldChg chg="addSp modSp add mod">
        <pc:chgData name="Benjamin Stratton" userId="9cfe98d5fab7370f" providerId="LiveId" clId="{2D49838A-A9F3-4D87-B089-1B5AB8EEC669}" dt="2026-04-07T13:47:57.399" v="6974" actId="1076"/>
        <pc:sldMkLst>
          <pc:docMk/>
          <pc:sldMk cId="1608970469" sldId="404"/>
        </pc:sldMkLst>
        <pc:spChg chg="mod">
          <ac:chgData name="Benjamin Stratton" userId="9cfe98d5fab7370f" providerId="LiveId" clId="{2D49838A-A9F3-4D87-B089-1B5AB8EEC669}" dt="2026-04-07T13:47:57.399" v="6974" actId="1076"/>
          <ac:spMkLst>
            <pc:docMk/>
            <pc:sldMk cId="1608970469" sldId="404"/>
            <ac:spMk id="2" creationId="{A6475038-CCA1-5299-3719-B5F17A3E1808}"/>
          </ac:spMkLst>
        </pc:spChg>
        <pc:spChg chg="add mod">
          <ac:chgData name="Benjamin Stratton" userId="9cfe98d5fab7370f" providerId="LiveId" clId="{2D49838A-A9F3-4D87-B089-1B5AB8EEC669}" dt="2026-04-07T13:37:38.684" v="6790"/>
          <ac:spMkLst>
            <pc:docMk/>
            <pc:sldMk cId="1608970469" sldId="404"/>
            <ac:spMk id="3" creationId="{BC9B4A36-FDF3-872B-7F89-D1C7DB132406}"/>
          </ac:spMkLst>
        </pc:spChg>
      </pc:sldChg>
      <pc:sldChg chg="addSp modSp add mod">
        <pc:chgData name="Benjamin Stratton" userId="9cfe98d5fab7370f" providerId="LiveId" clId="{2D49838A-A9F3-4D87-B089-1B5AB8EEC669}" dt="2026-04-07T13:52:14.767" v="7042" actId="2711"/>
        <pc:sldMkLst>
          <pc:docMk/>
          <pc:sldMk cId="217796091" sldId="405"/>
        </pc:sldMkLst>
        <pc:spChg chg="add mod">
          <ac:chgData name="Benjamin Stratton" userId="9cfe98d5fab7370f" providerId="LiveId" clId="{2D49838A-A9F3-4D87-B089-1B5AB8EEC669}" dt="2026-04-07T13:37:51.603" v="6795" actId="1076"/>
          <ac:spMkLst>
            <pc:docMk/>
            <pc:sldMk cId="217796091" sldId="405"/>
            <ac:spMk id="5" creationId="{AE706479-2B80-F20E-3D11-356C5B13B801}"/>
          </ac:spMkLst>
        </pc:spChg>
        <pc:spChg chg="mod">
          <ac:chgData name="Benjamin Stratton" userId="9cfe98d5fab7370f" providerId="LiveId" clId="{2D49838A-A9F3-4D87-B089-1B5AB8EEC669}" dt="2026-04-07T13:52:14.767" v="7042" actId="2711"/>
          <ac:spMkLst>
            <pc:docMk/>
            <pc:sldMk cId="217796091" sldId="405"/>
            <ac:spMk id="6" creationId="{D2F7D6B6-AEE0-8E97-DBBB-3D26BE47FB76}"/>
          </ac:spMkLst>
        </pc:spChg>
      </pc:sldChg>
      <pc:sldChg chg="addSp modSp add mod">
        <pc:chgData name="Benjamin Stratton" userId="9cfe98d5fab7370f" providerId="LiveId" clId="{2D49838A-A9F3-4D87-B089-1B5AB8EEC669}" dt="2026-04-07T13:38:10.209" v="6802" actId="1076"/>
        <pc:sldMkLst>
          <pc:docMk/>
          <pc:sldMk cId="3939867973" sldId="406"/>
        </pc:sldMkLst>
        <pc:spChg chg="add mod">
          <ac:chgData name="Benjamin Stratton" userId="9cfe98d5fab7370f" providerId="LiveId" clId="{2D49838A-A9F3-4D87-B089-1B5AB8EEC669}" dt="2026-04-07T13:38:10.209" v="6802" actId="1076"/>
          <ac:spMkLst>
            <pc:docMk/>
            <pc:sldMk cId="3939867973" sldId="406"/>
            <ac:spMk id="3" creationId="{165BE9AF-96C8-6E87-B5F5-48C62601F2FA}"/>
          </ac:spMkLst>
        </pc:spChg>
      </pc:sldChg>
      <pc:sldChg chg="addSp modSp add mod">
        <pc:chgData name="Benjamin Stratton" userId="9cfe98d5fab7370f" providerId="LiveId" clId="{2D49838A-A9F3-4D87-B089-1B5AB8EEC669}" dt="2026-04-07T13:53:17.993" v="7048" actId="2711"/>
        <pc:sldMkLst>
          <pc:docMk/>
          <pc:sldMk cId="3627413828" sldId="407"/>
        </pc:sldMkLst>
        <pc:spChg chg="add mod ord">
          <ac:chgData name="Benjamin Stratton" userId="9cfe98d5fab7370f" providerId="LiveId" clId="{2D49838A-A9F3-4D87-B089-1B5AB8EEC669}" dt="2026-04-07T13:38:35.909" v="6806" actId="167"/>
          <ac:spMkLst>
            <pc:docMk/>
            <pc:sldMk cId="3627413828" sldId="407"/>
            <ac:spMk id="4" creationId="{8491905A-AF09-1C0A-DB46-8A5A51759DC9}"/>
          </ac:spMkLst>
        </pc:spChg>
        <pc:spChg chg="mod">
          <ac:chgData name="Benjamin Stratton" userId="9cfe98d5fab7370f" providerId="LiveId" clId="{2D49838A-A9F3-4D87-B089-1B5AB8EEC669}" dt="2026-04-07T13:53:17.993" v="7048" actId="2711"/>
          <ac:spMkLst>
            <pc:docMk/>
            <pc:sldMk cId="3627413828" sldId="407"/>
            <ac:spMk id="16" creationId="{11F268A5-BAAF-90F0-0A68-4EB710C4B698}"/>
          </ac:spMkLst>
        </pc:spChg>
        <pc:picChg chg="mod">
          <ac:chgData name="Benjamin Stratton" userId="9cfe98d5fab7370f" providerId="LiveId" clId="{2D49838A-A9F3-4D87-B089-1B5AB8EEC669}" dt="2026-04-07T13:38:33.503" v="6805" actId="1076"/>
          <ac:picMkLst>
            <pc:docMk/>
            <pc:sldMk cId="3627413828" sldId="407"/>
            <ac:picMk id="18" creationId="{C7BFCE05-803A-B308-90E6-F7E192F6642C}"/>
          </ac:picMkLst>
        </pc:picChg>
      </pc:sldChg>
      <pc:sldChg chg="addSp delSp modSp add mod ord modAnim">
        <pc:chgData name="Benjamin Stratton" userId="9cfe98d5fab7370f" providerId="LiveId" clId="{2D49838A-A9F3-4D87-B089-1B5AB8EEC669}" dt="2026-04-07T13:36:51.405" v="6777" actId="1076"/>
        <pc:sldMkLst>
          <pc:docMk/>
          <pc:sldMk cId="988929803" sldId="408"/>
        </pc:sldMkLst>
        <pc:spChg chg="mod">
          <ac:chgData name="Benjamin Stratton" userId="9cfe98d5fab7370f" providerId="LiveId" clId="{2D49838A-A9F3-4D87-B089-1B5AB8EEC669}" dt="2026-04-07T13:35:13.520" v="6711" actId="20577"/>
          <ac:spMkLst>
            <pc:docMk/>
            <pc:sldMk cId="988929803" sldId="408"/>
            <ac:spMk id="3" creationId="{7D77545A-11ED-44A7-9E8A-A6866CF77783}"/>
          </ac:spMkLst>
        </pc:spChg>
        <pc:spChg chg="add mod">
          <ac:chgData name="Benjamin Stratton" userId="9cfe98d5fab7370f" providerId="LiveId" clId="{2D49838A-A9F3-4D87-B089-1B5AB8EEC669}" dt="2026-04-07T13:35:49.641" v="6741" actId="1076"/>
          <ac:spMkLst>
            <pc:docMk/>
            <pc:sldMk cId="988929803" sldId="408"/>
            <ac:spMk id="5" creationId="{35401EEE-8527-EFAC-C63E-5B9F5273F2BB}"/>
          </ac:spMkLst>
        </pc:spChg>
        <pc:spChg chg="add mod">
          <ac:chgData name="Benjamin Stratton" userId="9cfe98d5fab7370f" providerId="LiveId" clId="{2D49838A-A9F3-4D87-B089-1B5AB8EEC669}" dt="2026-04-07T13:36:51.405" v="6777" actId="1076"/>
          <ac:spMkLst>
            <pc:docMk/>
            <pc:sldMk cId="988929803" sldId="408"/>
            <ac:spMk id="7" creationId="{7A8D12C6-5A15-A9FE-DD33-B270B4867FAC}"/>
          </ac:spMkLst>
        </pc:spChg>
        <pc:cxnChg chg="add mod">
          <ac:chgData name="Benjamin Stratton" userId="9cfe98d5fab7370f" providerId="LiveId" clId="{2D49838A-A9F3-4D87-B089-1B5AB8EEC669}" dt="2026-04-07T13:36:24.429" v="6744" actId="1076"/>
          <ac:cxnSpMkLst>
            <pc:docMk/>
            <pc:sldMk cId="988929803" sldId="408"/>
            <ac:cxnSpMk id="6" creationId="{F34914E3-AB89-4C85-9687-27EA7B337203}"/>
          </ac:cxnSpMkLst>
        </pc:cxnChg>
        <pc:cxnChg chg="add mod">
          <ac:chgData name="Benjamin Stratton" userId="9cfe98d5fab7370f" providerId="LiveId" clId="{2D49838A-A9F3-4D87-B089-1B5AB8EEC669}" dt="2026-04-07T13:36:47.584" v="6776" actId="1076"/>
          <ac:cxnSpMkLst>
            <pc:docMk/>
            <pc:sldMk cId="988929803" sldId="408"/>
            <ac:cxnSpMk id="8" creationId="{2D4C88B8-DEF6-F6C1-AA87-85F209E46318}"/>
          </ac:cxnSpMkLst>
        </pc:cxnChg>
      </pc:sldChg>
      <pc:sldChg chg="addSp delSp modSp add mod delAnim">
        <pc:chgData name="Benjamin Stratton" userId="9cfe98d5fab7370f" providerId="LiveId" clId="{2D49838A-A9F3-4D87-B089-1B5AB8EEC669}" dt="2026-04-07T13:40:07.090" v="6846" actId="1076"/>
        <pc:sldMkLst>
          <pc:docMk/>
          <pc:sldMk cId="4177867080" sldId="409"/>
        </pc:sldMkLst>
        <pc:spChg chg="add mod">
          <ac:chgData name="Benjamin Stratton" userId="9cfe98d5fab7370f" providerId="LiveId" clId="{2D49838A-A9F3-4D87-B089-1B5AB8EEC669}" dt="2026-04-07T13:40:07.090" v="6846" actId="1076"/>
          <ac:spMkLst>
            <pc:docMk/>
            <pc:sldMk cId="4177867080" sldId="409"/>
            <ac:spMk id="2" creationId="{ADB6A212-C45D-8191-17C6-7CA842A2260A}"/>
          </ac:spMkLst>
        </pc:spChg>
        <pc:spChg chg="mod">
          <ac:chgData name="Benjamin Stratton" userId="9cfe98d5fab7370f" providerId="LiveId" clId="{2D49838A-A9F3-4D87-B089-1B5AB8EEC669}" dt="2026-04-07T13:39:30.418" v="6838" actId="20577"/>
          <ac:spMkLst>
            <pc:docMk/>
            <pc:sldMk cId="4177867080" sldId="409"/>
            <ac:spMk id="5" creationId="{C3C4D357-B52A-24D2-10A4-ABAA08559714}"/>
          </ac:spMkLst>
        </pc:spChg>
      </pc:sldChg>
      <pc:sldChg chg="modSp add mod ord">
        <pc:chgData name="Benjamin Stratton" userId="9cfe98d5fab7370f" providerId="LiveId" clId="{2D49838A-A9F3-4D87-B089-1B5AB8EEC669}" dt="2026-04-07T13:43:14.830" v="6935" actId="114"/>
        <pc:sldMkLst>
          <pc:docMk/>
          <pc:sldMk cId="1941384980" sldId="410"/>
        </pc:sldMkLst>
        <pc:spChg chg="mod">
          <ac:chgData name="Benjamin Stratton" userId="9cfe98d5fab7370f" providerId="LiveId" clId="{2D49838A-A9F3-4D87-B089-1B5AB8EEC669}" dt="2026-04-07T13:43:14.830" v="6935" actId="114"/>
          <ac:spMkLst>
            <pc:docMk/>
            <pc:sldMk cId="1941384980" sldId="410"/>
            <ac:spMk id="2" creationId="{8D3A9051-3C5B-B757-37E8-82214A2DD3DE}"/>
          </ac:spMkLst>
        </pc:spChg>
        <pc:spChg chg="mod">
          <ac:chgData name="Benjamin Stratton" userId="9cfe98d5fab7370f" providerId="LiveId" clId="{2D49838A-A9F3-4D87-B089-1B5AB8EEC669}" dt="2026-04-07T13:40:42.042" v="6887" actId="20577"/>
          <ac:spMkLst>
            <pc:docMk/>
            <pc:sldMk cId="1941384980" sldId="410"/>
            <ac:spMk id="5" creationId="{17B669C6-EDC7-2DFF-5E49-C2EBD613A1A0}"/>
          </ac:spMkLst>
        </pc:spChg>
      </pc:sldChg>
      <pc:sldChg chg="addSp delSp modSp add mod ord delAnim">
        <pc:chgData name="Benjamin Stratton" userId="9cfe98d5fab7370f" providerId="LiveId" clId="{2D49838A-A9F3-4D87-B089-1B5AB8EEC669}" dt="2026-04-07T13:50:44.654" v="7023" actId="21"/>
        <pc:sldMkLst>
          <pc:docMk/>
          <pc:sldMk cId="2447461919" sldId="411"/>
        </pc:sldMkLst>
        <pc:spChg chg="mod">
          <ac:chgData name="Benjamin Stratton" userId="9cfe98d5fab7370f" providerId="LiveId" clId="{2D49838A-A9F3-4D87-B089-1B5AB8EEC669}" dt="2026-04-07T13:50:41.460" v="7022" actId="6549"/>
          <ac:spMkLst>
            <pc:docMk/>
            <pc:sldMk cId="2447461919" sldId="411"/>
            <ac:spMk id="2" creationId="{9C1C71A5-25EF-70EE-1A80-B58E2E3DC0B9}"/>
          </ac:spMkLst>
        </pc:spChg>
        <pc:spChg chg="mod">
          <ac:chgData name="Benjamin Stratton" userId="9cfe98d5fab7370f" providerId="LiveId" clId="{2D49838A-A9F3-4D87-B089-1B5AB8EEC669}" dt="2026-04-07T13:49:16.663" v="6996"/>
          <ac:spMkLst>
            <pc:docMk/>
            <pc:sldMk cId="2447461919" sldId="411"/>
            <ac:spMk id="7" creationId="{6E265469-4B39-273A-FFD5-758E6BA7034E}"/>
          </ac:spMkLst>
        </pc:spChg>
        <pc:spChg chg="add mod ord">
          <ac:chgData name="Benjamin Stratton" userId="9cfe98d5fab7370f" providerId="LiveId" clId="{2D49838A-A9F3-4D87-B089-1B5AB8EEC669}" dt="2026-04-07T13:49:25.753" v="6999" actId="167"/>
          <ac:spMkLst>
            <pc:docMk/>
            <pc:sldMk cId="2447461919" sldId="411"/>
            <ac:spMk id="29" creationId="{392CB677-18D8-C744-247C-5E59BBFEE3C6}"/>
          </ac:spMkLst>
        </pc:spChg>
        <pc:spChg chg="add mod ord">
          <ac:chgData name="Benjamin Stratton" userId="9cfe98d5fab7370f" providerId="LiveId" clId="{2D49838A-A9F3-4D87-B089-1B5AB8EEC669}" dt="2026-04-07T13:50:04.355" v="7011" actId="1076"/>
          <ac:spMkLst>
            <pc:docMk/>
            <pc:sldMk cId="2447461919" sldId="411"/>
            <ac:spMk id="30" creationId="{91C05266-E975-D1B0-D369-2992C1354EBE}"/>
          </ac:spMkLst>
        </pc:spChg>
        <pc:spChg chg="add mod ord">
          <ac:chgData name="Benjamin Stratton" userId="9cfe98d5fab7370f" providerId="LiveId" clId="{2D49838A-A9F3-4D87-B089-1B5AB8EEC669}" dt="2026-04-07T13:50:13.340" v="7014" actId="14100"/>
          <ac:spMkLst>
            <pc:docMk/>
            <pc:sldMk cId="2447461919" sldId="411"/>
            <ac:spMk id="31" creationId="{36CF25EF-5BB3-440E-78FC-0FCD050C1113}"/>
          </ac:spMkLst>
        </pc:spChg>
        <pc:spChg chg="add mod">
          <ac:chgData name="Benjamin Stratton" userId="9cfe98d5fab7370f" providerId="LiveId" clId="{2D49838A-A9F3-4D87-B089-1B5AB8EEC669}" dt="2026-04-07T13:50:29.620" v="7015"/>
          <ac:spMkLst>
            <pc:docMk/>
            <pc:sldMk cId="2447461919" sldId="411"/>
            <ac:spMk id="32" creationId="{88B13227-F1DF-50CC-5B97-B49D19C49CE4}"/>
          </ac:spMkLst>
        </pc:spChg>
      </pc:sldChg>
      <pc:sldChg chg="addSp modSp add mod">
        <pc:chgData name="Benjamin Stratton" userId="9cfe98d5fab7370f" providerId="LiveId" clId="{2D49838A-A9F3-4D87-B089-1B5AB8EEC669}" dt="2026-04-07T13:54:06.875" v="7052"/>
        <pc:sldMkLst>
          <pc:docMk/>
          <pc:sldMk cId="4106411355" sldId="412"/>
        </pc:sldMkLst>
        <pc:spChg chg="mod">
          <ac:chgData name="Benjamin Stratton" userId="9cfe98d5fab7370f" providerId="LiveId" clId="{2D49838A-A9F3-4D87-B089-1B5AB8EEC669}" dt="2026-04-07T13:53:57.920" v="7051" actId="6549"/>
          <ac:spMkLst>
            <pc:docMk/>
            <pc:sldMk cId="4106411355" sldId="412"/>
            <ac:spMk id="3" creationId="{9993A5BC-5477-167C-3A95-AA46C1399586}"/>
          </ac:spMkLst>
        </pc:spChg>
        <pc:spChg chg="add mod">
          <ac:chgData name="Benjamin Stratton" userId="9cfe98d5fab7370f" providerId="LiveId" clId="{2D49838A-A9F3-4D87-B089-1B5AB8EEC669}" dt="2026-04-07T13:54:06.875" v="7052"/>
          <ac:spMkLst>
            <pc:docMk/>
            <pc:sldMk cId="4106411355" sldId="412"/>
            <ac:spMk id="4" creationId="{393FD6E6-7130-A1F8-08F0-E8BE3ECF93BA}"/>
          </ac:spMkLst>
        </pc:spChg>
      </pc:sldChg>
      <pc:sldChg chg="new del">
        <pc:chgData name="Benjamin Stratton" userId="9cfe98d5fab7370f" providerId="LiveId" clId="{2D49838A-A9F3-4D87-B089-1B5AB8EEC669}" dt="2026-04-09T12:44:24.704" v="7054" actId="2696"/>
        <pc:sldMkLst>
          <pc:docMk/>
          <pc:sldMk cId="1558421975" sldId="476"/>
        </pc:sldMkLst>
      </pc:sldChg>
      <pc:sldChg chg="addSp delSp modSp new mod modAnim">
        <pc:chgData name="Benjamin Stratton" userId="9cfe98d5fab7370f" providerId="LiveId" clId="{2D49838A-A9F3-4D87-B089-1B5AB8EEC669}" dt="2026-04-09T12:50:18.186" v="7141"/>
        <pc:sldMkLst>
          <pc:docMk/>
          <pc:sldMk cId="2051045779" sldId="476"/>
        </pc:sldMkLst>
        <pc:spChg chg="del">
          <ac:chgData name="Benjamin Stratton" userId="9cfe98d5fab7370f" providerId="LiveId" clId="{2D49838A-A9F3-4D87-B089-1B5AB8EEC669}" dt="2026-04-09T12:47:21.504" v="7081" actId="21"/>
          <ac:spMkLst>
            <pc:docMk/>
            <pc:sldMk cId="2051045779" sldId="476"/>
            <ac:spMk id="2" creationId="{8FADA6CE-7376-1C02-6E37-3E3DB608F016}"/>
          </ac:spMkLst>
        </pc:spChg>
        <pc:spChg chg="add mod">
          <ac:chgData name="Benjamin Stratton" userId="9cfe98d5fab7370f" providerId="LiveId" clId="{2D49838A-A9F3-4D87-B089-1B5AB8EEC669}" dt="2026-04-09T12:47:10.387" v="7078" actId="20577"/>
          <ac:spMkLst>
            <pc:docMk/>
            <pc:sldMk cId="2051045779" sldId="476"/>
            <ac:spMk id="3" creationId="{6B550779-52AA-92C8-AB84-5CA82D7DC4D7}"/>
          </ac:spMkLst>
        </pc:spChg>
        <pc:spChg chg="add del mod">
          <ac:chgData name="Benjamin Stratton" userId="9cfe98d5fab7370f" providerId="LiveId" clId="{2D49838A-A9F3-4D87-B089-1B5AB8EEC669}" dt="2026-04-09T12:48:38.624" v="7110" actId="478"/>
          <ac:spMkLst>
            <pc:docMk/>
            <pc:sldMk cId="2051045779" sldId="476"/>
            <ac:spMk id="6" creationId="{418D188F-D9F2-B276-02C7-9C6AF5229A79}"/>
          </ac:spMkLst>
        </pc:spChg>
        <pc:spChg chg="add mod">
          <ac:chgData name="Benjamin Stratton" userId="9cfe98d5fab7370f" providerId="LiveId" clId="{2D49838A-A9F3-4D87-B089-1B5AB8EEC669}" dt="2026-04-09T12:49:55.464" v="7138" actId="1076"/>
          <ac:spMkLst>
            <pc:docMk/>
            <pc:sldMk cId="2051045779" sldId="476"/>
            <ac:spMk id="16" creationId="{55D21FA1-BFA6-24FA-D420-9E7084E75A2D}"/>
          </ac:spMkLst>
        </pc:spChg>
        <pc:picChg chg="add mod">
          <ac:chgData name="Benjamin Stratton" userId="9cfe98d5fab7370f" providerId="LiveId" clId="{2D49838A-A9F3-4D87-B089-1B5AB8EEC669}" dt="2026-04-09T12:47:35.120" v="7084" actId="1076"/>
          <ac:picMkLst>
            <pc:docMk/>
            <pc:sldMk cId="2051045779" sldId="476"/>
            <ac:picMk id="5" creationId="{412BD25E-14E6-C7CA-3339-B52E6EDE575D}"/>
          </ac:picMkLst>
        </pc:picChg>
        <pc:picChg chg="add mod">
          <ac:chgData name="Benjamin Stratton" userId="9cfe98d5fab7370f" providerId="LiveId" clId="{2D49838A-A9F3-4D87-B089-1B5AB8EEC669}" dt="2026-04-09T12:48:46.545" v="7112" actId="1076"/>
          <ac:picMkLst>
            <pc:docMk/>
            <pc:sldMk cId="2051045779" sldId="476"/>
            <ac:picMk id="8" creationId="{39B88FE3-55A8-C2F8-BD05-D55B7E97DA67}"/>
          </ac:picMkLst>
        </pc:picChg>
        <pc:cxnChg chg="add mod">
          <ac:chgData name="Benjamin Stratton" userId="9cfe98d5fab7370f" providerId="LiveId" clId="{2D49838A-A9F3-4D87-B089-1B5AB8EEC669}" dt="2026-04-09T12:50:03.517" v="7140" actId="14100"/>
          <ac:cxnSpMkLst>
            <pc:docMk/>
            <pc:sldMk cId="2051045779" sldId="476"/>
            <ac:cxnSpMk id="10" creationId="{7218E436-4274-4CD4-6B22-F320F16B9999}"/>
          </ac:cxnSpMkLst>
        </pc:cxnChg>
        <pc:cxnChg chg="add mod">
          <ac:chgData name="Benjamin Stratton" userId="9cfe98d5fab7370f" providerId="LiveId" clId="{2D49838A-A9F3-4D87-B089-1B5AB8EEC669}" dt="2026-04-09T12:49:58.726" v="7139" actId="14100"/>
          <ac:cxnSpMkLst>
            <pc:docMk/>
            <pc:sldMk cId="2051045779" sldId="476"/>
            <ac:cxnSpMk id="11" creationId="{04C29099-AC95-2560-BF17-29FBBE73C053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9T12:58:29.127" v="7267"/>
        <pc:sldMkLst>
          <pc:docMk/>
          <pc:sldMk cId="3174393936" sldId="477"/>
        </pc:sldMkLst>
        <pc:spChg chg="add mod">
          <ac:chgData name="Benjamin Stratton" userId="9cfe98d5fab7370f" providerId="LiveId" clId="{2D49838A-A9F3-4D87-B089-1B5AB8EEC669}" dt="2026-04-09T12:52:49.683" v="7200" actId="692"/>
          <ac:spMkLst>
            <pc:docMk/>
            <pc:sldMk cId="3174393936" sldId="477"/>
            <ac:spMk id="2" creationId="{E720464F-E875-351B-D462-3E1F3F013315}"/>
          </ac:spMkLst>
        </pc:spChg>
        <pc:spChg chg="add mod">
          <ac:chgData name="Benjamin Stratton" userId="9cfe98d5fab7370f" providerId="LiveId" clId="{2D49838A-A9F3-4D87-B089-1B5AB8EEC669}" dt="2026-04-09T12:52:33.305" v="7196" actId="692"/>
          <ac:spMkLst>
            <pc:docMk/>
            <pc:sldMk cId="3174393936" sldId="477"/>
            <ac:spMk id="7" creationId="{5C2B08F1-5BED-1A28-4A8E-F67E89B47787}"/>
          </ac:spMkLst>
        </pc:spChg>
        <pc:spChg chg="del mod">
          <ac:chgData name="Benjamin Stratton" userId="9cfe98d5fab7370f" providerId="LiveId" clId="{2D49838A-A9F3-4D87-B089-1B5AB8EEC669}" dt="2026-04-09T12:51:47.775" v="7180" actId="478"/>
          <ac:spMkLst>
            <pc:docMk/>
            <pc:sldMk cId="3174393936" sldId="477"/>
            <ac:spMk id="16" creationId="{D8BE51FD-3310-3C4F-1628-7A24BC7E561E}"/>
          </ac:spMkLst>
        </pc:spChg>
        <pc:picChg chg="del">
          <ac:chgData name="Benjamin Stratton" userId="9cfe98d5fab7370f" providerId="LiveId" clId="{2D49838A-A9F3-4D87-B089-1B5AB8EEC669}" dt="2026-04-09T12:51:45.475" v="7179" actId="478"/>
          <ac:picMkLst>
            <pc:docMk/>
            <pc:sldMk cId="3174393936" sldId="477"/>
            <ac:picMk id="5" creationId="{97D47A10-E88B-459F-AD7D-0C365BD563E0}"/>
          </ac:picMkLst>
        </pc:picChg>
        <pc:picChg chg="add mod">
          <ac:chgData name="Benjamin Stratton" userId="9cfe98d5fab7370f" providerId="LiveId" clId="{2D49838A-A9F3-4D87-B089-1B5AB8EEC669}" dt="2026-04-09T12:52:57.298" v="7202" actId="1076"/>
          <ac:picMkLst>
            <pc:docMk/>
            <pc:sldMk cId="3174393936" sldId="477"/>
            <ac:picMk id="6" creationId="{CAC64AD1-5B86-C1E7-9BE8-52FF15582FD3}"/>
          </ac:picMkLst>
        </pc:picChg>
        <pc:picChg chg="mod">
          <ac:chgData name="Benjamin Stratton" userId="9cfe98d5fab7370f" providerId="LiveId" clId="{2D49838A-A9F3-4D87-B089-1B5AB8EEC669}" dt="2026-04-09T12:52:08.369" v="7187" actId="1076"/>
          <ac:picMkLst>
            <pc:docMk/>
            <pc:sldMk cId="3174393936" sldId="477"/>
            <ac:picMk id="8" creationId="{CE2FD8C2-D3CA-8D2E-9E76-5C0128865508}"/>
          </ac:picMkLst>
        </pc:picChg>
        <pc:picChg chg="add mod">
          <ac:chgData name="Benjamin Stratton" userId="9cfe98d5fab7370f" providerId="LiveId" clId="{2D49838A-A9F3-4D87-B089-1B5AB8EEC669}" dt="2026-04-09T12:55:45.509" v="7244" actId="1076"/>
          <ac:picMkLst>
            <pc:docMk/>
            <pc:sldMk cId="3174393936" sldId="477"/>
            <ac:picMk id="17" creationId="{CA5AAE22-23B5-BF93-3322-51ACDAEA9436}"/>
          </ac:picMkLst>
        </pc:picChg>
        <pc:picChg chg="add mod">
          <ac:chgData name="Benjamin Stratton" userId="9cfe98d5fab7370f" providerId="LiveId" clId="{2D49838A-A9F3-4D87-B089-1B5AB8EEC669}" dt="2026-04-09T12:55:48.013" v="7245" actId="1076"/>
          <ac:picMkLst>
            <pc:docMk/>
            <pc:sldMk cId="3174393936" sldId="477"/>
            <ac:picMk id="19" creationId="{7BE7D36B-16AE-91FF-8916-43EA07EEF5D0}"/>
          </ac:picMkLst>
        </pc:picChg>
        <pc:picChg chg="add del mod">
          <ac:chgData name="Benjamin Stratton" userId="9cfe98d5fab7370f" providerId="LiveId" clId="{2D49838A-A9F3-4D87-B089-1B5AB8EEC669}" dt="2026-04-09T12:57:42.169" v="7260" actId="478"/>
          <ac:picMkLst>
            <pc:docMk/>
            <pc:sldMk cId="3174393936" sldId="477"/>
            <ac:picMk id="21" creationId="{D5AC1020-7F33-FC9C-EA84-555926C03735}"/>
          </ac:picMkLst>
        </pc:picChg>
        <pc:picChg chg="add mod">
          <ac:chgData name="Benjamin Stratton" userId="9cfe98d5fab7370f" providerId="LiveId" clId="{2D49838A-A9F3-4D87-B089-1B5AB8EEC669}" dt="2026-04-09T12:58:06.654" v="7263" actId="14100"/>
          <ac:picMkLst>
            <pc:docMk/>
            <pc:sldMk cId="3174393936" sldId="477"/>
            <ac:picMk id="23" creationId="{524B891B-D27E-BB5C-C236-03D8D981D8F9}"/>
          </ac:picMkLst>
        </pc:picChg>
        <pc:cxnChg chg="del mod">
          <ac:chgData name="Benjamin Stratton" userId="9cfe98d5fab7370f" providerId="LiveId" clId="{2D49838A-A9F3-4D87-B089-1B5AB8EEC669}" dt="2026-04-09T12:51:51.069" v="7182" actId="478"/>
          <ac:cxnSpMkLst>
            <pc:docMk/>
            <pc:sldMk cId="3174393936" sldId="477"/>
            <ac:cxnSpMk id="10" creationId="{4F2D127D-35EA-AAEE-2C4C-9C9977AE3A95}"/>
          </ac:cxnSpMkLst>
        </pc:cxnChg>
        <pc:cxnChg chg="del">
          <ac:chgData name="Benjamin Stratton" userId="9cfe98d5fab7370f" providerId="LiveId" clId="{2D49838A-A9F3-4D87-B089-1B5AB8EEC669}" dt="2026-04-09T12:51:49.516" v="7181" actId="478"/>
          <ac:cxnSpMkLst>
            <pc:docMk/>
            <pc:sldMk cId="3174393936" sldId="477"/>
            <ac:cxnSpMk id="11" creationId="{266F2826-CD51-8622-6797-05269CE45716}"/>
          </ac:cxnSpMkLst>
        </pc:cxnChg>
        <pc:cxnChg chg="add mod">
          <ac:chgData name="Benjamin Stratton" userId="9cfe98d5fab7370f" providerId="LiveId" clId="{2D49838A-A9F3-4D87-B089-1B5AB8EEC669}" dt="2026-04-09T12:53:23.687" v="7213" actId="692"/>
          <ac:cxnSpMkLst>
            <pc:docMk/>
            <pc:sldMk cId="3174393936" sldId="477"/>
            <ac:cxnSpMk id="12" creationId="{0CFAEE69-97A5-19E1-841C-5E2CDEAE920E}"/>
          </ac:cxnSpMkLst>
        </pc:cxnChg>
        <pc:cxnChg chg="add mod">
          <ac:chgData name="Benjamin Stratton" userId="9cfe98d5fab7370f" providerId="LiveId" clId="{2D49838A-A9F3-4D87-B089-1B5AB8EEC669}" dt="2026-04-09T12:53:23.687" v="7213" actId="692"/>
          <ac:cxnSpMkLst>
            <pc:docMk/>
            <pc:sldMk cId="3174393936" sldId="477"/>
            <ac:cxnSpMk id="14" creationId="{4AD92D3F-7495-AED4-31E8-CE612BA42699}"/>
          </ac:cxnSpMkLst>
        </pc:cxnChg>
      </pc:sldChg>
      <pc:sldChg chg="addSp delSp modSp add mod delAnim modAnim">
        <pc:chgData name="Benjamin Stratton" userId="9cfe98d5fab7370f" providerId="LiveId" clId="{2D49838A-A9F3-4D87-B089-1B5AB8EEC669}" dt="2026-04-09T12:57:14.055" v="7259"/>
        <pc:sldMkLst>
          <pc:docMk/>
          <pc:sldMk cId="3607085154" sldId="478"/>
        </pc:sldMkLst>
        <pc:spChg chg="del">
          <ac:chgData name="Benjamin Stratton" userId="9cfe98d5fab7370f" providerId="LiveId" clId="{2D49838A-A9F3-4D87-B089-1B5AB8EEC669}" dt="2026-04-09T12:53:41.918" v="7217" actId="478"/>
          <ac:spMkLst>
            <pc:docMk/>
            <pc:sldMk cId="3607085154" sldId="478"/>
            <ac:spMk id="2" creationId="{2C04C9FD-100F-2197-A0A5-35E3A171C30B}"/>
          </ac:spMkLst>
        </pc:spChg>
        <pc:spChg chg="mod">
          <ac:chgData name="Benjamin Stratton" userId="9cfe98d5fab7370f" providerId="LiveId" clId="{2D49838A-A9F3-4D87-B089-1B5AB8EEC669}" dt="2026-04-09T12:53:47.077" v="7218" actId="1076"/>
          <ac:spMkLst>
            <pc:docMk/>
            <pc:sldMk cId="3607085154" sldId="478"/>
            <ac:spMk id="7" creationId="{DBA4F498-77F9-C077-E916-CC5CEB6E63E8}"/>
          </ac:spMkLst>
        </pc:spChg>
        <pc:picChg chg="add mod">
          <ac:chgData name="Benjamin Stratton" userId="9cfe98d5fab7370f" providerId="LiveId" clId="{2D49838A-A9F3-4D87-B089-1B5AB8EEC669}" dt="2026-04-09T12:54:03.600" v="7234" actId="692"/>
          <ac:picMkLst>
            <pc:docMk/>
            <pc:sldMk cId="3607085154" sldId="478"/>
            <ac:picMk id="5" creationId="{2C22E1E5-BCEC-9D46-1BA1-3108BD296ACC}"/>
          </ac:picMkLst>
        </pc:picChg>
        <pc:picChg chg="del">
          <ac:chgData name="Benjamin Stratton" userId="9cfe98d5fab7370f" providerId="LiveId" clId="{2D49838A-A9F3-4D87-B089-1B5AB8EEC669}" dt="2026-04-09T12:53:41.918" v="7217" actId="478"/>
          <ac:picMkLst>
            <pc:docMk/>
            <pc:sldMk cId="3607085154" sldId="478"/>
            <ac:picMk id="6" creationId="{CBA53A81-7329-F157-3A68-07777EA6DA62}"/>
          </ac:picMkLst>
        </pc:picChg>
        <pc:picChg chg="add mod">
          <ac:chgData name="Benjamin Stratton" userId="9cfe98d5fab7370f" providerId="LiveId" clId="{2D49838A-A9F3-4D87-B089-1B5AB8EEC669}" dt="2026-04-09T12:56:59.066" v="7254" actId="1076"/>
          <ac:picMkLst>
            <pc:docMk/>
            <pc:sldMk cId="3607085154" sldId="478"/>
            <ac:picMk id="13" creationId="{C1C4F2A5-E757-1EE4-F8B6-1399691BCF26}"/>
          </ac:picMkLst>
        </pc:picChg>
        <pc:picChg chg="add mod">
          <ac:chgData name="Benjamin Stratton" userId="9cfe98d5fab7370f" providerId="LiveId" clId="{2D49838A-A9F3-4D87-B089-1B5AB8EEC669}" dt="2026-04-09T12:57:09.853" v="7258" actId="1076"/>
          <ac:picMkLst>
            <pc:docMk/>
            <pc:sldMk cId="3607085154" sldId="478"/>
            <ac:picMk id="16" creationId="{8226BDEB-2AF6-5168-8696-DBEE30741F9A}"/>
          </ac:picMkLst>
        </pc:picChg>
        <pc:cxnChg chg="mod">
          <ac:chgData name="Benjamin Stratton" userId="9cfe98d5fab7370f" providerId="LiveId" clId="{2D49838A-A9F3-4D87-B089-1B5AB8EEC669}" dt="2026-04-09T12:54:12.369" v="7236" actId="14100"/>
          <ac:cxnSpMkLst>
            <pc:docMk/>
            <pc:sldMk cId="3607085154" sldId="478"/>
            <ac:cxnSpMk id="12" creationId="{827F7FDB-0FB7-4234-1BC1-6F044435C288}"/>
          </ac:cxnSpMkLst>
        </pc:cxnChg>
        <pc:cxnChg chg="mod">
          <ac:chgData name="Benjamin Stratton" userId="9cfe98d5fab7370f" providerId="LiveId" clId="{2D49838A-A9F3-4D87-B089-1B5AB8EEC669}" dt="2026-04-09T12:54:22.619" v="7238" actId="14100"/>
          <ac:cxnSpMkLst>
            <pc:docMk/>
            <pc:sldMk cId="3607085154" sldId="478"/>
            <ac:cxnSpMk id="14" creationId="{C22A839D-5ACA-CEAC-ABE6-09F8F7A9D292}"/>
          </ac:cxnSpMkLst>
        </pc:cxnChg>
      </pc:sldChg>
      <pc:sldChg chg="delSp modSp add mod ord">
        <pc:chgData name="Benjamin Stratton" userId="9cfe98d5fab7370f" providerId="LiveId" clId="{2D49838A-A9F3-4D87-B089-1B5AB8EEC669}" dt="2026-04-09T13:45:47.706" v="7540" actId="33524"/>
        <pc:sldMkLst>
          <pc:docMk/>
          <pc:sldMk cId="2687950338" sldId="479"/>
        </pc:sldMkLst>
        <pc:spChg chg="mod">
          <ac:chgData name="Benjamin Stratton" userId="9cfe98d5fab7370f" providerId="LiveId" clId="{2D49838A-A9F3-4D87-B089-1B5AB8EEC669}" dt="2026-04-09T13:44:21.368" v="7358" actId="14100"/>
          <ac:spMkLst>
            <pc:docMk/>
            <pc:sldMk cId="2687950338" sldId="479"/>
            <ac:spMk id="2" creationId="{DA6A396A-E66B-6830-6E0A-EF46EC083E26}"/>
          </ac:spMkLst>
        </pc:spChg>
        <pc:spChg chg="del mod">
          <ac:chgData name="Benjamin Stratton" userId="9cfe98d5fab7370f" providerId="LiveId" clId="{2D49838A-A9F3-4D87-B089-1B5AB8EEC669}" dt="2026-04-09T13:45:44.630" v="7539"/>
          <ac:spMkLst>
            <pc:docMk/>
            <pc:sldMk cId="2687950338" sldId="479"/>
            <ac:spMk id="4" creationId="{F7719C9D-EEF6-E513-A77D-48D06986622A}"/>
          </ac:spMkLst>
        </pc:spChg>
        <pc:spChg chg="mod">
          <ac:chgData name="Benjamin Stratton" userId="9cfe98d5fab7370f" providerId="LiveId" clId="{2D49838A-A9F3-4D87-B089-1B5AB8EEC669}" dt="2026-04-09T13:45:47.706" v="7540" actId="33524"/>
          <ac:spMkLst>
            <pc:docMk/>
            <pc:sldMk cId="2687950338" sldId="479"/>
            <ac:spMk id="30" creationId="{28FDB866-7370-65E5-5B4B-BFF9CCCAB4BC}"/>
          </ac:spMkLst>
        </pc:spChg>
        <pc:cxnChg chg="del">
          <ac:chgData name="Benjamin Stratton" userId="9cfe98d5fab7370f" providerId="LiveId" clId="{2D49838A-A9F3-4D87-B089-1B5AB8EEC669}" dt="2026-04-09T13:44:47.371" v="7388" actId="478"/>
          <ac:cxnSpMkLst>
            <pc:docMk/>
            <pc:sldMk cId="2687950338" sldId="479"/>
            <ac:cxnSpMk id="3" creationId="{DA23CA86-8713-6EAF-E113-BF2DED29B2E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E05BC4-9408-9E44-CFD4-BA66F4EDD1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089DB-1B86-7339-9DFB-846C06FD74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47514FA-D072-475C-B488-8EB670E0311E}" type="datetimeFigureOut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247894-C4C0-5C36-6476-A7A143FE9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B33B97-9588-538A-CD55-EBF68A8DF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9C194-B863-1B67-CF46-E91366C5DC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090FE-D088-3295-3AD9-0EACB0295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7571C1B-18FA-45B3-AC4C-F1DA73CD91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845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734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Initially define a resource as something useful or valuable </a:t>
            </a:r>
          </a:p>
          <a:p>
            <a:r>
              <a:rPr lang="en-US" dirty="0"/>
              <a:t>An all powerful agent can have any amount of anything of do anything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62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When considering these constraints things become limited </a:t>
            </a:r>
          </a:p>
          <a:p>
            <a:r>
              <a:rPr lang="en-US" dirty="0">
                <a:cs typeface="Calibri"/>
              </a:rPr>
              <a:t>It is limited access to them that gives them value </a:t>
            </a:r>
          </a:p>
          <a:p>
            <a:r>
              <a:rPr lang="en-US" dirty="0">
                <a:cs typeface="Calibri"/>
              </a:rPr>
              <a:t>If you could have an </a:t>
            </a:r>
            <a:r>
              <a:rPr lang="en-US" dirty="0" err="1">
                <a:cs typeface="Calibri"/>
              </a:rPr>
              <a:t>infinte</a:t>
            </a:r>
            <a:r>
              <a:rPr lang="en-US" dirty="0">
                <a:cs typeface="Calibri"/>
              </a:rPr>
              <a:t> amount of something, it has not value.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32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Restrict what it is the agent can do to isolate your property of interest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518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Cannot generate any entanglement through LOCC</a:t>
            </a:r>
          </a:p>
          <a:p>
            <a:r>
              <a:rPr lang="en-GB" dirty="0"/>
              <a:t>LOCC is resource non-generating</a:t>
            </a:r>
          </a:p>
          <a:p>
            <a:r>
              <a:rPr lang="en-GB" dirty="0"/>
              <a:t>Teleportation is the simulation of a noiseless quantum channel sending one qubit from Alice to bob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802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520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608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7222-1F58-01ED-6501-CB664ED7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DA827-FD29-42B1-2FDA-5A50A677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7A5BF-2ED1-00DF-5082-3B25F907C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B17ED-C3E4-2AA2-85DB-1EBBFA909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291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4805-C797-EB44-E01C-47A41B62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8A5D7-C8D0-0542-8328-92826E474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D69E0-72EA-2249-3AC4-F3CAE1659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AD077-7071-2AF1-3542-669467182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294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981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E546-8183-E2D5-964F-FB948563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87E90-14D5-677F-4170-04EBECD06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D6EA8-B6F1-9DF0-C7C3-E772A72DF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240C-3D16-EF57-5C97-EACB26EDC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311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2668-5E7E-A344-8D9C-847F1E74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78C7C-5AD0-9A97-DF2B-F8EF8BF52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07377-5924-768D-36F9-65FB8C7C8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B82CC-5E83-ABE4-B621-2DB0253D6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470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7805-6E85-EDA4-FF94-BE2D0633C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AB057-ADD0-2A7A-F85F-9DA6E6252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9EEA4-D3E2-F6E1-231A-F464CE1CB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6154C-B5E2-D303-3E95-7F03308D9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726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7008B-8252-9B0A-22F8-AB62B8E6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31349-A042-8239-B392-C19B96D40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DB1E9-1D93-63BC-50EA-9BD011498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FA325-B75F-32B4-6A14-8D5B5CFE0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45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AA98-965F-B6CA-2B7D-FD542D91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79187-AAFD-75A9-7CDD-2F4CC049B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E97C3-02B5-5A62-A595-6AF806681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5BE1-6647-99C9-966D-64ADBE3E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34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3869-55E3-EBA8-D5F3-28CADA51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9AAB9-49D3-7AE6-092D-30FE681CD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FD833-0B30-A739-48D9-92D0ADAAE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4EF3D-A680-1B79-AAE6-1D1234DAA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253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8126-4F36-8F8A-178E-714C7810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13ECA-C319-6D4A-4DCD-4346B1512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97ED8-DBB2-7C0F-A107-E5772854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AA6E8-6DE7-F431-5F32-6A027005F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AB9A-8246-AA5D-4EC2-301D1B77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40E47-66C9-F696-C33B-954CEF165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1DDA6-F111-C2BE-F2E0-DFD910A0B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2D407-D116-E682-A060-54F1B69A7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913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B472-99F5-A3D9-3DEA-F51C1D63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60D7C-C3FD-FB6C-9DD7-684A89AF9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80DA-E791-BC00-DD0D-9F0013260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1E886-0ADA-6B2C-467A-420D978C6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792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E095-63B1-F22D-502F-8C0A6A62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D3DA7-4D81-0F7D-8461-376A575AC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97FE8-4C56-9267-D328-B72B3DEE0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A9C7E-9753-BB68-F396-DE32F494E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9909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9393D-73F9-34A0-1C86-35D66F6C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EA242-C86F-B927-650D-A6E02E162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2E88A-CEFB-E673-419C-EDF8DB654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997FE-8813-DB78-BD2D-77BF46CA7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441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77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D4AB-4288-3752-D745-9A3BB87C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B048A-4635-B21C-C3D1-89BBE71BA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29C02-EAF7-B7D8-2F06-9C8CCA886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4F11B-7B16-63E7-B031-2C6E55004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26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0710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5F51D-C1AC-1960-36EF-528067D39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BA753-C418-976B-30E7-E3027F4E4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DEB24-3C86-A617-136F-6D96BF326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C9CD4-C142-4EE7-B9C7-F75FE388D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520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5990-5A23-8CDC-C32F-9BA0FEAA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9D382-B725-8730-C94B-53BC97C3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F813A-53E6-BECF-EB65-BF1B65F74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19814-F95B-C90F-58F9-6E9267F83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937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DD09-96B0-611F-6F9E-4596F170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A1AFE-6A81-9D16-3767-73268ADE0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37A07-3CB7-BDB8-105D-B578E6BD8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B3D3-4D6E-1406-58EC-C611C281E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8806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1D0B-999A-5A91-EC23-5B6CDCA8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30E85-7B90-10B4-7A14-8A0123535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6E5C0-0500-FCE2-5175-AD183DD78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CD2E4-F0CD-5521-2FA1-81A51205C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58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Unique to qubits that informational non-equilibrium concentration is not possible. </a:t>
            </a:r>
            <a:br>
              <a:rPr lang="en-US"/>
            </a:br>
            <a:br>
              <a:rPr lang="en-US"/>
            </a:br>
            <a:r>
              <a:rPr lang="en-US"/>
              <a:t>Need to understand why true for all metrics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4942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9044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/>
              <a:pPr>
                <a:defRPr/>
              </a:pPr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24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571C1B-18FA-45B3-AC4C-F1DA73CD9172}" type="slidenum">
              <a:rPr lang="en-GB" smtClean="0"/>
              <a:pPr>
                <a:defRPr/>
              </a:pPr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6002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0B04-C1BA-7D11-16D1-3B66C49A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DEEDC-1F02-A0D4-72E2-B5D23DFF9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16BC4-4824-578D-E7E0-B58247701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A02A9-BB2B-78EA-BAED-7BD5DCBB9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2842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8065-D1EE-F1BF-2604-22FBDD0D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81CE6-4C76-D11B-B708-0C8A086D6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2F3D0-B42A-ED74-2212-D22DC8B5F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Noisy operations are a strict subset of unital operations. But there exists a noisy operation between two states if and only if there also exists a unital operation between them too. 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7CE85-DED9-20D1-BACC-AC8899ED8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944E55-438E-4FD2-B5E3-7D5DB9CF71F6}" type="slidenum">
              <a:rPr lang="en-GB" smtClean="0"/>
              <a:pPr>
                <a:defRPr/>
              </a:pPr>
              <a:t>172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6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36989-EF40-1A14-4DFD-BC8E5857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0D2E-54D7-4799-8A4A-57F7E48C4D4C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54FBA-7241-318E-81E8-8C48D82E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BEA-2474-BB12-E5A7-E8A939FB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82488-E2CB-4355-A614-855AE36D0F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75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A854C-F705-657C-51F9-5061DC30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897E0-845F-4B62-AE0B-2F76EFF8F01E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A135B-BFCD-9C91-4C07-2ED84C53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FB00-2772-2980-2A87-20CFCEDE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F0AF3-AE75-41A7-BB44-D161571574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88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A6FFBD8F-932A-DB37-D06E-54F2DA3DC732}"/>
              </a:ext>
            </a:extLst>
          </p:cNvPr>
          <p:cNvSpPr/>
          <p:nvPr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368E0C-7C4F-1DDD-5A97-0D36F0A9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50404-2662-4335-9F89-EBEA28B8BBC7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452384-E663-3F1B-CFA0-AA97DCB6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009432-19A6-0736-D5B8-C0410E44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F7671-703E-478F-9B27-EC44342A34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37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39F6-AE2B-BC27-EC9E-7D7090280E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A9762-E263-4506-B03B-2027A6362E92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A3560-7DA2-E1BA-58D0-081FDCDD98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3F793-F72D-47EC-4024-BCC0A6E983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F8BB3-6F0C-42BE-ADEB-AA1EABD608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5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880BFE4-0857-4246-F764-F03F0444E22F}"/>
              </a:ext>
            </a:extLst>
          </p:cNvPr>
          <p:cNvSpPr/>
          <p:nvPr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83ABF4-4713-5DDD-6368-CEADAD3D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57D6314-E758-41ED-BE49-64A8C7B63C10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316EB0-DFE6-369A-39AA-D844A964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78619F-DBC0-5E82-9893-FA679561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7850FB8-8452-4944-808D-AF9E6A8DBF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4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684D0-230C-9C04-9DDD-1513CFEB6F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F07CAB6-32EF-417D-87B9-FD2B79E6F888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579EA-6908-D0D1-B94F-3F6B1DD74D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5643C-0183-2049-C984-194F22DDA7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3ADC686-ECB0-4633-8F4C-44607BADB6E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3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BF7ED-6ED3-E604-AA96-F314ADAF8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5C974-6DD6-4483-9149-0B6406FA45A2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8943B-A085-927B-E1EC-14B16D2714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AB22-0F13-8034-7809-59541139C7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6879D-2FED-4A3D-9B4A-FAB41E92C6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16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4F910-92F1-C7FB-9FDF-FDE63E44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83991-DEF4-43BB-AAE0-A556182975F2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1946F-D64F-A917-4939-56102C08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01CC4-9A40-C0A8-0ADF-B38F4559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BD50F-0BC9-4493-8EB4-23F88C6AA5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90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BFB9947-9CB1-12A7-2F2F-6B14CB1313A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9477D-AF6A-44DA-A7C0-A0F8410F0031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087C1EE3-5A5C-C532-7645-61133AA180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190C635-4E3C-D3CB-04AB-2E460427CB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5EC7C-617C-465A-906C-F2C3B39734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71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29432D-0A3A-0BBA-8887-6F6632EE841C}"/>
              </a:ext>
            </a:extLst>
          </p:cNvPr>
          <p:cNvSpPr/>
          <p:nvPr/>
        </p:nvSpPr>
        <p:spPr>
          <a:xfrm>
            <a:off x="0" y="0"/>
            <a:ext cx="9144000" cy="42243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DF220-B60E-36BD-3A22-0FA11B6CDB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29E98-E13B-49E9-9180-999913F2A9CF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92193-0A29-C203-606F-3428426ED4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9F048-8ED2-C16F-0083-C38C721314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2BC52-1C81-4CC2-B2A8-F9DE3FC818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1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5819EAA0-EA87-4560-06F0-5AA956F02F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60FD2-684E-42EB-BF09-B5A8D6937CB9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AA210F6-EB60-128E-213A-09B7631DBB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021DAB4-83F2-B482-3497-A97C944980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71F5-16D3-40E8-99B0-A9169F74E23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401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9D8A4-F6E4-EC94-4308-CDBC1190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2FF43-897B-4987-A736-943162696F0C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F9BAB-6D3A-E6FA-F613-AA85742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8A3F1-A6F3-4A13-93BB-483AF823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60550-4175-4748-9D17-4AAD519F8BA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7697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19F91-BAF1-61CB-8D40-0B3970BB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A9C75-5388-4B97-99CA-9D2F08B3D53A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8202F-222A-8011-E303-778FC7F7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43419-16FA-C0A2-F1B3-166135E5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11CEB-EB04-44B1-A4BA-E6AECD6FD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41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4A8E9D8-68F0-69C2-E5FB-A7ED047E60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B2263-0A69-4ED7-ACDB-9FAECA637826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631F07-7E7C-3EC6-13D4-30697BBBC3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834048-8272-F1CE-639E-F7846871F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0F1F8-AE35-444B-AD67-868F8FE48D3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617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0836-FDC8-4177-5A36-3BA22202F8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534DB-D90A-472D-A60B-26F83213165F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E3B0A-28FB-C584-DA8B-047749E81C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A0B9E-697A-1646-276F-17E1D0B442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409ED-200F-4570-98B2-3D02F89CB6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823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4127-5E5D-9B06-6E33-B1A4B439A5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60505-51CC-4C07-984B-3164C8203346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847A-AE12-F265-BF72-1B110C38C9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C139A-75B4-AC62-0465-350C55C1C7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D116DF-0CEA-419F-BDBB-0B02ED715F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597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CFB42BC-9D62-F5CA-41ED-63DC9EEEA136}"/>
              </a:ext>
            </a:extLst>
          </p:cNvPr>
          <p:cNvSpPr/>
          <p:nvPr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AFF987-6C66-FD23-ABFF-F1F4604AF5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5D9B7-8EFE-451D-B09B-6ECAB9D2B124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4B3E07-CFFE-250A-2EA9-205A79344B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C51A61-541C-2F68-EEBB-4EF956FC16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8C760-9C7B-4D71-821D-6E3771247D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61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FA64-45E4-5B23-798D-AB731BE001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097D0-B55C-4FE8-87E2-893542F4ABE5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6A7ED-46F7-4F9A-36E7-1DAC2D6993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1AE0-C7AB-73C5-A973-72CF72C040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4ED55-EF35-4553-BFF6-FDA722599D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02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0CFF5FB9-F5EB-7986-103F-8FAA0405250E}"/>
              </a:ext>
            </a:extLst>
          </p:cNvPr>
          <p:cNvSpPr/>
          <p:nvPr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C5B59D7-68B6-49F1-73E2-61E96CFB1B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DF1EEAD-8474-4A25-BC45-0CAD0B5CE707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44BE60C-3E78-5AA0-CE28-1C3157D862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0352A1-7B3D-595C-DD38-A1357C73C1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AE659BD-66EB-4BF5-8D7D-9E90EEF043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099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2884-02BD-91D1-FF78-8EF681A60B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4EA5132-D7B0-441D-9DFB-3EA475955D10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DB26-7F7D-4345-4922-F7EEDF1EA7B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EB97A-4417-7E94-5108-EA51F0C7BA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A01B02B-06E3-430A-9196-EE460360E51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348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2526B-BF06-7B68-F454-BAF4DD4951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83DF2-D67D-4710-A6EE-60FC308C324B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DB70C-2122-A6E8-3A43-1868F01BDF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AADE6-6EC8-5281-4766-96BC266BC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1C87E-EC3A-4A41-A3B6-42E4BE506BF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0474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659C1C-4DEF-2936-2001-19B7A5B573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3741F-7D50-4A14-A364-D61A42039CB4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1DD11-087A-6131-762C-7D030D6502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0AD6F5-6B6E-0922-C594-FC979EDC48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60A66-E394-4B1C-960B-8D993330DB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152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24D2-93D6-A40E-4782-1790718FD4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B5356-0901-4ABF-BDB0-B08BC0EF8E09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AC20-D87E-FC2A-A3C3-3E2B461581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D9AF-9BF1-0FDA-C995-68C1F300E4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B8B10-CC33-4636-AD78-9AB3C0EB4D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015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028C-0013-AC1C-A6CA-596FA8F16F65}"/>
              </a:ext>
            </a:extLst>
          </p:cNvPr>
          <p:cNvSpPr/>
          <p:nvPr/>
        </p:nvSpPr>
        <p:spPr>
          <a:xfrm>
            <a:off x="0" y="0"/>
            <a:ext cx="9144000" cy="42243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64AED-146B-BED9-93CD-EC502701F4B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2980C-CEE8-4BD4-A46B-E182EF4C307B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B1582-06E3-2CB0-CB40-85EDE0E0AF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0FCA9-AA02-233F-9FF5-F6A959588C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32A79-4A78-4832-8DD3-4B4955A602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19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23C3A03-C2B7-DE48-9690-8EC8ED97B64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AB95E-D618-403B-8A89-6995222BDC88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91A521-7DCF-A051-EE0A-7637456CD7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56BD10C-5505-84A1-4AC4-C17CC83B51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3DDAA-BEF8-4FCE-ADDA-45EFEAE20F8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2924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F161F-1506-095D-D038-57054509E1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8571D-69AA-42CD-8D5E-8FB60774C85A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CEAAAB7-B1F7-E441-0406-6E387DD37E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EEF7F7-1503-27C8-C088-0354782C516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C913E-89F8-41D4-A312-4EEDC3522C4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363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300">
                <a:solidFill>
                  <a:srgbClr val="A91F2E"/>
                </a:solidFill>
                <a:latin typeface="Rockwell" panose="02060603020205020403" pitchFamily="18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4A8E9D8-68F0-69C2-E5FB-A7ED047E60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B2263-0A69-4ED7-ACDB-9FAECA637826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631F07-7E7C-3EC6-13D4-30697BBBC3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834048-8272-F1CE-639E-F7846871F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0F1F8-AE35-444B-AD67-868F8FE48D3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312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A854C-F705-657C-51F9-5061DC30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897E0-845F-4B62-AE0B-2F76EFF8F01E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A135B-BFCD-9C91-4C07-2ED84C53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FB00-2772-2980-2A87-20CFCEDE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F0AF3-AE75-41A7-BB44-D161571574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8139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/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36989-EF40-1A14-4DFD-BC8E5857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0D2E-54D7-4799-8A4A-57F7E48C4D4C}" type="datetime1">
              <a:rPr lang="en-GB"/>
              <a:pPr>
                <a:defRPr/>
              </a:pPr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54FBA-7241-318E-81E8-8C48D82E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BEA-2474-BB12-E5A7-E8A939FB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82488-E2CB-4355-A614-855AE36D0F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4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0071AA0-260B-D1FA-6506-FF80F64F1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1475" y="274638"/>
            <a:ext cx="840105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543369E-1783-E4C6-093D-483A34F9F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1475" y="1370013"/>
            <a:ext cx="8401050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717ED-ABB9-E3E4-50BE-83DD4D34D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4360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B0575E1-179C-4751-B69E-6DCAC884AC80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52D94-26DD-3999-1CB4-F40FB7C68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25" y="4360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B654C-539C-415D-62BC-A3FE2C932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175" y="4772025"/>
            <a:ext cx="53975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A3F379A-BEC2-41BD-87FA-B3991ACB67C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67" r:id="rId14"/>
  </p:sldLayoutIdLst>
  <p:hf sldNum="0"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Rockwell" panose="02060603020205020403" pitchFamily="18" charset="77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Courier New" panose="02070309020205020404" pitchFamily="49" charset="0"/>
        <a:buChar char="o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8B9ABD80-112E-C813-A7DA-4D29009F7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1475" y="274638"/>
            <a:ext cx="840105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B83E7FC-BFFE-7157-4FBD-BAA12609A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1475" y="1370013"/>
            <a:ext cx="8401050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30306-63E1-C70C-E0AA-2218B6E67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4360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A1616E-03F7-40FE-9915-472FAAC9C6E7}" type="datetime1">
              <a:rPr lang="en-GB"/>
              <a:pPr>
                <a:defRPr/>
              </a:pPr>
              <a:t>09/04/2026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26093-2F22-D818-761B-EDDC63ED0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25" y="4360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6712C-2F34-C247-2545-DB8D6885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175" y="4772025"/>
            <a:ext cx="53975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624A267-5FC1-4AB7-B05B-236A1FD3398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39" r:id="rId2"/>
    <p:sldLayoutId id="2147483860" r:id="rId3"/>
    <p:sldLayoutId id="2147483861" r:id="rId4"/>
    <p:sldLayoutId id="2147483862" r:id="rId5"/>
    <p:sldLayoutId id="2147483863" r:id="rId6"/>
    <p:sldLayoutId id="2147483840" r:id="rId7"/>
    <p:sldLayoutId id="2147483841" r:id="rId8"/>
    <p:sldLayoutId id="2147483842" r:id="rId9"/>
    <p:sldLayoutId id="2147483864" r:id="rId10"/>
    <p:sldLayoutId id="2147483843" r:id="rId11"/>
    <p:sldLayoutId id="2147483844" r:id="rId12"/>
    <p:sldLayoutId id="2147483845" r:id="rId13"/>
    <p:sldLayoutId id="2147483865" r:id="rId14"/>
    <p:sldLayoutId id="2147483866" r:id="rId15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Rockwell" panose="02060603020205020403" pitchFamily="18" charset="77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Rockwell" panose="02060603020205020403" pitchFamily="18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Courier New" panose="02070309020205020404" pitchFamily="49" charset="0"/>
        <a:buChar char="o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svg"/><Relationship Id="rId7" Type="http://schemas.openxmlformats.org/officeDocument/2006/relationships/image" Target="../media/image4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0.sv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46.svg"/><Relationship Id="rId4" Type="http://schemas.openxmlformats.org/officeDocument/2006/relationships/image" Target="../media/image47.jpg"/><Relationship Id="rId9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8.png"/><Relationship Id="rId7" Type="http://schemas.openxmlformats.org/officeDocument/2006/relationships/image" Target="../media/image45.png"/><Relationship Id="rId12" Type="http://schemas.openxmlformats.org/officeDocument/2006/relationships/image" Target="../media/image40.sv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4.svg"/><Relationship Id="rId11" Type="http://schemas.openxmlformats.org/officeDocument/2006/relationships/image" Target="../media/image39.png"/><Relationship Id="rId5" Type="http://schemas.openxmlformats.org/officeDocument/2006/relationships/image" Target="../media/image43.png"/><Relationship Id="rId10" Type="http://schemas.openxmlformats.org/officeDocument/2006/relationships/image" Target="../media/image32.svg"/><Relationship Id="rId4" Type="http://schemas.openxmlformats.org/officeDocument/2006/relationships/image" Target="../media/image49.svg"/><Relationship Id="rId9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9.PNG"/><Relationship Id="rId7" Type="http://schemas.openxmlformats.org/officeDocument/2006/relationships/image" Target="../media/image65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1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9" Type="http://schemas.openxmlformats.org/officeDocument/2006/relationships/image" Target="../media/image6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1.png"/><Relationship Id="rId5" Type="http://schemas.openxmlformats.org/officeDocument/2006/relationships/image" Target="../media/image47.jpg"/><Relationship Id="rId4" Type="http://schemas.openxmlformats.org/officeDocument/2006/relationships/image" Target="../media/image69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28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28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10" Type="http://schemas.openxmlformats.org/officeDocument/2006/relationships/image" Target="../media/image84.svg"/><Relationship Id="rId4" Type="http://schemas.openxmlformats.org/officeDocument/2006/relationships/image" Target="../media/image29.PNG"/><Relationship Id="rId9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1.png"/><Relationship Id="rId5" Type="http://schemas.openxmlformats.org/officeDocument/2006/relationships/image" Target="../media/image47.jpg"/><Relationship Id="rId4" Type="http://schemas.openxmlformats.org/officeDocument/2006/relationships/image" Target="../media/image69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9.sv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0.svg"/><Relationship Id="rId7" Type="http://schemas.openxmlformats.org/officeDocument/2006/relationships/image" Target="../media/image93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3.png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9" Type="http://schemas.openxmlformats.org/officeDocument/2006/relationships/image" Target="../media/image95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95.svg"/><Relationship Id="rId4" Type="http://schemas.openxmlformats.org/officeDocument/2006/relationships/image" Target="../media/image9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svg"/><Relationship Id="rId3" Type="http://schemas.openxmlformats.org/officeDocument/2006/relationships/image" Target="../media/image97.svg"/><Relationship Id="rId7" Type="http://schemas.openxmlformats.org/officeDocument/2006/relationships/image" Target="../media/image101.svg"/><Relationship Id="rId12" Type="http://schemas.openxmlformats.org/officeDocument/2006/relationships/image" Target="../media/image10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0.png"/><Relationship Id="rId11" Type="http://schemas.openxmlformats.org/officeDocument/2006/relationships/image" Target="../media/image105.svg"/><Relationship Id="rId5" Type="http://schemas.openxmlformats.org/officeDocument/2006/relationships/image" Target="../media/image99.sv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svg"/><Relationship Id="rId3" Type="http://schemas.openxmlformats.org/officeDocument/2006/relationships/image" Target="../media/image97.svg"/><Relationship Id="rId7" Type="http://schemas.openxmlformats.org/officeDocument/2006/relationships/image" Target="../media/image105.svg"/><Relationship Id="rId12" Type="http://schemas.openxmlformats.org/officeDocument/2006/relationships/image" Target="../media/image11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4.png"/><Relationship Id="rId11" Type="http://schemas.openxmlformats.org/officeDocument/2006/relationships/image" Target="../media/image109.svg"/><Relationship Id="rId5" Type="http://schemas.openxmlformats.org/officeDocument/2006/relationships/image" Target="../media/image101.svg"/><Relationship Id="rId10" Type="http://schemas.openxmlformats.org/officeDocument/2006/relationships/image" Target="../media/image108.png"/><Relationship Id="rId4" Type="http://schemas.openxmlformats.org/officeDocument/2006/relationships/image" Target="../media/image100.png"/><Relationship Id="rId9" Type="http://schemas.openxmlformats.org/officeDocument/2006/relationships/image" Target="../media/image107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svg"/><Relationship Id="rId3" Type="http://schemas.openxmlformats.org/officeDocument/2006/relationships/image" Target="../media/image97.svg"/><Relationship Id="rId7" Type="http://schemas.openxmlformats.org/officeDocument/2006/relationships/image" Target="../media/image101.svg"/><Relationship Id="rId12" Type="http://schemas.openxmlformats.org/officeDocument/2006/relationships/image" Target="../media/image106.png"/><Relationship Id="rId17" Type="http://schemas.openxmlformats.org/officeDocument/2006/relationships/image" Target="../media/image115.svg"/><Relationship Id="rId2" Type="http://schemas.openxmlformats.org/officeDocument/2006/relationships/image" Target="../media/image96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0.png"/><Relationship Id="rId11" Type="http://schemas.openxmlformats.org/officeDocument/2006/relationships/image" Target="../media/image105.svg"/><Relationship Id="rId5" Type="http://schemas.openxmlformats.org/officeDocument/2006/relationships/image" Target="../media/image99.svg"/><Relationship Id="rId15" Type="http://schemas.openxmlformats.org/officeDocument/2006/relationships/image" Target="../media/image113.sv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svg"/><Relationship Id="rId14" Type="http://schemas.openxmlformats.org/officeDocument/2006/relationships/image" Target="../media/image11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139.xml"/><Relationship Id="rId1" Type="http://schemas.openxmlformats.org/officeDocument/2006/relationships/slideLayout" Target="../slideLayouts/slideLayout2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svg"/><Relationship Id="rId18" Type="http://schemas.openxmlformats.org/officeDocument/2006/relationships/image" Target="../media/image133.png"/><Relationship Id="rId3" Type="http://schemas.openxmlformats.org/officeDocument/2006/relationships/image" Target="../media/image119.svg"/><Relationship Id="rId7" Type="http://schemas.openxmlformats.org/officeDocument/2006/relationships/image" Target="../media/image123.svg"/><Relationship Id="rId12" Type="http://schemas.openxmlformats.org/officeDocument/2006/relationships/image" Target="../media/image128.png"/><Relationship Id="rId17" Type="http://schemas.openxmlformats.org/officeDocument/2006/relationships/image" Target="../media/image132.svg"/><Relationship Id="rId2" Type="http://schemas.openxmlformats.org/officeDocument/2006/relationships/image" Target="../media/image118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2.png"/><Relationship Id="rId11" Type="http://schemas.openxmlformats.org/officeDocument/2006/relationships/image" Target="../media/image127.svg"/><Relationship Id="rId5" Type="http://schemas.openxmlformats.org/officeDocument/2006/relationships/image" Target="../media/image121.svg"/><Relationship Id="rId15" Type="http://schemas.openxmlformats.org/officeDocument/2006/relationships/image" Target="../media/image131.svg"/><Relationship Id="rId10" Type="http://schemas.openxmlformats.org/officeDocument/2006/relationships/image" Target="../media/image126.png"/><Relationship Id="rId19" Type="http://schemas.openxmlformats.org/officeDocument/2006/relationships/image" Target="../media/image134.svg"/><Relationship Id="rId4" Type="http://schemas.openxmlformats.org/officeDocument/2006/relationships/image" Target="../media/image120.png"/><Relationship Id="rId9" Type="http://schemas.openxmlformats.org/officeDocument/2006/relationships/image" Target="../media/image125.svg"/><Relationship Id="rId14" Type="http://schemas.openxmlformats.org/officeDocument/2006/relationships/image" Target="../media/image130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2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svg"/><Relationship Id="rId7" Type="http://schemas.openxmlformats.org/officeDocument/2006/relationships/image" Target="../media/image140.sv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9.png"/><Relationship Id="rId5" Type="http://schemas.openxmlformats.org/officeDocument/2006/relationships/image" Target="../media/image138.svg"/><Relationship Id="rId4" Type="http://schemas.openxmlformats.org/officeDocument/2006/relationships/image" Target="../media/image137.png"/><Relationship Id="rId9" Type="http://schemas.openxmlformats.org/officeDocument/2006/relationships/image" Target="../media/image142.sv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44.svg"/><Relationship Id="rId7" Type="http://schemas.openxmlformats.org/officeDocument/2006/relationships/image" Target="../media/image147.sv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.png"/><Relationship Id="rId11" Type="http://schemas.openxmlformats.org/officeDocument/2006/relationships/image" Target="../media/image150.svg"/><Relationship Id="rId5" Type="http://schemas.openxmlformats.org/officeDocument/2006/relationships/image" Target="../media/image146.svg"/><Relationship Id="rId10" Type="http://schemas.openxmlformats.org/officeDocument/2006/relationships/image" Target="../media/image149.png"/><Relationship Id="rId4" Type="http://schemas.openxmlformats.org/officeDocument/2006/relationships/image" Target="../media/image145.png"/><Relationship Id="rId9" Type="http://schemas.openxmlformats.org/officeDocument/2006/relationships/image" Target="../media/image148.sv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4.svg"/><Relationship Id="rId7" Type="http://schemas.openxmlformats.org/officeDocument/2006/relationships/image" Target="../media/image147.sv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.png"/><Relationship Id="rId5" Type="http://schemas.openxmlformats.org/officeDocument/2006/relationships/image" Target="../media/image152.svg"/><Relationship Id="rId4" Type="http://schemas.openxmlformats.org/officeDocument/2006/relationships/image" Target="../media/image151.png"/><Relationship Id="rId9" Type="http://schemas.openxmlformats.org/officeDocument/2006/relationships/image" Target="../media/image150.sv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58.svg"/><Relationship Id="rId3" Type="http://schemas.openxmlformats.org/officeDocument/2006/relationships/image" Target="../media/image152.svg"/><Relationship Id="rId7" Type="http://schemas.openxmlformats.org/officeDocument/2006/relationships/image" Target="../media/image154.svg"/><Relationship Id="rId12" Type="http://schemas.openxmlformats.org/officeDocument/2006/relationships/image" Target="../media/image157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3.png"/><Relationship Id="rId11" Type="http://schemas.openxmlformats.org/officeDocument/2006/relationships/image" Target="../media/image144.svg"/><Relationship Id="rId5" Type="http://schemas.openxmlformats.org/officeDocument/2006/relationships/image" Target="../media/image150.svg"/><Relationship Id="rId15" Type="http://schemas.openxmlformats.org/officeDocument/2006/relationships/image" Target="../media/image160.svg"/><Relationship Id="rId10" Type="http://schemas.openxmlformats.org/officeDocument/2006/relationships/image" Target="../media/image143.png"/><Relationship Id="rId4" Type="http://schemas.openxmlformats.org/officeDocument/2006/relationships/image" Target="../media/image149.png"/><Relationship Id="rId9" Type="http://schemas.openxmlformats.org/officeDocument/2006/relationships/image" Target="../media/image156.svg"/><Relationship Id="rId14" Type="http://schemas.openxmlformats.org/officeDocument/2006/relationships/image" Target="../media/image159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32.svg"/><Relationship Id="rId7" Type="http://schemas.openxmlformats.org/officeDocument/2006/relationships/image" Target="../media/image16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1.png"/><Relationship Id="rId11" Type="http://schemas.openxmlformats.org/officeDocument/2006/relationships/image" Target="../media/image166.svg"/><Relationship Id="rId5" Type="http://schemas.openxmlformats.org/officeDocument/2006/relationships/image" Target="../media/image117.svg"/><Relationship Id="rId10" Type="http://schemas.openxmlformats.org/officeDocument/2006/relationships/image" Target="../media/image165.png"/><Relationship Id="rId4" Type="http://schemas.openxmlformats.org/officeDocument/2006/relationships/image" Target="../media/image116.png"/><Relationship Id="rId9" Type="http://schemas.openxmlformats.org/officeDocument/2006/relationships/image" Target="../media/image164.sv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32.svg"/><Relationship Id="rId7" Type="http://schemas.openxmlformats.org/officeDocument/2006/relationships/image" Target="../media/image16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1.png"/><Relationship Id="rId11" Type="http://schemas.openxmlformats.org/officeDocument/2006/relationships/image" Target="../media/image166.svg"/><Relationship Id="rId5" Type="http://schemas.openxmlformats.org/officeDocument/2006/relationships/image" Target="../media/image117.svg"/><Relationship Id="rId10" Type="http://schemas.openxmlformats.org/officeDocument/2006/relationships/image" Target="../media/image165.png"/><Relationship Id="rId4" Type="http://schemas.openxmlformats.org/officeDocument/2006/relationships/image" Target="../media/image116.png"/><Relationship Id="rId9" Type="http://schemas.openxmlformats.org/officeDocument/2006/relationships/image" Target="../media/image164.sv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svg"/><Relationship Id="rId3" Type="http://schemas.openxmlformats.org/officeDocument/2006/relationships/image" Target="../media/image168.svg"/><Relationship Id="rId7" Type="http://schemas.openxmlformats.org/officeDocument/2006/relationships/image" Target="../media/image172.svg"/><Relationship Id="rId12" Type="http://schemas.openxmlformats.org/officeDocument/2006/relationships/image" Target="../media/image177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1.png"/><Relationship Id="rId11" Type="http://schemas.openxmlformats.org/officeDocument/2006/relationships/image" Target="../media/image176.svg"/><Relationship Id="rId5" Type="http://schemas.openxmlformats.org/officeDocument/2006/relationships/image" Target="../media/image170.sv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sv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80.svg"/><Relationship Id="rId7" Type="http://schemas.openxmlformats.org/officeDocument/2006/relationships/image" Target="../media/image162.sv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1.png"/><Relationship Id="rId5" Type="http://schemas.openxmlformats.org/officeDocument/2006/relationships/image" Target="../media/image182.svg"/><Relationship Id="rId4" Type="http://schemas.openxmlformats.org/officeDocument/2006/relationships/image" Target="../media/image181.png"/><Relationship Id="rId9" Type="http://schemas.openxmlformats.org/officeDocument/2006/relationships/image" Target="../media/image166.sv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svg"/><Relationship Id="rId3" Type="http://schemas.openxmlformats.org/officeDocument/2006/relationships/image" Target="../media/image161.png"/><Relationship Id="rId7" Type="http://schemas.openxmlformats.org/officeDocument/2006/relationships/image" Target="../media/image18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5.svg"/><Relationship Id="rId5" Type="http://schemas.openxmlformats.org/officeDocument/2006/relationships/image" Target="../media/image184.png"/><Relationship Id="rId10" Type="http://schemas.openxmlformats.org/officeDocument/2006/relationships/image" Target="../media/image189.svg"/><Relationship Id="rId4" Type="http://schemas.openxmlformats.org/officeDocument/2006/relationships/image" Target="../media/image162.svg"/><Relationship Id="rId9" Type="http://schemas.openxmlformats.org/officeDocument/2006/relationships/image" Target="../media/image18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92.sv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91.png"/><Relationship Id="rId5" Type="http://schemas.openxmlformats.org/officeDocument/2006/relationships/image" Target="../media/image158.svg"/><Relationship Id="rId4" Type="http://schemas.openxmlformats.org/officeDocument/2006/relationships/image" Target="../media/image157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72.svg"/><Relationship Id="rId7" Type="http://schemas.openxmlformats.org/officeDocument/2006/relationships/image" Target="../media/image180.sv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9.png"/><Relationship Id="rId11" Type="http://schemas.openxmlformats.org/officeDocument/2006/relationships/image" Target="../media/image182.svg"/><Relationship Id="rId5" Type="http://schemas.openxmlformats.org/officeDocument/2006/relationships/image" Target="../media/image174.svg"/><Relationship Id="rId10" Type="http://schemas.openxmlformats.org/officeDocument/2006/relationships/image" Target="../media/image181.png"/><Relationship Id="rId4" Type="http://schemas.openxmlformats.org/officeDocument/2006/relationships/image" Target="../media/image173.png"/><Relationship Id="rId9" Type="http://schemas.openxmlformats.org/officeDocument/2006/relationships/image" Target="../media/image194.sv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svg"/><Relationship Id="rId13" Type="http://schemas.openxmlformats.org/officeDocument/2006/relationships/image" Target="../media/image199.png"/><Relationship Id="rId18" Type="http://schemas.openxmlformats.org/officeDocument/2006/relationships/image" Target="../media/image182.svg"/><Relationship Id="rId3" Type="http://schemas.openxmlformats.org/officeDocument/2006/relationships/image" Target="../media/image171.png"/><Relationship Id="rId7" Type="http://schemas.openxmlformats.org/officeDocument/2006/relationships/image" Target="../media/image193.png"/><Relationship Id="rId12" Type="http://schemas.openxmlformats.org/officeDocument/2006/relationships/image" Target="../media/image198.svg"/><Relationship Id="rId17" Type="http://schemas.openxmlformats.org/officeDocument/2006/relationships/image" Target="../media/image181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02.svg"/><Relationship Id="rId20" Type="http://schemas.openxmlformats.org/officeDocument/2006/relationships/image" Target="../media/image204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4.svg"/><Relationship Id="rId11" Type="http://schemas.openxmlformats.org/officeDocument/2006/relationships/image" Target="../media/image197.png"/><Relationship Id="rId5" Type="http://schemas.openxmlformats.org/officeDocument/2006/relationships/image" Target="../media/image173.png"/><Relationship Id="rId15" Type="http://schemas.openxmlformats.org/officeDocument/2006/relationships/image" Target="../media/image201.png"/><Relationship Id="rId10" Type="http://schemas.openxmlformats.org/officeDocument/2006/relationships/image" Target="../media/image196.svg"/><Relationship Id="rId19" Type="http://schemas.openxmlformats.org/officeDocument/2006/relationships/image" Target="../media/image203.png"/><Relationship Id="rId4" Type="http://schemas.openxmlformats.org/officeDocument/2006/relationships/image" Target="../media/image172.sv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svg"/><Relationship Id="rId7" Type="http://schemas.openxmlformats.org/officeDocument/2006/relationships/image" Target="../media/image208.sv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7.png"/><Relationship Id="rId5" Type="http://schemas.openxmlformats.org/officeDocument/2006/relationships/image" Target="../media/image206.svg"/><Relationship Id="rId4" Type="http://schemas.openxmlformats.org/officeDocument/2006/relationships/image" Target="../media/image20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94.svg"/><Relationship Id="rId7" Type="http://schemas.openxmlformats.org/officeDocument/2006/relationships/image" Target="../media/image208.sv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7.png"/><Relationship Id="rId5" Type="http://schemas.openxmlformats.org/officeDocument/2006/relationships/image" Target="../media/image206.svg"/><Relationship Id="rId4" Type="http://schemas.openxmlformats.org/officeDocument/2006/relationships/image" Target="../media/image205.png"/><Relationship Id="rId9" Type="http://schemas.openxmlformats.org/officeDocument/2006/relationships/image" Target="../media/image192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sv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sv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21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1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21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1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7" Type="http://schemas.openxmlformats.org/officeDocument/2006/relationships/image" Target="../media/image216.sv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5.png"/><Relationship Id="rId5" Type="http://schemas.openxmlformats.org/officeDocument/2006/relationships/image" Target="../media/image214.svg"/><Relationship Id="rId4" Type="http://schemas.openxmlformats.org/officeDocument/2006/relationships/image" Target="../media/image21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7" Type="http://schemas.openxmlformats.org/officeDocument/2006/relationships/image" Target="../media/image216.sv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5.png"/><Relationship Id="rId5" Type="http://schemas.openxmlformats.org/officeDocument/2006/relationships/image" Target="../media/image214.svg"/><Relationship Id="rId4" Type="http://schemas.openxmlformats.org/officeDocument/2006/relationships/image" Target="../media/image21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svg"/><Relationship Id="rId7" Type="http://schemas.openxmlformats.org/officeDocument/2006/relationships/image" Target="../media/image220.sv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9.png"/><Relationship Id="rId5" Type="http://schemas.openxmlformats.org/officeDocument/2006/relationships/image" Target="../media/image218.svg"/><Relationship Id="rId4" Type="http://schemas.openxmlformats.org/officeDocument/2006/relationships/image" Target="../media/image21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svg"/><Relationship Id="rId7" Type="http://schemas.openxmlformats.org/officeDocument/2006/relationships/image" Target="../media/image220.sv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9.png"/><Relationship Id="rId5" Type="http://schemas.openxmlformats.org/officeDocument/2006/relationships/image" Target="../media/image216.svg"/><Relationship Id="rId4" Type="http://schemas.openxmlformats.org/officeDocument/2006/relationships/image" Target="../media/image215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226.svg"/><Relationship Id="rId3" Type="http://schemas.openxmlformats.org/officeDocument/2006/relationships/image" Target="../media/image212.svg"/><Relationship Id="rId7" Type="http://schemas.openxmlformats.org/officeDocument/2006/relationships/image" Target="../media/image220.svg"/><Relationship Id="rId12" Type="http://schemas.openxmlformats.org/officeDocument/2006/relationships/image" Target="../media/image225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9.png"/><Relationship Id="rId11" Type="http://schemas.openxmlformats.org/officeDocument/2006/relationships/image" Target="../media/image224.svg"/><Relationship Id="rId5" Type="http://schemas.openxmlformats.org/officeDocument/2006/relationships/image" Target="../media/image216.svg"/><Relationship Id="rId15" Type="http://schemas.openxmlformats.org/officeDocument/2006/relationships/image" Target="../media/image228.svg"/><Relationship Id="rId10" Type="http://schemas.openxmlformats.org/officeDocument/2006/relationships/image" Target="../media/image223.png"/><Relationship Id="rId4" Type="http://schemas.openxmlformats.org/officeDocument/2006/relationships/image" Target="../media/image215.png"/><Relationship Id="rId9" Type="http://schemas.openxmlformats.org/officeDocument/2006/relationships/image" Target="../media/image222.svg"/><Relationship Id="rId14" Type="http://schemas.openxmlformats.org/officeDocument/2006/relationships/image" Target="../media/image22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svg"/><Relationship Id="rId7" Type="http://schemas.openxmlformats.org/officeDocument/2006/relationships/image" Target="../media/image220.sv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9.png"/><Relationship Id="rId5" Type="http://schemas.openxmlformats.org/officeDocument/2006/relationships/image" Target="../media/image216.svg"/><Relationship Id="rId4" Type="http://schemas.openxmlformats.org/officeDocument/2006/relationships/image" Target="../media/image21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svg"/><Relationship Id="rId7" Type="http://schemas.openxmlformats.org/officeDocument/2006/relationships/image" Target="../media/image220.sv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9.png"/><Relationship Id="rId5" Type="http://schemas.openxmlformats.org/officeDocument/2006/relationships/image" Target="../media/image216.svg"/><Relationship Id="rId4" Type="http://schemas.openxmlformats.org/officeDocument/2006/relationships/image" Target="../media/image215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30.svg"/><Relationship Id="rId7" Type="http://schemas.openxmlformats.org/officeDocument/2006/relationships/image" Target="../media/image233.sv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32.png"/><Relationship Id="rId11" Type="http://schemas.openxmlformats.org/officeDocument/2006/relationships/image" Target="../media/image220.svg"/><Relationship Id="rId5" Type="http://schemas.openxmlformats.org/officeDocument/2006/relationships/image" Target="../media/image231.svg"/><Relationship Id="rId10" Type="http://schemas.openxmlformats.org/officeDocument/2006/relationships/image" Target="../media/image219.png"/><Relationship Id="rId4" Type="http://schemas.openxmlformats.org/officeDocument/2006/relationships/image" Target="../media/image100.png"/><Relationship Id="rId9" Type="http://schemas.openxmlformats.org/officeDocument/2006/relationships/image" Target="../media/image212.sv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35.svg"/><Relationship Id="rId7" Type="http://schemas.openxmlformats.org/officeDocument/2006/relationships/image" Target="../media/image239.sv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38.png"/><Relationship Id="rId11" Type="http://schemas.openxmlformats.org/officeDocument/2006/relationships/image" Target="../media/image243.svg"/><Relationship Id="rId5" Type="http://schemas.openxmlformats.org/officeDocument/2006/relationships/image" Target="../media/image237.svg"/><Relationship Id="rId10" Type="http://schemas.openxmlformats.org/officeDocument/2006/relationships/image" Target="../media/image242.png"/><Relationship Id="rId4" Type="http://schemas.openxmlformats.org/officeDocument/2006/relationships/image" Target="../media/image236.png"/><Relationship Id="rId9" Type="http://schemas.openxmlformats.org/officeDocument/2006/relationships/image" Target="../media/image241.sv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sv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8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sv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47.svg"/><Relationship Id="rId4" Type="http://schemas.openxmlformats.org/officeDocument/2006/relationships/image" Target="../media/image24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sv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8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139.xml"/><Relationship Id="rId1" Type="http://schemas.openxmlformats.org/officeDocument/2006/relationships/slideLayout" Target="../slideLayouts/slideLayout2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1.svg"/><Relationship Id="rId5" Type="http://schemas.openxmlformats.org/officeDocument/2006/relationships/image" Target="../media/image250.png"/><Relationship Id="rId4" Type="http://schemas.openxmlformats.org/officeDocument/2006/relationships/image" Target="../media/image249.sv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sv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49.svg"/><Relationship Id="rId4" Type="http://schemas.openxmlformats.org/officeDocument/2006/relationships/image" Target="../media/image24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5.svg"/><Relationship Id="rId5" Type="http://schemas.openxmlformats.org/officeDocument/2006/relationships/image" Target="../media/image254.png"/><Relationship Id="rId4" Type="http://schemas.openxmlformats.org/officeDocument/2006/relationships/image" Target="../media/image253.sv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9.svg"/><Relationship Id="rId5" Type="http://schemas.openxmlformats.org/officeDocument/2006/relationships/image" Target="../media/image258.png"/><Relationship Id="rId4" Type="http://schemas.openxmlformats.org/officeDocument/2006/relationships/image" Target="../media/image257.sv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svg"/><Relationship Id="rId3" Type="http://schemas.openxmlformats.org/officeDocument/2006/relationships/image" Target="../media/image256.png"/><Relationship Id="rId7" Type="http://schemas.openxmlformats.org/officeDocument/2006/relationships/image" Target="../media/image2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1.svg"/><Relationship Id="rId5" Type="http://schemas.openxmlformats.org/officeDocument/2006/relationships/image" Target="../media/image260.png"/><Relationship Id="rId4" Type="http://schemas.openxmlformats.org/officeDocument/2006/relationships/image" Target="../media/image257.sv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svg"/><Relationship Id="rId3" Type="http://schemas.openxmlformats.org/officeDocument/2006/relationships/image" Target="../media/image256.png"/><Relationship Id="rId7" Type="http://schemas.openxmlformats.org/officeDocument/2006/relationships/image" Target="../media/image264.png"/><Relationship Id="rId12" Type="http://schemas.openxmlformats.org/officeDocument/2006/relationships/image" Target="../media/image26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59.svg"/><Relationship Id="rId11" Type="http://schemas.openxmlformats.org/officeDocument/2006/relationships/image" Target="../media/image268.png"/><Relationship Id="rId5" Type="http://schemas.openxmlformats.org/officeDocument/2006/relationships/image" Target="../media/image258.png"/><Relationship Id="rId10" Type="http://schemas.openxmlformats.org/officeDocument/2006/relationships/image" Target="../media/image267.svg"/><Relationship Id="rId4" Type="http://schemas.openxmlformats.org/officeDocument/2006/relationships/image" Target="../media/image257.svg"/><Relationship Id="rId9" Type="http://schemas.openxmlformats.org/officeDocument/2006/relationships/image" Target="../media/image26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svg"/><Relationship Id="rId13" Type="http://schemas.openxmlformats.org/officeDocument/2006/relationships/image" Target="../media/image276.svg"/><Relationship Id="rId3" Type="http://schemas.openxmlformats.org/officeDocument/2006/relationships/image" Target="../media/image270.png"/><Relationship Id="rId7" Type="http://schemas.openxmlformats.org/officeDocument/2006/relationships/image" Target="../media/image272.png"/><Relationship Id="rId12" Type="http://schemas.openxmlformats.org/officeDocument/2006/relationships/image" Target="../media/image275.svg"/><Relationship Id="rId17" Type="http://schemas.openxmlformats.org/officeDocument/2006/relationships/image" Target="../media/image280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7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5.svg"/><Relationship Id="rId11" Type="http://schemas.openxmlformats.org/officeDocument/2006/relationships/image" Target="../media/image274.png"/><Relationship Id="rId5" Type="http://schemas.openxmlformats.org/officeDocument/2006/relationships/image" Target="../media/image124.png"/><Relationship Id="rId15" Type="http://schemas.openxmlformats.org/officeDocument/2006/relationships/image" Target="../media/image278.svg"/><Relationship Id="rId10" Type="http://schemas.openxmlformats.org/officeDocument/2006/relationships/image" Target="../media/image265.svg"/><Relationship Id="rId4" Type="http://schemas.openxmlformats.org/officeDocument/2006/relationships/image" Target="../media/image271.svg"/><Relationship Id="rId9" Type="http://schemas.openxmlformats.org/officeDocument/2006/relationships/image" Target="../media/image264.png"/><Relationship Id="rId14" Type="http://schemas.openxmlformats.org/officeDocument/2006/relationships/image" Target="../media/image277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82.svg"/><Relationship Id="rId7" Type="http://schemas.openxmlformats.org/officeDocument/2006/relationships/image" Target="../media/image284.sv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83.png"/><Relationship Id="rId11" Type="http://schemas.openxmlformats.org/officeDocument/2006/relationships/image" Target="../media/image288.svg"/><Relationship Id="rId5" Type="http://schemas.openxmlformats.org/officeDocument/2006/relationships/image" Target="../media/image280.svg"/><Relationship Id="rId10" Type="http://schemas.openxmlformats.org/officeDocument/2006/relationships/image" Target="../media/image287.png"/><Relationship Id="rId4" Type="http://schemas.openxmlformats.org/officeDocument/2006/relationships/image" Target="../media/image279.png"/><Relationship Id="rId9" Type="http://schemas.openxmlformats.org/officeDocument/2006/relationships/image" Target="../media/image286.sv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svg"/><Relationship Id="rId13" Type="http://schemas.openxmlformats.org/officeDocument/2006/relationships/image" Target="../media/image281.png"/><Relationship Id="rId3" Type="http://schemas.openxmlformats.org/officeDocument/2006/relationships/image" Target="../media/image289.png"/><Relationship Id="rId7" Type="http://schemas.openxmlformats.org/officeDocument/2006/relationships/image" Target="../media/image291.png"/><Relationship Id="rId12" Type="http://schemas.openxmlformats.org/officeDocument/2006/relationships/image" Target="../media/image29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84.svg"/><Relationship Id="rId11" Type="http://schemas.openxmlformats.org/officeDocument/2006/relationships/image" Target="../media/image295.png"/><Relationship Id="rId5" Type="http://schemas.openxmlformats.org/officeDocument/2006/relationships/image" Target="../media/image283.png"/><Relationship Id="rId10" Type="http://schemas.openxmlformats.org/officeDocument/2006/relationships/image" Target="../media/image294.svg"/><Relationship Id="rId4" Type="http://schemas.openxmlformats.org/officeDocument/2006/relationships/image" Target="../media/image290.svg"/><Relationship Id="rId9" Type="http://schemas.openxmlformats.org/officeDocument/2006/relationships/image" Target="../media/image293.png"/><Relationship Id="rId14" Type="http://schemas.openxmlformats.org/officeDocument/2006/relationships/image" Target="../media/image282.sv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image" Target="../media/image282.svg"/><Relationship Id="rId7" Type="http://schemas.openxmlformats.org/officeDocument/2006/relationships/image" Target="../media/image298.sv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97.png"/><Relationship Id="rId5" Type="http://schemas.openxmlformats.org/officeDocument/2006/relationships/image" Target="../media/image284.svg"/><Relationship Id="rId4" Type="http://schemas.openxmlformats.org/officeDocument/2006/relationships/image" Target="../media/image283.png"/><Relationship Id="rId9" Type="http://schemas.openxmlformats.org/officeDocument/2006/relationships/image" Target="../media/image300.sv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svg"/><Relationship Id="rId3" Type="http://schemas.openxmlformats.org/officeDocument/2006/relationships/image" Target="../media/image301.png"/><Relationship Id="rId7" Type="http://schemas.openxmlformats.org/officeDocument/2006/relationships/image" Target="../media/image305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04.svg"/><Relationship Id="rId5" Type="http://schemas.openxmlformats.org/officeDocument/2006/relationships/image" Target="../media/image303.png"/><Relationship Id="rId4" Type="http://schemas.openxmlformats.org/officeDocument/2006/relationships/image" Target="../media/image302.sv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0.svg"/><Relationship Id="rId5" Type="http://schemas.openxmlformats.org/officeDocument/2006/relationships/image" Target="../media/image309.png"/><Relationship Id="rId4" Type="http://schemas.openxmlformats.org/officeDocument/2006/relationships/image" Target="../media/image308.sv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20.svg"/><Relationship Id="rId3" Type="http://schemas.openxmlformats.org/officeDocument/2006/relationships/image" Target="../media/image312.svg"/><Relationship Id="rId7" Type="http://schemas.openxmlformats.org/officeDocument/2006/relationships/image" Target="../media/image316.svg"/><Relationship Id="rId12" Type="http://schemas.openxmlformats.org/officeDocument/2006/relationships/image" Target="../media/image319.png"/><Relationship Id="rId17" Type="http://schemas.openxmlformats.org/officeDocument/2006/relationships/image" Target="../media/image322.svg"/><Relationship Id="rId2" Type="http://schemas.openxmlformats.org/officeDocument/2006/relationships/image" Target="../media/image311.png"/><Relationship Id="rId16" Type="http://schemas.openxmlformats.org/officeDocument/2006/relationships/image" Target="../media/image32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5.png"/><Relationship Id="rId11" Type="http://schemas.openxmlformats.org/officeDocument/2006/relationships/image" Target="../media/image269.svg"/><Relationship Id="rId5" Type="http://schemas.openxmlformats.org/officeDocument/2006/relationships/image" Target="../media/image314.svg"/><Relationship Id="rId15" Type="http://schemas.openxmlformats.org/officeDocument/2006/relationships/image" Target="../media/image282.svg"/><Relationship Id="rId10" Type="http://schemas.openxmlformats.org/officeDocument/2006/relationships/image" Target="../media/image268.png"/><Relationship Id="rId4" Type="http://schemas.openxmlformats.org/officeDocument/2006/relationships/image" Target="../media/image313.png"/><Relationship Id="rId9" Type="http://schemas.openxmlformats.org/officeDocument/2006/relationships/image" Target="../media/image318.svg"/><Relationship Id="rId14" Type="http://schemas.openxmlformats.org/officeDocument/2006/relationships/image" Target="../media/image281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13" Type="http://schemas.openxmlformats.org/officeDocument/2006/relationships/image" Target="../media/image269.svg"/><Relationship Id="rId3" Type="http://schemas.openxmlformats.org/officeDocument/2006/relationships/image" Target="../media/image320.svg"/><Relationship Id="rId7" Type="http://schemas.openxmlformats.org/officeDocument/2006/relationships/image" Target="../media/image325.svg"/><Relationship Id="rId12" Type="http://schemas.openxmlformats.org/officeDocument/2006/relationships/image" Target="../media/image268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4.png"/><Relationship Id="rId11" Type="http://schemas.openxmlformats.org/officeDocument/2006/relationships/image" Target="../media/image329.svg"/><Relationship Id="rId5" Type="http://schemas.openxmlformats.org/officeDocument/2006/relationships/image" Target="../media/image323.svg"/><Relationship Id="rId10" Type="http://schemas.openxmlformats.org/officeDocument/2006/relationships/image" Target="../media/image328.png"/><Relationship Id="rId4" Type="http://schemas.openxmlformats.org/officeDocument/2006/relationships/image" Target="../media/image122.png"/><Relationship Id="rId9" Type="http://schemas.openxmlformats.org/officeDocument/2006/relationships/image" Target="../media/image327.sv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svg"/><Relationship Id="rId3" Type="http://schemas.openxmlformats.org/officeDocument/2006/relationships/image" Target="../media/image279.png"/><Relationship Id="rId7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9.svg"/><Relationship Id="rId5" Type="http://schemas.openxmlformats.org/officeDocument/2006/relationships/image" Target="../media/image328.png"/><Relationship Id="rId4" Type="http://schemas.openxmlformats.org/officeDocument/2006/relationships/image" Target="../media/image280.sv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3" Type="http://schemas.openxmlformats.org/officeDocument/2006/relationships/image" Target="../media/image330.png"/><Relationship Id="rId7" Type="http://schemas.openxmlformats.org/officeDocument/2006/relationships/image" Target="../media/image335.sv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4.png"/><Relationship Id="rId5" Type="http://schemas.openxmlformats.org/officeDocument/2006/relationships/image" Target="../media/image280.svg"/><Relationship Id="rId4" Type="http://schemas.openxmlformats.org/officeDocument/2006/relationships/image" Target="../media/image279.png"/><Relationship Id="rId9" Type="http://schemas.openxmlformats.org/officeDocument/2006/relationships/image" Target="../media/image337.sv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5.sv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13" Type="http://schemas.openxmlformats.org/officeDocument/2006/relationships/image" Target="../media/image344.png"/><Relationship Id="rId3" Type="http://schemas.openxmlformats.org/officeDocument/2006/relationships/image" Target="../media/image330.png"/><Relationship Id="rId7" Type="http://schemas.openxmlformats.org/officeDocument/2006/relationships/image" Target="../media/image337.svg"/><Relationship Id="rId12" Type="http://schemas.openxmlformats.org/officeDocument/2006/relationships/image" Target="../media/image343.svg"/><Relationship Id="rId2" Type="http://schemas.openxmlformats.org/officeDocument/2006/relationships/image" Target="../media/image333.png"/><Relationship Id="rId16" Type="http://schemas.openxmlformats.org/officeDocument/2006/relationships/image" Target="../media/image347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6.png"/><Relationship Id="rId11" Type="http://schemas.openxmlformats.org/officeDocument/2006/relationships/image" Target="../media/image342.png"/><Relationship Id="rId5" Type="http://schemas.openxmlformats.org/officeDocument/2006/relationships/image" Target="../media/image280.svg"/><Relationship Id="rId15" Type="http://schemas.openxmlformats.org/officeDocument/2006/relationships/image" Target="../media/image346.png"/><Relationship Id="rId10" Type="http://schemas.openxmlformats.org/officeDocument/2006/relationships/image" Target="../media/image341.svg"/><Relationship Id="rId4" Type="http://schemas.openxmlformats.org/officeDocument/2006/relationships/image" Target="../media/image279.png"/><Relationship Id="rId9" Type="http://schemas.openxmlformats.org/officeDocument/2006/relationships/image" Target="../media/image340.png"/><Relationship Id="rId14" Type="http://schemas.openxmlformats.org/officeDocument/2006/relationships/image" Target="../media/image345.sv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349.svg"/><Relationship Id="rId7" Type="http://schemas.openxmlformats.org/officeDocument/2006/relationships/image" Target="../media/image353.sv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52.png"/><Relationship Id="rId11" Type="http://schemas.openxmlformats.org/officeDocument/2006/relationships/image" Target="../media/image200.svg"/><Relationship Id="rId5" Type="http://schemas.openxmlformats.org/officeDocument/2006/relationships/image" Target="../media/image351.svg"/><Relationship Id="rId10" Type="http://schemas.openxmlformats.org/officeDocument/2006/relationships/image" Target="../media/image199.png"/><Relationship Id="rId4" Type="http://schemas.openxmlformats.org/officeDocument/2006/relationships/image" Target="../media/image350.png"/><Relationship Id="rId9" Type="http://schemas.openxmlformats.org/officeDocument/2006/relationships/image" Target="../media/image355.sv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59.svg"/><Relationship Id="rId4" Type="http://schemas.openxmlformats.org/officeDocument/2006/relationships/image" Target="../media/image35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svg"/><Relationship Id="rId7" Type="http://schemas.openxmlformats.org/officeDocument/2006/relationships/image" Target="../media/image351.sv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50.png"/><Relationship Id="rId5" Type="http://schemas.openxmlformats.org/officeDocument/2006/relationships/image" Target="../media/image363.svg"/><Relationship Id="rId4" Type="http://schemas.openxmlformats.org/officeDocument/2006/relationships/image" Target="../media/image362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3" Type="http://schemas.openxmlformats.org/officeDocument/2006/relationships/image" Target="../media/image168.svg"/><Relationship Id="rId7" Type="http://schemas.openxmlformats.org/officeDocument/2006/relationships/image" Target="../media/image365.sv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64.png"/><Relationship Id="rId5" Type="http://schemas.openxmlformats.org/officeDocument/2006/relationships/image" Target="../media/image178.svg"/><Relationship Id="rId4" Type="http://schemas.openxmlformats.org/officeDocument/2006/relationships/image" Target="../media/image177.png"/><Relationship Id="rId9" Type="http://schemas.openxmlformats.org/officeDocument/2006/relationships/image" Target="../media/image367.sv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3" Type="http://schemas.openxmlformats.org/officeDocument/2006/relationships/image" Target="../media/image168.svg"/><Relationship Id="rId7" Type="http://schemas.openxmlformats.org/officeDocument/2006/relationships/image" Target="../media/image365.sv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64.png"/><Relationship Id="rId11" Type="http://schemas.openxmlformats.org/officeDocument/2006/relationships/image" Target="../media/image371.svg"/><Relationship Id="rId5" Type="http://schemas.openxmlformats.org/officeDocument/2006/relationships/image" Target="../media/image178.svg"/><Relationship Id="rId10" Type="http://schemas.openxmlformats.org/officeDocument/2006/relationships/image" Target="../media/image370.png"/><Relationship Id="rId4" Type="http://schemas.openxmlformats.org/officeDocument/2006/relationships/image" Target="../media/image177.png"/><Relationship Id="rId9" Type="http://schemas.openxmlformats.org/officeDocument/2006/relationships/image" Target="../media/image369.sv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sv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8.xml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3" Type="http://schemas.openxmlformats.org/officeDocument/2006/relationships/image" Target="../media/image373.svg"/><Relationship Id="rId7" Type="http://schemas.openxmlformats.org/officeDocument/2006/relationships/image" Target="../media/image377.sv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6.png"/><Relationship Id="rId5" Type="http://schemas.openxmlformats.org/officeDocument/2006/relationships/image" Target="../media/image375.svg"/><Relationship Id="rId4" Type="http://schemas.openxmlformats.org/officeDocument/2006/relationships/image" Target="../media/image374.png"/><Relationship Id="rId9" Type="http://schemas.openxmlformats.org/officeDocument/2006/relationships/image" Target="../media/image379.sv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13" Type="http://schemas.openxmlformats.org/officeDocument/2006/relationships/image" Target="../media/image200.svg"/><Relationship Id="rId3" Type="http://schemas.openxmlformats.org/officeDocument/2006/relationships/image" Target="../media/image373.svg"/><Relationship Id="rId7" Type="http://schemas.openxmlformats.org/officeDocument/2006/relationships/image" Target="../media/image377.svg"/><Relationship Id="rId12" Type="http://schemas.openxmlformats.org/officeDocument/2006/relationships/image" Target="../media/image199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6.png"/><Relationship Id="rId11" Type="http://schemas.openxmlformats.org/officeDocument/2006/relationships/image" Target="../media/image381.svg"/><Relationship Id="rId5" Type="http://schemas.openxmlformats.org/officeDocument/2006/relationships/image" Target="../media/image375.svg"/><Relationship Id="rId15" Type="http://schemas.openxmlformats.org/officeDocument/2006/relationships/image" Target="../media/image383.svg"/><Relationship Id="rId10" Type="http://schemas.openxmlformats.org/officeDocument/2006/relationships/image" Target="../media/image380.png"/><Relationship Id="rId4" Type="http://schemas.openxmlformats.org/officeDocument/2006/relationships/image" Target="../media/image374.png"/><Relationship Id="rId9" Type="http://schemas.openxmlformats.org/officeDocument/2006/relationships/image" Target="../media/image379.svg"/><Relationship Id="rId14" Type="http://schemas.openxmlformats.org/officeDocument/2006/relationships/image" Target="../media/image382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13" Type="http://schemas.openxmlformats.org/officeDocument/2006/relationships/image" Target="../media/image200.svg"/><Relationship Id="rId18" Type="http://schemas.openxmlformats.org/officeDocument/2006/relationships/image" Target="../media/image386.png"/><Relationship Id="rId3" Type="http://schemas.openxmlformats.org/officeDocument/2006/relationships/image" Target="../media/image373.svg"/><Relationship Id="rId7" Type="http://schemas.openxmlformats.org/officeDocument/2006/relationships/image" Target="../media/image377.svg"/><Relationship Id="rId12" Type="http://schemas.openxmlformats.org/officeDocument/2006/relationships/image" Target="../media/image199.png"/><Relationship Id="rId17" Type="http://schemas.openxmlformats.org/officeDocument/2006/relationships/image" Target="../media/image385.svg"/><Relationship Id="rId2" Type="http://schemas.openxmlformats.org/officeDocument/2006/relationships/image" Target="../media/image372.png"/><Relationship Id="rId16" Type="http://schemas.openxmlformats.org/officeDocument/2006/relationships/image" Target="../media/image38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6.png"/><Relationship Id="rId11" Type="http://schemas.openxmlformats.org/officeDocument/2006/relationships/image" Target="../media/image381.svg"/><Relationship Id="rId5" Type="http://schemas.openxmlformats.org/officeDocument/2006/relationships/image" Target="../media/image375.svg"/><Relationship Id="rId15" Type="http://schemas.openxmlformats.org/officeDocument/2006/relationships/image" Target="../media/image383.svg"/><Relationship Id="rId10" Type="http://schemas.openxmlformats.org/officeDocument/2006/relationships/image" Target="../media/image380.png"/><Relationship Id="rId19" Type="http://schemas.openxmlformats.org/officeDocument/2006/relationships/image" Target="../media/image387.svg"/><Relationship Id="rId4" Type="http://schemas.openxmlformats.org/officeDocument/2006/relationships/image" Target="../media/image374.png"/><Relationship Id="rId9" Type="http://schemas.openxmlformats.org/officeDocument/2006/relationships/image" Target="../media/image379.svg"/><Relationship Id="rId14" Type="http://schemas.openxmlformats.org/officeDocument/2006/relationships/image" Target="../media/image382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13" Type="http://schemas.openxmlformats.org/officeDocument/2006/relationships/image" Target="../media/image200.svg"/><Relationship Id="rId18" Type="http://schemas.openxmlformats.org/officeDocument/2006/relationships/image" Target="../media/image386.png"/><Relationship Id="rId3" Type="http://schemas.openxmlformats.org/officeDocument/2006/relationships/image" Target="../media/image373.svg"/><Relationship Id="rId7" Type="http://schemas.openxmlformats.org/officeDocument/2006/relationships/image" Target="../media/image377.svg"/><Relationship Id="rId12" Type="http://schemas.openxmlformats.org/officeDocument/2006/relationships/image" Target="../media/image199.png"/><Relationship Id="rId17" Type="http://schemas.openxmlformats.org/officeDocument/2006/relationships/image" Target="../media/image385.svg"/><Relationship Id="rId2" Type="http://schemas.openxmlformats.org/officeDocument/2006/relationships/image" Target="../media/image372.png"/><Relationship Id="rId16" Type="http://schemas.openxmlformats.org/officeDocument/2006/relationships/image" Target="../media/image38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6.png"/><Relationship Id="rId11" Type="http://schemas.openxmlformats.org/officeDocument/2006/relationships/image" Target="../media/image381.svg"/><Relationship Id="rId5" Type="http://schemas.openxmlformats.org/officeDocument/2006/relationships/image" Target="../media/image375.svg"/><Relationship Id="rId15" Type="http://schemas.openxmlformats.org/officeDocument/2006/relationships/image" Target="../media/image383.svg"/><Relationship Id="rId10" Type="http://schemas.openxmlformats.org/officeDocument/2006/relationships/image" Target="../media/image380.png"/><Relationship Id="rId19" Type="http://schemas.openxmlformats.org/officeDocument/2006/relationships/image" Target="../media/image387.svg"/><Relationship Id="rId4" Type="http://schemas.openxmlformats.org/officeDocument/2006/relationships/image" Target="../media/image374.png"/><Relationship Id="rId9" Type="http://schemas.openxmlformats.org/officeDocument/2006/relationships/image" Target="../media/image379.svg"/><Relationship Id="rId14" Type="http://schemas.openxmlformats.org/officeDocument/2006/relationships/image" Target="../media/image382.png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235.svg"/><Relationship Id="rId7" Type="http://schemas.openxmlformats.org/officeDocument/2006/relationships/image" Target="../media/image389.sv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88.png"/><Relationship Id="rId5" Type="http://schemas.openxmlformats.org/officeDocument/2006/relationships/image" Target="../media/image237.svg"/><Relationship Id="rId4" Type="http://schemas.openxmlformats.org/officeDocument/2006/relationships/image" Target="../media/image236.png"/><Relationship Id="rId9" Type="http://schemas.openxmlformats.org/officeDocument/2006/relationships/image" Target="../media/image391.sv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395.svg"/><Relationship Id="rId18" Type="http://schemas.openxmlformats.org/officeDocument/2006/relationships/image" Target="../media/image396.png"/><Relationship Id="rId3" Type="http://schemas.openxmlformats.org/officeDocument/2006/relationships/image" Target="../media/image235.svg"/><Relationship Id="rId7" Type="http://schemas.openxmlformats.org/officeDocument/2006/relationships/image" Target="../media/image385.svg"/><Relationship Id="rId12" Type="http://schemas.openxmlformats.org/officeDocument/2006/relationships/image" Target="../media/image394.png"/><Relationship Id="rId17" Type="http://schemas.openxmlformats.org/officeDocument/2006/relationships/image" Target="../media/image387.svg"/><Relationship Id="rId2" Type="http://schemas.openxmlformats.org/officeDocument/2006/relationships/image" Target="../media/image234.png"/><Relationship Id="rId16" Type="http://schemas.openxmlformats.org/officeDocument/2006/relationships/image" Target="../media/image38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84.png"/><Relationship Id="rId11" Type="http://schemas.openxmlformats.org/officeDocument/2006/relationships/image" Target="../media/image200.svg"/><Relationship Id="rId5" Type="http://schemas.openxmlformats.org/officeDocument/2006/relationships/image" Target="../media/image393.svg"/><Relationship Id="rId15" Type="http://schemas.openxmlformats.org/officeDocument/2006/relationships/image" Target="../media/image383.svg"/><Relationship Id="rId10" Type="http://schemas.openxmlformats.org/officeDocument/2006/relationships/image" Target="../media/image199.png"/><Relationship Id="rId19" Type="http://schemas.openxmlformats.org/officeDocument/2006/relationships/image" Target="../media/image397.svg"/><Relationship Id="rId4" Type="http://schemas.openxmlformats.org/officeDocument/2006/relationships/image" Target="../media/image392.png"/><Relationship Id="rId9" Type="http://schemas.openxmlformats.org/officeDocument/2006/relationships/image" Target="../media/image381.svg"/><Relationship Id="rId14" Type="http://schemas.openxmlformats.org/officeDocument/2006/relationships/image" Target="../media/image382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svg"/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28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8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3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8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413.svg"/><Relationship Id="rId3" Type="http://schemas.openxmlformats.org/officeDocument/2006/relationships/image" Target="../media/image405.svg"/><Relationship Id="rId7" Type="http://schemas.openxmlformats.org/officeDocument/2006/relationships/image" Target="../media/image409.svg"/><Relationship Id="rId12" Type="http://schemas.openxmlformats.org/officeDocument/2006/relationships/image" Target="../media/image412.png"/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08.png"/><Relationship Id="rId11" Type="http://schemas.openxmlformats.org/officeDocument/2006/relationships/image" Target="../media/image284.svg"/><Relationship Id="rId5" Type="http://schemas.openxmlformats.org/officeDocument/2006/relationships/image" Target="../media/image407.svg"/><Relationship Id="rId15" Type="http://schemas.openxmlformats.org/officeDocument/2006/relationships/image" Target="../media/image415.svg"/><Relationship Id="rId10" Type="http://schemas.openxmlformats.org/officeDocument/2006/relationships/image" Target="../media/image283.png"/><Relationship Id="rId4" Type="http://schemas.openxmlformats.org/officeDocument/2006/relationships/image" Target="../media/image406.png"/><Relationship Id="rId9" Type="http://schemas.openxmlformats.org/officeDocument/2006/relationships/image" Target="../media/image411.svg"/><Relationship Id="rId14" Type="http://schemas.openxmlformats.org/officeDocument/2006/relationships/image" Target="../media/image414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123.svg"/><Relationship Id="rId18" Type="http://schemas.openxmlformats.org/officeDocument/2006/relationships/image" Target="../media/image414.png"/><Relationship Id="rId3" Type="http://schemas.openxmlformats.org/officeDocument/2006/relationships/image" Target="../media/image405.svg"/><Relationship Id="rId7" Type="http://schemas.openxmlformats.org/officeDocument/2006/relationships/image" Target="../media/image417.svg"/><Relationship Id="rId12" Type="http://schemas.openxmlformats.org/officeDocument/2006/relationships/image" Target="../media/image122.png"/><Relationship Id="rId17" Type="http://schemas.openxmlformats.org/officeDocument/2006/relationships/image" Target="../media/image269.svg"/><Relationship Id="rId2" Type="http://schemas.openxmlformats.org/officeDocument/2006/relationships/image" Target="../media/image404.png"/><Relationship Id="rId16" Type="http://schemas.openxmlformats.org/officeDocument/2006/relationships/image" Target="../media/image26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6.png"/><Relationship Id="rId11" Type="http://schemas.openxmlformats.org/officeDocument/2006/relationships/image" Target="../media/image419.svg"/><Relationship Id="rId5" Type="http://schemas.openxmlformats.org/officeDocument/2006/relationships/image" Target="../media/image407.svg"/><Relationship Id="rId15" Type="http://schemas.openxmlformats.org/officeDocument/2006/relationships/image" Target="../media/image282.svg"/><Relationship Id="rId10" Type="http://schemas.openxmlformats.org/officeDocument/2006/relationships/image" Target="../media/image418.png"/><Relationship Id="rId19" Type="http://schemas.openxmlformats.org/officeDocument/2006/relationships/image" Target="../media/image415.svg"/><Relationship Id="rId4" Type="http://schemas.openxmlformats.org/officeDocument/2006/relationships/image" Target="../media/image406.png"/><Relationship Id="rId9" Type="http://schemas.openxmlformats.org/officeDocument/2006/relationships/image" Target="../media/image411.svg"/><Relationship Id="rId14" Type="http://schemas.openxmlformats.org/officeDocument/2006/relationships/image" Target="../media/image281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282.svg"/><Relationship Id="rId3" Type="http://schemas.openxmlformats.org/officeDocument/2006/relationships/image" Target="../media/image405.svg"/><Relationship Id="rId7" Type="http://schemas.openxmlformats.org/officeDocument/2006/relationships/image" Target="../media/image419.svg"/><Relationship Id="rId12" Type="http://schemas.openxmlformats.org/officeDocument/2006/relationships/image" Target="../media/image281.png"/><Relationship Id="rId17" Type="http://schemas.openxmlformats.org/officeDocument/2006/relationships/image" Target="../media/image423.svg"/><Relationship Id="rId2" Type="http://schemas.openxmlformats.org/officeDocument/2006/relationships/image" Target="../media/image404.png"/><Relationship Id="rId16" Type="http://schemas.openxmlformats.org/officeDocument/2006/relationships/image" Target="../media/image42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8.png"/><Relationship Id="rId11" Type="http://schemas.openxmlformats.org/officeDocument/2006/relationships/image" Target="../media/image421.svg"/><Relationship Id="rId5" Type="http://schemas.openxmlformats.org/officeDocument/2006/relationships/image" Target="../media/image407.svg"/><Relationship Id="rId15" Type="http://schemas.openxmlformats.org/officeDocument/2006/relationships/image" Target="../media/image129.svg"/><Relationship Id="rId10" Type="http://schemas.openxmlformats.org/officeDocument/2006/relationships/image" Target="../media/image420.png"/><Relationship Id="rId4" Type="http://schemas.openxmlformats.org/officeDocument/2006/relationships/image" Target="../media/image406.png"/><Relationship Id="rId9" Type="http://schemas.openxmlformats.org/officeDocument/2006/relationships/image" Target="../media/image123.svg"/><Relationship Id="rId14" Type="http://schemas.openxmlformats.org/officeDocument/2006/relationships/image" Target="../media/image128.png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svg"/><Relationship Id="rId3" Type="http://schemas.openxmlformats.org/officeDocument/2006/relationships/image" Target="../media/image424.png"/><Relationship Id="rId7" Type="http://schemas.openxmlformats.org/officeDocument/2006/relationships/image" Target="../media/image4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27.svg"/><Relationship Id="rId5" Type="http://schemas.openxmlformats.org/officeDocument/2006/relationships/image" Target="../media/image426.png"/><Relationship Id="rId4" Type="http://schemas.openxmlformats.org/officeDocument/2006/relationships/image" Target="../media/image4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ubtitle 2">
            <a:extLst>
              <a:ext uri="{FF2B5EF4-FFF2-40B4-BE49-F238E27FC236}">
                <a16:creationId xmlns:a16="http://schemas.microsoft.com/office/drawing/2014/main" id="{D5ED50B5-5A05-28D2-36BF-9598397311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3513" y="1858655"/>
            <a:ext cx="5755506" cy="1312863"/>
          </a:xfrm>
        </p:spPr>
        <p:txBody>
          <a:bodyPr/>
          <a:lstStyle/>
          <a:p>
            <a:pPr algn="ctr"/>
            <a:endParaRPr lang="en-US" altLang="en-US" sz="1600" dirty="0">
              <a:latin typeface="Rockwell" panose="02060603020205020403" pitchFamily="18" charset="0"/>
            </a:endParaRPr>
          </a:p>
          <a:p>
            <a:pPr algn="ctr"/>
            <a:r>
              <a:rPr lang="en-US" altLang="en-US" sz="1600" dirty="0" err="1">
                <a:latin typeface="Rockwell" panose="02060603020205020403" pitchFamily="18" charset="0"/>
              </a:rPr>
              <a:t>Universidade</a:t>
            </a:r>
            <a:r>
              <a:rPr lang="en-US" altLang="en-US" sz="1600" dirty="0">
                <a:latin typeface="Rockwell" panose="02060603020205020403" pitchFamily="18" charset="0"/>
              </a:rPr>
              <a:t> Federal de Pernambuco </a:t>
            </a:r>
          </a:p>
          <a:p>
            <a:pPr algn="ctr"/>
            <a:r>
              <a:rPr lang="en-US" altLang="en-US" sz="1600" dirty="0">
                <a:latin typeface="Rockwell" panose="02060603020205020403" pitchFamily="18" charset="0"/>
              </a:rPr>
              <a:t>9</a:t>
            </a:r>
            <a:r>
              <a:rPr lang="en-US" altLang="en-US" sz="1600" baseline="30000" dirty="0">
                <a:latin typeface="Rockwell" panose="02060603020205020403" pitchFamily="18" charset="0"/>
              </a:rPr>
              <a:t>th</a:t>
            </a:r>
            <a:r>
              <a:rPr lang="en-US" altLang="en-US" sz="1600" dirty="0">
                <a:latin typeface="Rockwell" panose="02060603020205020403" pitchFamily="18" charset="0"/>
              </a:rPr>
              <a:t> April 2026</a:t>
            </a:r>
          </a:p>
          <a:p>
            <a:pPr algn="ctr"/>
            <a:endParaRPr lang="en-US" altLang="en-US" sz="1600" dirty="0">
              <a:latin typeface="Rockwell" panose="02060603020205020403" pitchFamily="18" charset="0"/>
            </a:endParaRPr>
          </a:p>
          <a:p>
            <a:pPr algn="ctr"/>
            <a:r>
              <a:rPr lang="en-US" altLang="en-US" sz="1600" b="1" dirty="0">
                <a:latin typeface="Rockwell" panose="02060603020205020403" pitchFamily="18" charset="0"/>
              </a:rPr>
              <a:t>    Benjamin Stratton </a:t>
            </a:r>
          </a:p>
          <a:p>
            <a:pPr algn="ctr"/>
            <a:endParaRPr lang="en-US" altLang="en-US" sz="1800" dirty="0">
              <a:latin typeface="Rockwell" panose="02060603020205020403" pitchFamily="18" charset="0"/>
            </a:endParaRPr>
          </a:p>
          <a:p>
            <a:pPr algn="ctr"/>
            <a:r>
              <a:rPr lang="en-US" altLang="en-US" sz="1400" dirty="0">
                <a:latin typeface="Rockwell" panose="02060603020205020403" pitchFamily="18" charset="0"/>
              </a:rPr>
              <a:t>Visting Fellow, International Institute of Physics, Federal University of Rio Grande do Norte, Natal, Brazil</a:t>
            </a:r>
          </a:p>
          <a:p>
            <a:pPr algn="ctr"/>
            <a:r>
              <a:rPr lang="en-US" altLang="en-US" sz="1400" dirty="0">
                <a:latin typeface="Rockwell" panose="02060603020205020403" pitchFamily="18" charset="0"/>
              </a:rPr>
              <a:t>PhD Student, Quantum Information Theory Group, University of Bristol, UK.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ACB9DF-849F-CCD3-0676-F4B67390E32F}"/>
              </a:ext>
            </a:extLst>
          </p:cNvPr>
          <p:cNvSpPr txBox="1"/>
          <p:nvPr/>
        </p:nvSpPr>
        <p:spPr>
          <a:xfrm>
            <a:off x="-1071716" y="-304799"/>
            <a:ext cx="3716593" cy="13427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4CCA6-F5E2-BF50-D8E1-66BA1ECACED9}"/>
              </a:ext>
            </a:extLst>
          </p:cNvPr>
          <p:cNvSpPr txBox="1"/>
          <p:nvPr/>
        </p:nvSpPr>
        <p:spPr>
          <a:xfrm>
            <a:off x="-1322438" y="4675493"/>
            <a:ext cx="3716593" cy="13427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554" name="Title 1">
            <a:extLst>
              <a:ext uri="{FF2B5EF4-FFF2-40B4-BE49-F238E27FC236}">
                <a16:creationId xmlns:a16="http://schemas.microsoft.com/office/drawing/2014/main" id="{424A0D4C-2885-B5DF-1AD5-84F0EA20E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3513" y="882497"/>
            <a:ext cx="6237287" cy="1101725"/>
          </a:xfrm>
        </p:spPr>
        <p:txBody>
          <a:bodyPr/>
          <a:lstStyle/>
          <a:p>
            <a:pPr algn="ctr"/>
            <a:r>
              <a:rPr lang="en-US" altLang="en-US" sz="3200" b="1" dirty="0">
                <a:latin typeface="Rockwell" panose="02060603020205020403" pitchFamily="18" charset="0"/>
              </a:rPr>
              <a:t>The More The Merrier </a:t>
            </a:r>
            <a:r>
              <a:rPr lang="en-US" altLang="en-US" sz="3200" dirty="0">
                <a:latin typeface="Rockwell" panose="02060603020205020403" pitchFamily="18" charset="0"/>
              </a:rPr>
              <a:t>- Resource Enhancement in Quantum Resource Theories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50779-52AA-92C8-AB84-5CA82D7DC4D7}"/>
              </a:ext>
            </a:extLst>
          </p:cNvPr>
          <p:cNvSpPr txBox="1"/>
          <p:nvPr/>
        </p:nvSpPr>
        <p:spPr>
          <a:xfrm>
            <a:off x="385200" y="419450"/>
            <a:ext cx="515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Where I am from?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BD25E-14E6-C7CA-3339-B52E6EDE5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3" y="1043221"/>
            <a:ext cx="5639687" cy="3918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B88FE3-55A8-C2F8-BD05-D55B7E97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299" y="1218169"/>
            <a:ext cx="5480515" cy="2707162"/>
          </a:xfrm>
          <a:prstGeom prst="rect">
            <a:avLst/>
          </a:prstGeom>
          <a:ln w="34925">
            <a:solidFill>
              <a:srgbClr val="FFC000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18E436-4274-4CD4-6B22-F320F16B9999}"/>
              </a:ext>
            </a:extLst>
          </p:cNvPr>
          <p:cNvCxnSpPr>
            <a:cxnSpLocks/>
          </p:cNvCxnSpPr>
          <p:nvPr/>
        </p:nvCxnSpPr>
        <p:spPr>
          <a:xfrm flipH="1" flipV="1">
            <a:off x="1227667" y="3368145"/>
            <a:ext cx="1660632" cy="58155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C29099-AC95-2560-BF17-29FBBE73C053}"/>
              </a:ext>
            </a:extLst>
          </p:cNvPr>
          <p:cNvCxnSpPr>
            <a:cxnSpLocks/>
          </p:cNvCxnSpPr>
          <p:nvPr/>
        </p:nvCxnSpPr>
        <p:spPr>
          <a:xfrm flipH="1">
            <a:off x="2482321" y="1218169"/>
            <a:ext cx="405978" cy="170441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21FA1-BFA6-24FA-D420-9E7084E75A2D}"/>
              </a:ext>
            </a:extLst>
          </p:cNvPr>
          <p:cNvSpPr/>
          <p:nvPr/>
        </p:nvSpPr>
        <p:spPr>
          <a:xfrm>
            <a:off x="1227667" y="2922587"/>
            <a:ext cx="1254654" cy="445558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0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CFDD-95E7-D596-5480-7D423F7A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4DB658-C034-137E-4471-D4D563813CFD}"/>
              </a:ext>
            </a:extLst>
          </p:cNvPr>
          <p:cNvSpPr txBox="1"/>
          <p:nvPr/>
        </p:nvSpPr>
        <p:spPr>
          <a:xfrm>
            <a:off x="385200" y="419450"/>
            <a:ext cx="515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Where I am from?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FD8C2-D3CA-8D2E-9E76-5C0128865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6" y="1097280"/>
            <a:ext cx="7501078" cy="3705242"/>
          </a:xfrm>
          <a:prstGeom prst="rect">
            <a:avLst/>
          </a:prstGeom>
          <a:ln w="34925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20464F-E875-351B-D462-3E1F3F013315}"/>
              </a:ext>
            </a:extLst>
          </p:cNvPr>
          <p:cNvSpPr/>
          <p:nvPr/>
        </p:nvSpPr>
        <p:spPr>
          <a:xfrm>
            <a:off x="4002722" y="1317225"/>
            <a:ext cx="3722766" cy="3049187"/>
          </a:xfrm>
          <a:prstGeom prst="rect">
            <a:avLst/>
          </a:prstGeom>
          <a:noFill/>
          <a:ln w="603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64AD1-5B86-C1E7-9BE8-52FF15582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497" y="1317225"/>
            <a:ext cx="3675215" cy="30491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2B08F1-5BED-1A28-4A8E-F67E89B47787}"/>
              </a:ext>
            </a:extLst>
          </p:cNvPr>
          <p:cNvSpPr/>
          <p:nvPr/>
        </p:nvSpPr>
        <p:spPr>
          <a:xfrm>
            <a:off x="2175309" y="3195587"/>
            <a:ext cx="924026" cy="73152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EE69-97A5-19E1-841C-5E2CDEAE920E}"/>
              </a:ext>
            </a:extLst>
          </p:cNvPr>
          <p:cNvCxnSpPr/>
          <p:nvPr/>
        </p:nvCxnSpPr>
        <p:spPr>
          <a:xfrm flipV="1">
            <a:off x="3099335" y="1317225"/>
            <a:ext cx="903387" cy="187836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92D3F-7495-AED4-31E8-CE612BA42699}"/>
              </a:ext>
            </a:extLst>
          </p:cNvPr>
          <p:cNvCxnSpPr/>
          <p:nvPr/>
        </p:nvCxnSpPr>
        <p:spPr>
          <a:xfrm>
            <a:off x="3099335" y="3927107"/>
            <a:ext cx="903387" cy="43930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A5AAE22-23B5-BF93-3322-51ACDAEA9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335" y="159535"/>
            <a:ext cx="5852160" cy="29260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E7D36B-16AE-91FF-8916-43EA07EEF5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3" y="1105559"/>
            <a:ext cx="3143250" cy="2352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4B891B-D27E-BB5C-C236-03D8D981D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726" y="2413000"/>
            <a:ext cx="4048273" cy="269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9C7E-D100-6BAA-1D98-395E67D0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01915-B957-D459-A7D9-1708830260E0}"/>
              </a:ext>
            </a:extLst>
          </p:cNvPr>
          <p:cNvSpPr txBox="1"/>
          <p:nvPr/>
        </p:nvSpPr>
        <p:spPr>
          <a:xfrm>
            <a:off x="385200" y="419450"/>
            <a:ext cx="515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Where I am from?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66092F-15C7-0C51-3D5E-145F9A63C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6" y="1097280"/>
            <a:ext cx="7501078" cy="3705242"/>
          </a:xfrm>
          <a:prstGeom prst="rect">
            <a:avLst/>
          </a:prstGeom>
          <a:ln w="34925"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BA4F498-77F9-C077-E916-CC5CEB6E63E8}"/>
              </a:ext>
            </a:extLst>
          </p:cNvPr>
          <p:cNvSpPr/>
          <p:nvPr/>
        </p:nvSpPr>
        <p:spPr>
          <a:xfrm>
            <a:off x="3099335" y="2205990"/>
            <a:ext cx="924026" cy="73152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7F7FDB-0FB7-4234-1BC1-6F044435C288}"/>
              </a:ext>
            </a:extLst>
          </p:cNvPr>
          <p:cNvCxnSpPr>
            <a:cxnSpLocks/>
          </p:cNvCxnSpPr>
          <p:nvPr/>
        </p:nvCxnSpPr>
        <p:spPr>
          <a:xfrm flipV="1">
            <a:off x="4023361" y="1305487"/>
            <a:ext cx="481907" cy="939181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2A839D-5ACA-CEAC-ABE6-09F8F7A9D292}"/>
              </a:ext>
            </a:extLst>
          </p:cNvPr>
          <p:cNvCxnSpPr>
            <a:cxnSpLocks/>
          </p:cNvCxnSpPr>
          <p:nvPr/>
        </p:nvCxnSpPr>
        <p:spPr>
          <a:xfrm>
            <a:off x="4023361" y="2925518"/>
            <a:ext cx="481907" cy="912495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C22E1E5-BCEC-9D46-1BA1-3108BD296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268" y="1305487"/>
            <a:ext cx="3359323" cy="2521080"/>
          </a:xfrm>
          <a:prstGeom prst="rect">
            <a:avLst/>
          </a:prstGeom>
          <a:ln w="31750">
            <a:solidFill>
              <a:srgbClr val="FFC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C4F2A5-E757-1EE4-F8B6-1399691BCF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3010"/>
            <a:ext cx="4409020" cy="2937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26BDEB-2AF6-5168-8696-DBEE30741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30" y="278259"/>
            <a:ext cx="5051407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8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300F255-CAA6-814F-8181-A8A383F9E615}"/>
              </a:ext>
            </a:extLst>
          </p:cNvPr>
          <p:cNvSpPr txBox="1">
            <a:spLocks/>
          </p:cNvSpPr>
          <p:nvPr/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/>
              <a:t>Overview 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1222AB-2E60-D219-FE05-AA8CA69848FA}"/>
              </a:ext>
            </a:extLst>
          </p:cNvPr>
          <p:cNvSpPr txBox="1">
            <a:spLocks/>
          </p:cNvSpPr>
          <p:nvPr/>
        </p:nvSpPr>
        <p:spPr>
          <a:xfrm>
            <a:off x="370800" y="1127521"/>
            <a:ext cx="8402400" cy="389686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ourier New" panose="02070309020205020404" pitchFamily="49" charset="0"/>
              <a:buChar char="o"/>
              <a:defRPr sz="1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Rockwell" panose="02060603020205020403" pitchFamily="18" charset="0"/>
              </a:rPr>
              <a:t>Quantum Resource Theory Overview </a:t>
            </a:r>
          </a:p>
          <a:p>
            <a:pPr lvl="1"/>
            <a:r>
              <a:rPr lang="en-GB" sz="2000" dirty="0">
                <a:latin typeface="Rockwell" panose="02060603020205020403" pitchFamily="18" charset="0"/>
              </a:rPr>
              <a:t>Conceptual Foundations </a:t>
            </a:r>
          </a:p>
          <a:p>
            <a:pPr lvl="1"/>
            <a:r>
              <a:rPr lang="en-GB" sz="2000" dirty="0">
                <a:latin typeface="Rockwell" panose="02060603020205020403" pitchFamily="18" charset="0"/>
              </a:rPr>
              <a:t>Mathematical Formalism</a:t>
            </a:r>
          </a:p>
          <a:p>
            <a:endParaRPr lang="en-GB" sz="2400" dirty="0">
              <a:latin typeface="Rockwell" panose="02060603020205020403" pitchFamily="18" charset="0"/>
            </a:endParaRPr>
          </a:p>
          <a:p>
            <a:r>
              <a:rPr lang="en-GB" sz="2400" dirty="0">
                <a:latin typeface="Rockwell" panose="02060603020205020403" pitchFamily="18" charset="0"/>
              </a:rPr>
              <a:t>Resource Enhancement in Quantum Resource Theories</a:t>
            </a:r>
          </a:p>
          <a:p>
            <a:endParaRPr lang="en-GB" sz="2400" dirty="0">
              <a:latin typeface="Rockwell" panose="02060603020205020403" pitchFamily="18" charset="0"/>
            </a:endParaRPr>
          </a:p>
          <a:p>
            <a:r>
              <a:rPr lang="en-GB" sz="2400" dirty="0">
                <a:latin typeface="Rockwell" panose="02060603020205020403" pitchFamily="18" charset="0"/>
              </a:rPr>
              <a:t>Resource Concentration</a:t>
            </a:r>
          </a:p>
          <a:p>
            <a:pPr lvl="1"/>
            <a:r>
              <a:rPr lang="en-GB" sz="1600" dirty="0">
                <a:latin typeface="Rockwell" panose="02060603020205020403" pitchFamily="18" charset="0"/>
              </a:rPr>
              <a:t>Unspeakable Coherence</a:t>
            </a:r>
          </a:p>
          <a:p>
            <a:pPr lvl="1"/>
            <a:r>
              <a:rPr lang="en-GB" sz="1600" dirty="0">
                <a:latin typeface="Rockwell" panose="02060603020205020403" pitchFamily="18" charset="0"/>
              </a:rPr>
              <a:t>Informational Non-equilibrium </a:t>
            </a:r>
          </a:p>
          <a:p>
            <a:pPr lvl="1"/>
            <a:r>
              <a:rPr lang="en-GB" sz="100" dirty="0">
                <a:latin typeface="Rockwell" panose="02060603020205020403" pitchFamily="18" charset="0"/>
              </a:rPr>
              <a:t>able </a:t>
            </a:r>
            <a:endParaRPr lang="en-GB" sz="100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FB2DEBF9-2250-E5EF-E9E8-BDEF5144AD1E}"/>
              </a:ext>
            </a:extLst>
          </p:cNvPr>
          <p:cNvSpPr/>
          <p:nvPr/>
        </p:nvSpPr>
        <p:spPr>
          <a:xfrm>
            <a:off x="4076299" y="3622876"/>
            <a:ext cx="259882" cy="856648"/>
          </a:xfrm>
          <a:prstGeom prst="righ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1D22A-B304-31B3-4B62-68CF4E0A57B5}"/>
              </a:ext>
            </a:extLst>
          </p:cNvPr>
          <p:cNvSpPr txBox="1"/>
          <p:nvPr/>
        </p:nvSpPr>
        <p:spPr>
          <a:xfrm>
            <a:off x="4336181" y="3820367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My Results</a:t>
            </a:r>
          </a:p>
        </p:txBody>
      </p:sp>
    </p:spTree>
    <p:extLst>
      <p:ext uri="{BB962C8B-B14F-4D97-AF65-F5344CB8AC3E}">
        <p14:creationId xmlns:p14="http://schemas.microsoft.com/office/powerpoint/2010/main" val="24908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738187" y="1069271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Quantum Resource Theory Overview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A3B96-3801-4799-F3EA-CDC9CDE88C96}"/>
              </a:ext>
            </a:extLst>
          </p:cNvPr>
          <p:cNvSpPr txBox="1"/>
          <p:nvPr/>
        </p:nvSpPr>
        <p:spPr>
          <a:xfrm>
            <a:off x="2014506" y="3223293"/>
            <a:ext cx="727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Conceptual Foundations </a:t>
            </a:r>
          </a:p>
        </p:txBody>
      </p:sp>
    </p:spTree>
    <p:extLst>
      <p:ext uri="{BB962C8B-B14F-4D97-AF65-F5344CB8AC3E}">
        <p14:creationId xmlns:p14="http://schemas.microsoft.com/office/powerpoint/2010/main" val="28636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17B0-D692-9971-34D6-E2B98FFD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191B8-0CC9-5CB9-1F6D-502D57BB2C40}"/>
              </a:ext>
            </a:extLst>
          </p:cNvPr>
          <p:cNvSpPr txBox="1"/>
          <p:nvPr/>
        </p:nvSpPr>
        <p:spPr>
          <a:xfrm>
            <a:off x="738186" y="362648"/>
            <a:ext cx="766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References: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1DB6E-CFB3-E562-C864-59F96FA864CB}"/>
              </a:ext>
            </a:extLst>
          </p:cNvPr>
          <p:cNvSpPr txBox="1"/>
          <p:nvPr/>
        </p:nvSpPr>
        <p:spPr>
          <a:xfrm>
            <a:off x="0" y="1432977"/>
            <a:ext cx="1078521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b="1" dirty="0">
                <a:latin typeface="Rockwell" panose="02060603020205020403" pitchFamily="18" charset="0"/>
              </a:rPr>
              <a:t>Quantum Resource Theories</a:t>
            </a:r>
          </a:p>
          <a:p>
            <a:pPr lvl="1"/>
            <a:r>
              <a:rPr lang="en-US" sz="2000" dirty="0">
                <a:latin typeface="Rockwell" panose="02060603020205020403" pitchFamily="18" charset="0"/>
              </a:rPr>
              <a:t>Eric </a:t>
            </a:r>
            <a:r>
              <a:rPr lang="en-US" sz="2000" dirty="0" err="1">
                <a:latin typeface="Rockwell" panose="02060603020205020403" pitchFamily="18" charset="0"/>
              </a:rPr>
              <a:t>Chitambar</a:t>
            </a:r>
            <a:r>
              <a:rPr lang="en-US" sz="2000" dirty="0">
                <a:latin typeface="Rockwell" panose="02060603020205020403" pitchFamily="18" charset="0"/>
              </a:rPr>
              <a:t> and Gilad Gour</a:t>
            </a:r>
          </a:p>
          <a:p>
            <a:pPr lvl="1"/>
            <a:r>
              <a:rPr lang="en-US" sz="2000" dirty="0">
                <a:latin typeface="Rockwell" panose="02060603020205020403" pitchFamily="18" charset="0"/>
              </a:rPr>
              <a:t>Reviews of Modern Physics, 2019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D4FE6-02EC-752B-DBAA-84A798B359BE}"/>
              </a:ext>
            </a:extLst>
          </p:cNvPr>
          <p:cNvSpPr txBox="1"/>
          <p:nvPr/>
        </p:nvSpPr>
        <p:spPr>
          <a:xfrm>
            <a:off x="491995" y="3085953"/>
            <a:ext cx="81600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An Introductory Review of the Resource Theory Approach to Thermodynamics</a:t>
            </a:r>
          </a:p>
          <a:p>
            <a:r>
              <a:rPr lang="en-US" sz="2000" dirty="0">
                <a:latin typeface="Rockwell" panose="02060603020205020403" pitchFamily="18" charset="0"/>
              </a:rPr>
              <a:t>Matteo </a:t>
            </a:r>
            <a:r>
              <a:rPr lang="en-US" sz="2000" dirty="0" err="1">
                <a:latin typeface="Rockwell" panose="02060603020205020403" pitchFamily="18" charset="0"/>
              </a:rPr>
              <a:t>Lostaglio</a:t>
            </a:r>
            <a:endParaRPr lang="en-US" sz="2000" dirty="0">
              <a:latin typeface="Rockwell" panose="02060603020205020403" pitchFamily="18" charset="0"/>
            </a:endParaRPr>
          </a:p>
          <a:p>
            <a:r>
              <a:rPr lang="en-US" sz="2000" dirty="0">
                <a:latin typeface="Rockwell" panose="02060603020205020403" pitchFamily="18" charset="0"/>
              </a:rPr>
              <a:t>Reports on Progress in Physics, 2019</a:t>
            </a:r>
          </a:p>
        </p:txBody>
      </p:sp>
    </p:spTree>
    <p:extLst>
      <p:ext uri="{BB962C8B-B14F-4D97-AF65-F5344CB8AC3E}">
        <p14:creationId xmlns:p14="http://schemas.microsoft.com/office/powerpoint/2010/main" val="63270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F757CB-B207-8E16-A088-2D5FDD856942}"/>
              </a:ext>
            </a:extLst>
          </p:cNvPr>
          <p:cNvSpPr txBox="1">
            <a:spLocks/>
          </p:cNvSpPr>
          <p:nvPr/>
        </p:nvSpPr>
        <p:spPr>
          <a:xfrm>
            <a:off x="33052" y="4144372"/>
            <a:ext cx="9094839" cy="395832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/>
            <a:r>
              <a:rPr lang="en-US" sz="1800" dirty="0"/>
              <a:t>“Quantum States can be teleported over channels in which quantum information cannot be sent” </a:t>
            </a:r>
            <a:endParaRPr lang="en-GB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362600-FF72-9344-5181-DD4A997C72D2}"/>
              </a:ext>
            </a:extLst>
          </p:cNvPr>
          <p:cNvSpPr txBox="1">
            <a:spLocks/>
          </p:cNvSpPr>
          <p:nvPr/>
        </p:nvSpPr>
        <p:spPr>
          <a:xfrm>
            <a:off x="-355360" y="3193937"/>
            <a:ext cx="9854719" cy="993775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/>
            <a:r>
              <a:rPr lang="en-US" sz="1800" dirty="0"/>
              <a:t>“Quantum cryptography protocols offer a higher level of security then classical cryptography”</a:t>
            </a:r>
            <a:endParaRPr lang="en-GB" sz="18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E28CBD8-5913-8D2A-E097-9847B0415610}"/>
              </a:ext>
            </a:extLst>
          </p:cNvPr>
          <p:cNvSpPr txBox="1">
            <a:spLocks/>
          </p:cNvSpPr>
          <p:nvPr/>
        </p:nvSpPr>
        <p:spPr>
          <a:xfrm>
            <a:off x="0" y="327969"/>
            <a:ext cx="8401050" cy="993775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/>
            <a:r>
              <a:rPr lang="en-US" sz="1800" dirty="0"/>
              <a:t>“Quantum computers can solve problems intractable on classical computers” </a:t>
            </a:r>
            <a:endParaRPr lang="en-GB" sz="1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F358890-A4DB-CDAF-3D6A-0212AD19E8FA}"/>
              </a:ext>
            </a:extLst>
          </p:cNvPr>
          <p:cNvSpPr txBox="1">
            <a:spLocks/>
          </p:cNvSpPr>
          <p:nvPr/>
        </p:nvSpPr>
        <p:spPr>
          <a:xfrm>
            <a:off x="82827" y="1790378"/>
            <a:ext cx="3604018" cy="993775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/>
            <a:r>
              <a:rPr lang="en-US" sz="2400" dirty="0"/>
              <a:t>“</a:t>
            </a:r>
            <a:r>
              <a:rPr lang="en-US" sz="1800" dirty="0"/>
              <a:t>Quantum states can exhibit non-local correlations, classical states cannot</a:t>
            </a:r>
            <a:r>
              <a:rPr lang="en-US" sz="2400" dirty="0"/>
              <a:t>”</a:t>
            </a:r>
            <a:endParaRPr lang="en-GB" sz="2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D749E01-A5AF-5B5E-CB56-CCABF331369B}"/>
              </a:ext>
            </a:extLst>
          </p:cNvPr>
          <p:cNvSpPr txBox="1">
            <a:spLocks/>
          </p:cNvSpPr>
          <p:nvPr/>
        </p:nvSpPr>
        <p:spPr>
          <a:xfrm>
            <a:off x="742950" y="900522"/>
            <a:ext cx="8401050" cy="993775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/>
            <a:r>
              <a:rPr lang="en-US" sz="1800" dirty="0"/>
              <a:t>“Quantum sensors can offer a higher level of precision over the best classical sensors”</a:t>
            </a:r>
            <a:endParaRPr lang="en-GB" sz="1800" dirty="0"/>
          </a:p>
        </p:txBody>
      </p:sp>
      <p:pic>
        <p:nvPicPr>
          <p:cNvPr id="13" name="Picture 12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0BCADC5A-2F3D-F056-F68B-DF0C9DAE78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4260850" y="1894297"/>
            <a:ext cx="622300" cy="95885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C3ED45-11AD-8992-7948-C93324AD6DB2}"/>
              </a:ext>
            </a:extLst>
          </p:cNvPr>
          <p:cNvCxnSpPr/>
          <p:nvPr/>
        </p:nvCxnSpPr>
        <p:spPr>
          <a:xfrm flipH="1">
            <a:off x="4943475" y="2167347"/>
            <a:ext cx="51368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E893AC-8FB5-CD57-468A-E7D6CBA0EBD9}"/>
              </a:ext>
            </a:extLst>
          </p:cNvPr>
          <p:cNvSpPr txBox="1"/>
          <p:nvPr/>
        </p:nvSpPr>
        <p:spPr>
          <a:xfrm>
            <a:off x="5457155" y="2011693"/>
            <a:ext cx="17424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Quantum Enthusiast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9792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  <p:bldP spid="12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8F40-5636-90C1-13FF-745CF83B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A42B1-C85A-425F-CDB6-FA78D20C5B72}"/>
              </a:ext>
            </a:extLst>
          </p:cNvPr>
          <p:cNvSpPr txBox="1"/>
          <p:nvPr/>
        </p:nvSpPr>
        <p:spPr>
          <a:xfrm>
            <a:off x="1009650" y="981075"/>
            <a:ext cx="7667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Rockwell" panose="02060603020205020403" pitchFamily="18" charset="0"/>
              </a:rPr>
              <a:t>Quantum objects have value </a:t>
            </a:r>
            <a:endParaRPr lang="en-GB" sz="4000" dirty="0">
              <a:latin typeface="Rockwell" panose="020606030202050204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9FB238-429A-8262-3266-27565D9DC53A}"/>
              </a:ext>
            </a:extLst>
          </p:cNvPr>
          <p:cNvCxnSpPr/>
          <p:nvPr/>
        </p:nvCxnSpPr>
        <p:spPr>
          <a:xfrm>
            <a:off x="6466840" y="1622921"/>
            <a:ext cx="120015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7D3EFA-DB77-FE24-0A3A-71760274F35B}"/>
              </a:ext>
            </a:extLst>
          </p:cNvPr>
          <p:cNvSpPr txBox="1"/>
          <p:nvPr/>
        </p:nvSpPr>
        <p:spPr>
          <a:xfrm>
            <a:off x="461010" y="2977486"/>
            <a:ext cx="3562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Task with quantum object </a:t>
            </a:r>
            <a:endParaRPr lang="en-GB" sz="2800" dirty="0">
              <a:latin typeface="Rockwell" panose="020606030202050204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2FCEA-A7C5-DB6A-B6EE-8E590EDF4CAD}"/>
              </a:ext>
            </a:extLst>
          </p:cNvPr>
          <p:cNvSpPr txBox="1"/>
          <p:nvPr/>
        </p:nvSpPr>
        <p:spPr>
          <a:xfrm>
            <a:off x="4139842" y="3131373"/>
            <a:ext cx="1961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Rockwell" panose="02060603020205020403" pitchFamily="18" charset="0"/>
              </a:rPr>
              <a:t>&gt;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411EC-1C52-E945-A8E4-F578E8E26D30}"/>
              </a:ext>
            </a:extLst>
          </p:cNvPr>
          <p:cNvSpPr txBox="1"/>
          <p:nvPr/>
        </p:nvSpPr>
        <p:spPr>
          <a:xfrm>
            <a:off x="4843462" y="2977486"/>
            <a:ext cx="3925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Task without quantum object </a:t>
            </a:r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71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853690" y="979838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What property gives quantum objects their value?  </a:t>
            </a:r>
            <a:endParaRPr lang="en-GB" sz="4000" dirty="0">
              <a:latin typeface="Rockwell" panose="020606030202050204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E77E16-2893-A5C2-D938-65A04262C7D8}"/>
              </a:ext>
            </a:extLst>
          </p:cNvPr>
          <p:cNvCxnSpPr/>
          <p:nvPr/>
        </p:nvCxnSpPr>
        <p:spPr>
          <a:xfrm>
            <a:off x="5511983" y="2199199"/>
            <a:ext cx="120015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68A65C-80C9-CB20-CA66-3E885A675563}"/>
              </a:ext>
            </a:extLst>
          </p:cNvPr>
          <p:cNvSpPr txBox="1"/>
          <p:nvPr/>
        </p:nvSpPr>
        <p:spPr>
          <a:xfrm>
            <a:off x="853690" y="3107139"/>
            <a:ext cx="7481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What is the property that without, quantum tasks can perform no better then classical tasks.</a:t>
            </a:r>
            <a:endParaRPr lang="en-GB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232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E2E131-273D-FA46-CEEA-167F7FCDA2BB}"/>
              </a:ext>
            </a:extLst>
          </p:cNvPr>
          <p:cNvSpPr txBox="1"/>
          <p:nvPr/>
        </p:nvSpPr>
        <p:spPr>
          <a:xfrm>
            <a:off x="675641" y="73753"/>
            <a:ext cx="7969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What property gives quantum objects their value?  </a:t>
            </a:r>
            <a:endParaRPr lang="en-GB" sz="2800" dirty="0">
              <a:latin typeface="Rockwell" panose="020606030202050204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D816E6-D56F-5767-62AC-DA82AD2D7AD6}"/>
              </a:ext>
            </a:extLst>
          </p:cNvPr>
          <p:cNvSpPr/>
          <p:nvPr/>
        </p:nvSpPr>
        <p:spPr>
          <a:xfrm rot="5400000">
            <a:off x="4009273" y="3322741"/>
            <a:ext cx="1298422" cy="138322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D5959-C821-0AEC-26F8-7CD56D95196E}"/>
              </a:ext>
            </a:extLst>
          </p:cNvPr>
          <p:cNvSpPr txBox="1"/>
          <p:nvPr/>
        </p:nvSpPr>
        <p:spPr>
          <a:xfrm>
            <a:off x="1439034" y="2053074"/>
            <a:ext cx="3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States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5D7B3-A5A2-8E36-9BF8-249CA1A01552}"/>
              </a:ext>
            </a:extLst>
          </p:cNvPr>
          <p:cNvSpPr txBox="1"/>
          <p:nvPr/>
        </p:nvSpPr>
        <p:spPr>
          <a:xfrm>
            <a:off x="7183456" y="1776488"/>
            <a:ext cx="363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Dynamics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368EE-818F-6A7E-6394-6C1E306ED538}"/>
              </a:ext>
            </a:extLst>
          </p:cNvPr>
          <p:cNvSpPr txBox="1"/>
          <p:nvPr/>
        </p:nvSpPr>
        <p:spPr>
          <a:xfrm>
            <a:off x="3966871" y="3860465"/>
            <a:ext cx="220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ockwell" panose="02060603020205020403" pitchFamily="18" charset="0"/>
              </a:rPr>
              <a:t>Measurements</a:t>
            </a:r>
            <a:endParaRPr lang="en-GB" sz="1400" dirty="0">
              <a:latin typeface="Rockwell" panose="02060603020205020403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514B75-D180-52AF-DC06-D40FA826C57B}"/>
              </a:ext>
            </a:extLst>
          </p:cNvPr>
          <p:cNvSpPr/>
          <p:nvPr/>
        </p:nvSpPr>
        <p:spPr>
          <a:xfrm rot="5400000">
            <a:off x="1202573" y="1546128"/>
            <a:ext cx="1298422" cy="1383226"/>
          </a:xfrm>
          <a:prstGeom prst="ellipse">
            <a:avLst/>
          </a:prstGeom>
          <a:noFill/>
          <a:ln w="412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9572B8-4508-EDB3-1D78-7C616BAD6788}"/>
              </a:ext>
            </a:extLst>
          </p:cNvPr>
          <p:cNvSpPr/>
          <p:nvPr/>
        </p:nvSpPr>
        <p:spPr>
          <a:xfrm rot="5400000">
            <a:off x="7127535" y="1269541"/>
            <a:ext cx="1298422" cy="1383226"/>
          </a:xfrm>
          <a:prstGeom prst="ellipse">
            <a:avLst/>
          </a:prstGeom>
          <a:noFill/>
          <a:ln w="412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B605D-4B2E-65EE-DE0B-7362E59ADD04}"/>
              </a:ext>
            </a:extLst>
          </p:cNvPr>
          <p:cNvSpPr txBox="1"/>
          <p:nvPr/>
        </p:nvSpPr>
        <p:spPr>
          <a:xfrm>
            <a:off x="2447781" y="1162171"/>
            <a:ext cx="167090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Purity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74F90-2450-F41B-7D9E-C8E363E8025B}"/>
              </a:ext>
            </a:extLst>
          </p:cNvPr>
          <p:cNvSpPr txBox="1"/>
          <p:nvPr/>
        </p:nvSpPr>
        <p:spPr>
          <a:xfrm>
            <a:off x="3230880" y="2053074"/>
            <a:ext cx="22034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Entanglement 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401A1-2C6F-922C-5191-3242445CAC05}"/>
              </a:ext>
            </a:extLst>
          </p:cNvPr>
          <p:cNvSpPr txBox="1"/>
          <p:nvPr/>
        </p:nvSpPr>
        <p:spPr>
          <a:xfrm>
            <a:off x="2144702" y="2852327"/>
            <a:ext cx="23266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Non-local Correlations 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8FDDD9-916D-759A-BC95-36AC418DE9C7}"/>
              </a:ext>
            </a:extLst>
          </p:cNvPr>
          <p:cNvSpPr txBox="1"/>
          <p:nvPr/>
        </p:nvSpPr>
        <p:spPr>
          <a:xfrm>
            <a:off x="466850" y="3023667"/>
            <a:ext cx="20255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Low Entropy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50E95DA-2B19-AB24-D94A-4CA53AD26A9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23607" y="1136068"/>
            <a:ext cx="269996" cy="58583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0B5AAC-E430-9FEB-235E-5AA54422BE05}"/>
              </a:ext>
            </a:extLst>
          </p:cNvPr>
          <p:cNvCxnSpPr>
            <a:endCxn id="14" idx="1"/>
          </p:cNvCxnSpPr>
          <p:nvPr/>
        </p:nvCxnSpPr>
        <p:spPr>
          <a:xfrm>
            <a:off x="2543397" y="2114510"/>
            <a:ext cx="687483" cy="84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B690CBEF-3BB8-9C67-C123-0E691E99F49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29818" y="2568043"/>
            <a:ext cx="346412" cy="199066"/>
          </a:xfrm>
          <a:prstGeom prst="curvedConnector3">
            <a:avLst>
              <a:gd name="adj1" fmla="val -224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BDC6D124-3DD5-5494-7A43-3A51369C1F0E}"/>
              </a:ext>
            </a:extLst>
          </p:cNvPr>
          <p:cNvCxnSpPr>
            <a:stCxn id="11" idx="4"/>
          </p:cNvCxnSpPr>
          <p:nvPr/>
        </p:nvCxnSpPr>
        <p:spPr>
          <a:xfrm rot="10800000" flipV="1">
            <a:off x="675641" y="2237741"/>
            <a:ext cx="484531" cy="78592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7EE4C5C-E082-E344-81FB-BD37DD67FCCF}"/>
              </a:ext>
            </a:extLst>
          </p:cNvPr>
          <p:cNvSpPr txBox="1"/>
          <p:nvPr/>
        </p:nvSpPr>
        <p:spPr>
          <a:xfrm>
            <a:off x="675641" y="1068242"/>
            <a:ext cx="19666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>
              <a:defRPr/>
            </a:lvl1pPr>
          </a:lstStyle>
          <a:p>
            <a:r>
              <a:rPr lang="en-US" dirty="0">
                <a:latin typeface="Rockwell" panose="02060603020205020403" pitchFamily="18" charset="0"/>
              </a:rPr>
              <a:t>Rank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B2E8FA71-4E45-53DA-3CCF-07DF4E696BC4}"/>
              </a:ext>
            </a:extLst>
          </p:cNvPr>
          <p:cNvCxnSpPr>
            <a:stCxn id="11" idx="3"/>
          </p:cNvCxnSpPr>
          <p:nvPr/>
        </p:nvCxnSpPr>
        <p:spPr>
          <a:xfrm rot="10800000">
            <a:off x="917908" y="1360631"/>
            <a:ext cx="444833" cy="418049"/>
          </a:xfrm>
          <a:prstGeom prst="curvedConnector3">
            <a:avLst>
              <a:gd name="adj1" fmla="val 992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2846923-A51B-5FB5-D5FF-18F1DA7EE6DF}"/>
              </a:ext>
            </a:extLst>
          </p:cNvPr>
          <p:cNvSpPr txBox="1"/>
          <p:nvPr/>
        </p:nvSpPr>
        <p:spPr>
          <a:xfrm>
            <a:off x="5802266" y="1389115"/>
            <a:ext cx="13562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Unitary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8628D-B2BC-7357-1EA8-90A197A73743}"/>
              </a:ext>
            </a:extLst>
          </p:cNvPr>
          <p:cNvSpPr txBox="1"/>
          <p:nvPr/>
        </p:nvSpPr>
        <p:spPr>
          <a:xfrm>
            <a:off x="6895465" y="3046886"/>
            <a:ext cx="23036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Entanglement Generating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9D30AC-A3DA-E6A3-54E7-FE42611EC14C}"/>
              </a:ext>
            </a:extLst>
          </p:cNvPr>
          <p:cNvSpPr txBox="1"/>
          <p:nvPr/>
        </p:nvSpPr>
        <p:spPr>
          <a:xfrm>
            <a:off x="5232962" y="2375187"/>
            <a:ext cx="25704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Purity Preserving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423DDBC-6AD8-D390-51D8-59F7D308204C}"/>
              </a:ext>
            </a:extLst>
          </p:cNvPr>
          <p:cNvCxnSpPr/>
          <p:nvPr/>
        </p:nvCxnSpPr>
        <p:spPr>
          <a:xfrm flipH="1" flipV="1">
            <a:off x="6480408" y="1535309"/>
            <a:ext cx="641117" cy="14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384D67-CFAA-310C-5B4D-69CBD994E696}"/>
              </a:ext>
            </a:extLst>
          </p:cNvPr>
          <p:cNvCxnSpPr>
            <a:stCxn id="12" idx="6"/>
            <a:endCxn id="53" idx="0"/>
          </p:cNvCxnSpPr>
          <p:nvPr/>
        </p:nvCxnSpPr>
        <p:spPr>
          <a:xfrm>
            <a:off x="7776746" y="2610365"/>
            <a:ext cx="270536" cy="436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4903680-C32F-A9D0-E865-FE5A04EF56D5}"/>
              </a:ext>
            </a:extLst>
          </p:cNvPr>
          <p:cNvCxnSpPr/>
          <p:nvPr/>
        </p:nvCxnSpPr>
        <p:spPr>
          <a:xfrm flipH="1">
            <a:off x="6696075" y="2237740"/>
            <a:ext cx="425450" cy="22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9AFCC72-769A-A690-CA87-4B1A9E09412C}"/>
              </a:ext>
            </a:extLst>
          </p:cNvPr>
          <p:cNvSpPr txBox="1"/>
          <p:nvPr/>
        </p:nvSpPr>
        <p:spPr>
          <a:xfrm>
            <a:off x="7201171" y="807076"/>
            <a:ext cx="1771534" cy="298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Unital</a:t>
            </a:r>
            <a:r>
              <a:rPr lang="en-US" dirty="0"/>
              <a:t> </a:t>
            </a:r>
            <a:endParaRPr lang="en-GB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737657F-A1EB-C33D-3335-C4FC30BB9FB1}"/>
              </a:ext>
            </a:extLst>
          </p:cNvPr>
          <p:cNvCxnSpPr>
            <a:stCxn id="12" idx="2"/>
          </p:cNvCxnSpPr>
          <p:nvPr/>
        </p:nvCxnSpPr>
        <p:spPr>
          <a:xfrm flipH="1" flipV="1">
            <a:off x="7666567" y="1061766"/>
            <a:ext cx="110179" cy="25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EE91DB-B279-789E-CFA6-BDB80AC43D3F}"/>
              </a:ext>
            </a:extLst>
          </p:cNvPr>
          <p:cNvSpPr txBox="1"/>
          <p:nvPr/>
        </p:nvSpPr>
        <p:spPr>
          <a:xfrm>
            <a:off x="2613025" y="3828906"/>
            <a:ext cx="195897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Projective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350A6C-88BE-0588-B751-133BE72765E8}"/>
              </a:ext>
            </a:extLst>
          </p:cNvPr>
          <p:cNvSpPr txBox="1"/>
          <p:nvPr/>
        </p:nvSpPr>
        <p:spPr>
          <a:xfrm>
            <a:off x="5641902" y="3439982"/>
            <a:ext cx="1828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Incompatible</a:t>
            </a:r>
            <a:r>
              <a:rPr lang="en-GB" b="1" i="0" dirty="0">
                <a:solidFill>
                  <a:srgbClr val="000000"/>
                </a:solidFill>
                <a:effectLst/>
                <a:latin typeface="Lucida Grande"/>
              </a:rPr>
              <a:t> </a:t>
            </a:r>
          </a:p>
          <a:p>
            <a:endParaRPr lang="en-GB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D7841C-CC54-E641-D195-DEBE7603E5E0}"/>
              </a:ext>
            </a:extLst>
          </p:cNvPr>
          <p:cNvSpPr txBox="1"/>
          <p:nvPr/>
        </p:nvSpPr>
        <p:spPr>
          <a:xfrm>
            <a:off x="5802266" y="4267200"/>
            <a:ext cx="17965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Degenerate</a:t>
            </a:r>
            <a:r>
              <a:rPr lang="en-US" dirty="0"/>
              <a:t> </a:t>
            </a:r>
            <a:endParaRPr lang="en-GB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256D797-D06A-48FD-6075-A6D90F54118F}"/>
              </a:ext>
            </a:extLst>
          </p:cNvPr>
          <p:cNvCxnSpPr/>
          <p:nvPr/>
        </p:nvCxnSpPr>
        <p:spPr>
          <a:xfrm flipH="1">
            <a:off x="3514702" y="3932425"/>
            <a:ext cx="422298" cy="3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1E1EE09-FA80-DE86-D1B9-4E079BC3AD46}"/>
              </a:ext>
            </a:extLst>
          </p:cNvPr>
          <p:cNvCxnSpPr>
            <a:endCxn id="66" idx="1"/>
          </p:cNvCxnSpPr>
          <p:nvPr/>
        </p:nvCxnSpPr>
        <p:spPr>
          <a:xfrm flipV="1">
            <a:off x="5350097" y="3686204"/>
            <a:ext cx="291805" cy="142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69B7F6E-8BA6-DAF8-3C05-405DE874D3EA}"/>
              </a:ext>
            </a:extLst>
          </p:cNvPr>
          <p:cNvCxnSpPr>
            <a:endCxn id="68" idx="1"/>
          </p:cNvCxnSpPr>
          <p:nvPr/>
        </p:nvCxnSpPr>
        <p:spPr>
          <a:xfrm>
            <a:off x="5350097" y="4214799"/>
            <a:ext cx="452169" cy="19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09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1" grpId="0" animBg="1"/>
      <p:bldP spid="12" grpId="0" animBg="1"/>
      <p:bldP spid="13" grpId="0"/>
      <p:bldP spid="14" grpId="0"/>
      <p:bldP spid="15" grpId="0"/>
      <p:bldP spid="16" grpId="0"/>
      <p:bldP spid="36" grpId="0"/>
      <p:bldP spid="52" grpId="0"/>
      <p:bldP spid="53" grpId="0"/>
      <p:bldP spid="55" grpId="0"/>
      <p:bldP spid="62" grpId="0"/>
      <p:bldP spid="65" grpId="0"/>
      <p:bldP spid="66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853690" y="979838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What property gives quantum objects their value?  </a:t>
            </a:r>
            <a:endParaRPr lang="en-GB" sz="4000" dirty="0">
              <a:latin typeface="Rockwell" panose="020606030202050204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E77E16-2893-A5C2-D938-65A04262C7D8}"/>
              </a:ext>
            </a:extLst>
          </p:cNvPr>
          <p:cNvCxnSpPr/>
          <p:nvPr/>
        </p:nvCxnSpPr>
        <p:spPr>
          <a:xfrm>
            <a:off x="5511983" y="2199199"/>
            <a:ext cx="120015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AB3650-A1FE-B51F-7D61-26DFF5A61576}"/>
              </a:ext>
            </a:extLst>
          </p:cNvPr>
          <p:cNvSpPr txBox="1"/>
          <p:nvPr/>
        </p:nvSpPr>
        <p:spPr>
          <a:xfrm>
            <a:off x="500512" y="2449065"/>
            <a:ext cx="8373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As far as we know, no one property provides the value in all quantum information processing task. </a:t>
            </a:r>
            <a:r>
              <a:rPr lang="en-US" dirty="0"/>
              <a:t>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>
                <a:latin typeface="Rockwell" panose="02060603020205020403" pitchFamily="18" charset="0"/>
              </a:rPr>
              <a:t>Specific tasks require quantum objects with specific properties.</a:t>
            </a:r>
          </a:p>
          <a:p>
            <a:pPr algn="ctr"/>
            <a:endParaRPr lang="en-US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8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853690" y="675038"/>
            <a:ext cx="76676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Given a property of a quantum object, when is it “valuable”?  </a:t>
            </a:r>
          </a:p>
          <a:p>
            <a:pPr algn="ctr"/>
            <a:endParaRPr lang="en-GB" sz="4000" dirty="0">
              <a:latin typeface="Rockwell" panose="020606030202050204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B3650-A1FE-B51F-7D61-26DFF5A61576}"/>
              </a:ext>
            </a:extLst>
          </p:cNvPr>
          <p:cNvSpPr txBox="1"/>
          <p:nvPr/>
        </p:nvSpPr>
        <p:spPr>
          <a:xfrm>
            <a:off x="622685" y="2158067"/>
            <a:ext cx="837397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We want to rigorously defined the notion of “value”.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For what tasks is the property useful?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Would like to be able to quantify how much of this valuable property we have.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endParaRPr lang="en-US" sz="2000" dirty="0">
              <a:latin typeface="Rockwell" panose="02060603020205020403" pitchFamily="18" charset="0"/>
            </a:endParaRPr>
          </a:p>
          <a:p>
            <a:pPr algn="ctr"/>
            <a:endParaRPr lang="en-US" sz="2400" dirty="0">
              <a:latin typeface="Rockwell" panose="02060603020205020403" pitchFamily="18" charset="0"/>
            </a:endParaRPr>
          </a:p>
          <a:p>
            <a:pPr algn="ctr"/>
            <a:r>
              <a:rPr lang="en-US" sz="2400" dirty="0">
                <a:latin typeface="Rockwell" panose="02060603020205020403" pitchFamily="18" charset="0"/>
              </a:rPr>
              <a:t>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5ADA6-472D-AF95-DD83-482519BAB0D2}"/>
              </a:ext>
            </a:extLst>
          </p:cNvPr>
          <p:cNvSpPr txBox="1"/>
          <p:nvPr/>
        </p:nvSpPr>
        <p:spPr>
          <a:xfrm>
            <a:off x="3178403" y="213373"/>
            <a:ext cx="5717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Focus the question: 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E4630-2248-217B-9BD1-AF1D2817B887}"/>
              </a:ext>
            </a:extLst>
          </p:cNvPr>
          <p:cNvSpPr txBox="1"/>
          <p:nvPr/>
        </p:nvSpPr>
        <p:spPr>
          <a:xfrm>
            <a:off x="500512" y="4213737"/>
            <a:ext cx="8373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Answering such question is the goal of </a:t>
            </a:r>
          </a:p>
          <a:p>
            <a:pPr algn="ctr"/>
            <a:r>
              <a:rPr lang="en-US" sz="2400" b="1" dirty="0">
                <a:latin typeface="Rockwell" panose="02060603020205020403" pitchFamily="18" charset="0"/>
              </a:rPr>
              <a:t>quantum resource theories</a:t>
            </a:r>
            <a:r>
              <a:rPr lang="en-US" sz="2400" dirty="0">
                <a:latin typeface="Rockwell" panose="02060603020205020403" pitchFamily="18" charset="0"/>
              </a:rPr>
              <a:t>. 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F1720A-3322-CEA5-70AA-E3C23795132A}"/>
              </a:ext>
            </a:extLst>
          </p:cNvPr>
          <p:cNvCxnSpPr>
            <a:cxnSpLocks/>
          </p:cNvCxnSpPr>
          <p:nvPr/>
        </p:nvCxnSpPr>
        <p:spPr>
          <a:xfrm>
            <a:off x="2658716" y="5044734"/>
            <a:ext cx="4021484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63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9856BA-E72F-793C-02C2-AF3BDCA669AD}"/>
              </a:ext>
            </a:extLst>
          </p:cNvPr>
          <p:cNvSpPr txBox="1"/>
          <p:nvPr/>
        </p:nvSpPr>
        <p:spPr>
          <a:xfrm>
            <a:off x="2451100" y="590699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these are the objects the agent can reach under the allowed operations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BE90D-1D3F-6264-8F69-DC20EC33DB86}"/>
              </a:ext>
            </a:extLst>
          </p:cNvPr>
          <p:cNvCxnSpPr>
            <a:stCxn id="8" idx="0"/>
          </p:cNvCxnSpPr>
          <p:nvPr/>
        </p:nvCxnSpPr>
        <p:spPr>
          <a:xfrm flipV="1">
            <a:off x="4022632" y="532700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C94C65-68E6-06E7-B685-D354C03DC5B7}"/>
              </a:ext>
            </a:extLst>
          </p:cNvPr>
          <p:cNvSpPr txBox="1"/>
          <p:nvPr/>
        </p:nvSpPr>
        <p:spPr>
          <a:xfrm>
            <a:off x="375386" y="850017"/>
            <a:ext cx="8316227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Place an agent under a set of physical constraints</a:t>
            </a:r>
            <a:endParaRPr lang="en-GB" sz="2000" dirty="0">
              <a:latin typeface="Rockwell" panose="02060603020205020403" pitchFamily="18" charset="0"/>
            </a:endParaRPr>
          </a:p>
          <a:p>
            <a:endParaRPr lang="en-US" sz="20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These constraints limit the agent’s ability to generate objects with the property of interest. </a:t>
            </a:r>
          </a:p>
          <a:p>
            <a:pPr marL="6858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Rockwell" panose="02060603020205020403" pitchFamily="18" charset="0"/>
              </a:rPr>
              <a:t>I say a property that cannot be generate is a </a:t>
            </a:r>
            <a:r>
              <a:rPr lang="en-US" sz="2000" dirty="0">
                <a:solidFill>
                  <a:srgbClr val="C00000"/>
                </a:solidFill>
                <a:latin typeface="Rockwell" panose="02060603020205020403" pitchFamily="18" charset="0"/>
              </a:rPr>
              <a:t>resource</a:t>
            </a:r>
            <a:r>
              <a:rPr lang="en-US" sz="2000" dirty="0">
                <a:latin typeface="Rockwell" panose="02060603020205020403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Rockwell" panose="02060603020205020403" pitchFamily="18" charset="0"/>
              </a:rPr>
              <a:t>Now ask: </a:t>
            </a:r>
            <a:r>
              <a:rPr lang="en-US" sz="2000" dirty="0">
                <a:latin typeface="Rockwell" panose="02060603020205020403" pitchFamily="18" charset="0"/>
              </a:rPr>
              <a:t>what can our agent </a:t>
            </a:r>
            <a:r>
              <a:rPr lang="en-US" sz="2000" u="sng" dirty="0">
                <a:latin typeface="Rockwell" panose="02060603020205020403" pitchFamily="18" charset="0"/>
              </a:rPr>
              <a:t>not</a:t>
            </a:r>
            <a:r>
              <a:rPr lang="en-US" sz="2000" dirty="0">
                <a:latin typeface="Rockwell" panose="02060603020205020403" pitchFamily="18" charset="0"/>
              </a:rPr>
              <a:t> achieve under these constraints (i.e., without access to objects possessing this property)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If a given task cannot be achieved without objects possessing this property, that property is </a:t>
            </a:r>
            <a:r>
              <a:rPr lang="en-US" sz="2000" dirty="0">
                <a:solidFill>
                  <a:srgbClr val="C00000"/>
                </a:solidFill>
                <a:latin typeface="Rockwell" panose="02060603020205020403" pitchFamily="18" charset="0"/>
              </a:rPr>
              <a:t>resource</a:t>
            </a:r>
            <a:r>
              <a:rPr lang="en-US" sz="2000" dirty="0">
                <a:latin typeface="Rockwell" panose="02060603020205020403" pitchFamily="18" charset="0"/>
              </a:rPr>
              <a:t> for that task (under this set of constraints).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9FE70-2170-A235-3FC9-BE60A3E05A55}"/>
              </a:ext>
            </a:extLst>
          </p:cNvPr>
          <p:cNvSpPr txBox="1"/>
          <p:nvPr/>
        </p:nvSpPr>
        <p:spPr>
          <a:xfrm>
            <a:off x="452387" y="271120"/>
            <a:ext cx="8239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0"/>
              </a:rPr>
              <a:t>Basic premise behind a resource theory</a:t>
            </a:r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9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9D9B606-5368-D787-6883-AB2DCF321776}"/>
              </a:ext>
            </a:extLst>
          </p:cNvPr>
          <p:cNvSpPr txBox="1"/>
          <p:nvPr/>
        </p:nvSpPr>
        <p:spPr>
          <a:xfrm>
            <a:off x="4572000" y="2057112"/>
            <a:ext cx="990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Our Agent 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3BA8F28A-4700-E9CC-D9EF-CF5712DBB8C5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4625975" y="2295525"/>
            <a:ext cx="387350" cy="4953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4BC60D-2357-8604-8BF0-473F0577DA93}"/>
              </a:ext>
            </a:extLst>
          </p:cNvPr>
          <p:cNvSpPr txBox="1"/>
          <p:nvPr/>
        </p:nvSpPr>
        <p:spPr>
          <a:xfrm>
            <a:off x="1331575" y="4073711"/>
            <a:ext cx="6976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Nothing is a resource for an all powerful agent </a:t>
            </a:r>
          </a:p>
        </p:txBody>
      </p:sp>
      <p:pic>
        <p:nvPicPr>
          <p:cNvPr id="32" name="Picture 31" descr="A picture containing clipart, yellow, drawing&#10;&#10;Description automatically generated">
            <a:extLst>
              <a:ext uri="{FF2B5EF4-FFF2-40B4-BE49-F238E27FC236}">
                <a16:creationId xmlns:a16="http://schemas.microsoft.com/office/drawing/2014/main" id="{A7B3B35C-6E09-8800-16CF-A1E87195FC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98"/>
          <a:stretch/>
        </p:blipFill>
        <p:spPr>
          <a:xfrm>
            <a:off x="2349499" y="1192606"/>
            <a:ext cx="1009253" cy="790697"/>
          </a:xfrm>
          <a:prstGeom prst="rect">
            <a:avLst/>
          </a:prstGeom>
        </p:spPr>
      </p:pic>
      <p:pic>
        <p:nvPicPr>
          <p:cNvPr id="34" name="Picture 33" descr="A picture containing drawing, sketch, clipart, child art&#10;&#10;Description automatically generated">
            <a:extLst>
              <a:ext uri="{FF2B5EF4-FFF2-40B4-BE49-F238E27FC236}">
                <a16:creationId xmlns:a16="http://schemas.microsoft.com/office/drawing/2014/main" id="{D8E080A7-93E2-0BA3-EEEE-664BCB6A2D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6" b="16127"/>
          <a:stretch/>
        </p:blipFill>
        <p:spPr>
          <a:xfrm>
            <a:off x="5429250" y="1086509"/>
            <a:ext cx="914400" cy="788924"/>
          </a:xfrm>
          <a:prstGeom prst="rect">
            <a:avLst/>
          </a:prstGeom>
        </p:spPr>
      </p:pic>
      <p:pic>
        <p:nvPicPr>
          <p:cNvPr id="36" name="Picture 35" descr="A picture containing circle, clipart, illustration, cartoon&#10;&#10;Description automatically generated">
            <a:extLst>
              <a:ext uri="{FF2B5EF4-FFF2-40B4-BE49-F238E27FC236}">
                <a16:creationId xmlns:a16="http://schemas.microsoft.com/office/drawing/2014/main" id="{9BF5E2D6-3E1F-5EAE-A6C6-30DCFE370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2626215"/>
            <a:ext cx="742950" cy="742950"/>
          </a:xfrm>
          <a:prstGeom prst="rect">
            <a:avLst/>
          </a:prstGeom>
        </p:spPr>
      </p:pic>
      <p:pic>
        <p:nvPicPr>
          <p:cNvPr id="18" name="Picture 17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0D81C37D-12DD-B485-C7B5-7EC28315D6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3816350" y="2482850"/>
            <a:ext cx="622300" cy="958850"/>
          </a:xfrm>
          <a:prstGeom prst="rect">
            <a:avLst/>
          </a:prstGeom>
        </p:spPr>
      </p:pic>
      <p:pic>
        <p:nvPicPr>
          <p:cNvPr id="40" name="Picture 39" descr="A cartoon of a wizard hat&#10;&#10;Description automatically generated with medium confidence">
            <a:extLst>
              <a:ext uri="{FF2B5EF4-FFF2-40B4-BE49-F238E27FC236}">
                <a16:creationId xmlns:a16="http://schemas.microsoft.com/office/drawing/2014/main" id="{EC16B830-ADEF-E042-BFF2-A51370263E2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4"/>
          <a:stretch/>
        </p:blipFill>
        <p:spPr>
          <a:xfrm>
            <a:off x="3867150" y="2215447"/>
            <a:ext cx="495300" cy="397779"/>
          </a:xfrm>
          <a:prstGeom prst="rect">
            <a:avLst/>
          </a:prstGeom>
        </p:spPr>
      </p:pic>
      <p:pic>
        <p:nvPicPr>
          <p:cNvPr id="44" name="Picture 43" descr="A black wand with yellow stars&#10;&#10;Description automatically generated with low confidence">
            <a:extLst>
              <a:ext uri="{FF2B5EF4-FFF2-40B4-BE49-F238E27FC236}">
                <a16:creationId xmlns:a16="http://schemas.microsoft.com/office/drawing/2014/main" id="{FE8F6B33-6C48-F83C-0692-7983A596FD8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6" t="9236" r="12251" b="15995"/>
          <a:stretch/>
        </p:blipFill>
        <p:spPr>
          <a:xfrm rot="5605500">
            <a:off x="4331977" y="2820288"/>
            <a:ext cx="300811" cy="222291"/>
          </a:xfrm>
          <a:prstGeom prst="rect">
            <a:avLst/>
          </a:prstGeom>
        </p:spPr>
      </p:pic>
      <p:pic>
        <p:nvPicPr>
          <p:cNvPr id="45" name="Picture 4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37757D25-08BC-CB1E-3493-A037DACA35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7242850" y="2356351"/>
            <a:ext cx="622300" cy="958850"/>
          </a:xfrm>
          <a:prstGeom prst="rect">
            <a:avLst/>
          </a:prstGeom>
        </p:spPr>
      </p:pic>
      <p:pic>
        <p:nvPicPr>
          <p:cNvPr id="46" name="Picture 45" descr="A cartoon of a wizard hat&#10;&#10;Description automatically generated with medium confidence">
            <a:extLst>
              <a:ext uri="{FF2B5EF4-FFF2-40B4-BE49-F238E27FC236}">
                <a16:creationId xmlns:a16="http://schemas.microsoft.com/office/drawing/2014/main" id="{2D24A39C-1857-C58B-A5DD-AD30C03E779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4"/>
          <a:stretch/>
        </p:blipFill>
        <p:spPr>
          <a:xfrm>
            <a:off x="7293650" y="2088948"/>
            <a:ext cx="495300" cy="397779"/>
          </a:xfrm>
          <a:prstGeom prst="rect">
            <a:avLst/>
          </a:prstGeom>
        </p:spPr>
      </p:pic>
      <p:pic>
        <p:nvPicPr>
          <p:cNvPr id="47" name="Picture 46" descr="A black wand with yellow stars&#10;&#10;Description automatically generated with low confidence">
            <a:extLst>
              <a:ext uri="{FF2B5EF4-FFF2-40B4-BE49-F238E27FC236}">
                <a16:creationId xmlns:a16="http://schemas.microsoft.com/office/drawing/2014/main" id="{8972C7E6-6F68-07DD-699B-7DA4F729445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6" t="9236" r="12251" b="15995"/>
          <a:stretch/>
        </p:blipFill>
        <p:spPr>
          <a:xfrm rot="5605500">
            <a:off x="7758477" y="2693789"/>
            <a:ext cx="300811" cy="22229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451F3EC-457D-58D2-D744-089236DD2F83}"/>
              </a:ext>
            </a:extLst>
          </p:cNvPr>
          <p:cNvSpPr txBox="1"/>
          <p:nvPr/>
        </p:nvSpPr>
        <p:spPr>
          <a:xfrm>
            <a:off x="7315200" y="3326277"/>
            <a:ext cx="145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trike="sngStrike" dirty="0">
                <a:latin typeface="Rockwell" panose="02060603020205020403" pitchFamily="18" charset="0"/>
              </a:rPr>
              <a:t>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3F4CF-EA8A-45FB-B27B-80236A6109A8}"/>
              </a:ext>
            </a:extLst>
          </p:cNvPr>
          <p:cNvSpPr txBox="1"/>
          <p:nvPr/>
        </p:nvSpPr>
        <p:spPr>
          <a:xfrm>
            <a:off x="181535" y="4511488"/>
            <a:ext cx="2272553" cy="564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E685E-44E0-DC54-5146-9F391190C36F}"/>
              </a:ext>
            </a:extLst>
          </p:cNvPr>
          <p:cNvSpPr txBox="1"/>
          <p:nvPr/>
        </p:nvSpPr>
        <p:spPr>
          <a:xfrm>
            <a:off x="931607" y="165563"/>
            <a:ext cx="9261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Value (resourcefulness) arises from limitation</a:t>
            </a:r>
          </a:p>
          <a:p>
            <a:r>
              <a:rPr lang="en-GB" sz="14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153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04BC60D-2357-8604-8BF0-473F0577DA93}"/>
              </a:ext>
            </a:extLst>
          </p:cNvPr>
          <p:cNvSpPr txBox="1"/>
          <p:nvPr/>
        </p:nvSpPr>
        <p:spPr>
          <a:xfrm>
            <a:off x="321188" y="4083794"/>
            <a:ext cx="9911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We now have a more concrete notion of value (via limitation)</a:t>
            </a:r>
          </a:p>
          <a:p>
            <a:r>
              <a:rPr lang="en-GB" sz="2400" dirty="0">
                <a:latin typeface="Rockwell" panose="02060603020205020403" pitchFamily="18" charset="0"/>
              </a:rPr>
              <a:t> </a:t>
            </a:r>
          </a:p>
        </p:txBody>
      </p:sp>
      <p:pic>
        <p:nvPicPr>
          <p:cNvPr id="18" name="Picture 17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0D81C37D-12DD-B485-C7B5-7EC28315D6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3816350" y="2482850"/>
            <a:ext cx="622300" cy="958850"/>
          </a:xfrm>
          <a:prstGeom prst="rect">
            <a:avLst/>
          </a:prstGeom>
        </p:spPr>
      </p:pic>
      <p:pic>
        <p:nvPicPr>
          <p:cNvPr id="40" name="Picture 39" descr="A cartoon of a wizard hat&#10;&#10;Description automatically generated with medium confidence">
            <a:extLst>
              <a:ext uri="{FF2B5EF4-FFF2-40B4-BE49-F238E27FC236}">
                <a16:creationId xmlns:a16="http://schemas.microsoft.com/office/drawing/2014/main" id="{EC16B830-ADEF-E042-BFF2-A51370263E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4"/>
          <a:stretch/>
        </p:blipFill>
        <p:spPr>
          <a:xfrm>
            <a:off x="3867150" y="2215447"/>
            <a:ext cx="495300" cy="397779"/>
          </a:xfrm>
          <a:prstGeom prst="rect">
            <a:avLst/>
          </a:prstGeom>
        </p:spPr>
      </p:pic>
      <p:pic>
        <p:nvPicPr>
          <p:cNvPr id="44" name="Picture 43" descr="A black wand with yellow stars&#10;&#10;Description automatically generated with low confidence">
            <a:extLst>
              <a:ext uri="{FF2B5EF4-FFF2-40B4-BE49-F238E27FC236}">
                <a16:creationId xmlns:a16="http://schemas.microsoft.com/office/drawing/2014/main" id="{FE8F6B33-6C48-F83C-0692-7983A596FD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6" t="9236" r="12251" b="15995"/>
          <a:stretch/>
        </p:blipFill>
        <p:spPr>
          <a:xfrm rot="5605500">
            <a:off x="4331977" y="2820288"/>
            <a:ext cx="300811" cy="222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E179B1-2FDD-42A4-913A-F5C073AAA84B}"/>
              </a:ext>
            </a:extLst>
          </p:cNvPr>
          <p:cNvSpPr txBox="1"/>
          <p:nvPr/>
        </p:nvSpPr>
        <p:spPr>
          <a:xfrm>
            <a:off x="1887690" y="1343699"/>
            <a:ext cx="4781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Rockwell" panose="02060603020205020403" pitchFamily="18" charset="0"/>
              </a:rPr>
              <a:t>Physical Constraints:  </a:t>
            </a:r>
            <a:r>
              <a:rPr lang="en-GB" sz="1600" dirty="0">
                <a:latin typeface="Rockwell" panose="02060603020205020403" pitchFamily="18" charset="0"/>
              </a:rPr>
              <a:t>The Laws of Physics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CAD4A-D51A-725B-1750-F91F93775760}"/>
              </a:ext>
            </a:extLst>
          </p:cNvPr>
          <p:cNvSpPr txBox="1"/>
          <p:nvPr/>
        </p:nvSpPr>
        <p:spPr>
          <a:xfrm>
            <a:off x="638175" y="2215447"/>
            <a:ext cx="2101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Finite speed of light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E80B9-2BC1-BDE5-49EF-8A17AA405F88}"/>
              </a:ext>
            </a:extLst>
          </p:cNvPr>
          <p:cNvSpPr txBox="1"/>
          <p:nvPr/>
        </p:nvSpPr>
        <p:spPr>
          <a:xfrm>
            <a:off x="638175" y="2613226"/>
            <a:ext cx="231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Energy Conservation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EB5C7-1498-F049-822D-5A033E949BB9}"/>
              </a:ext>
            </a:extLst>
          </p:cNvPr>
          <p:cNvSpPr txBox="1"/>
          <p:nvPr/>
        </p:nvSpPr>
        <p:spPr>
          <a:xfrm>
            <a:off x="638175" y="3017819"/>
            <a:ext cx="222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Quantum Mechanics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7270B-BFFF-8C52-6387-E299A560D6A1}"/>
              </a:ext>
            </a:extLst>
          </p:cNvPr>
          <p:cNvSpPr txBox="1"/>
          <p:nvPr/>
        </p:nvSpPr>
        <p:spPr>
          <a:xfrm>
            <a:off x="5568592" y="1873471"/>
            <a:ext cx="3514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Therefore have limited access to</a:t>
            </a:r>
            <a:r>
              <a:rPr lang="en-GB" dirty="0"/>
              <a:t>: </a:t>
            </a:r>
          </a:p>
        </p:txBody>
      </p:sp>
      <p:pic>
        <p:nvPicPr>
          <p:cNvPr id="8" name="Picture 7" descr="A picture containing clipart, yellow, drawing&#10;&#10;Description automatically generated">
            <a:extLst>
              <a:ext uri="{FF2B5EF4-FFF2-40B4-BE49-F238E27FC236}">
                <a16:creationId xmlns:a16="http://schemas.microsoft.com/office/drawing/2014/main" id="{3D1170D7-0EAA-59E9-6506-83DB0112678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98"/>
          <a:stretch/>
        </p:blipFill>
        <p:spPr>
          <a:xfrm>
            <a:off x="6239557" y="2283950"/>
            <a:ext cx="595010" cy="466159"/>
          </a:xfrm>
          <a:prstGeom prst="rect">
            <a:avLst/>
          </a:prstGeom>
        </p:spPr>
      </p:pic>
      <p:pic>
        <p:nvPicPr>
          <p:cNvPr id="10" name="Picture 9" descr="A picture containing circle, clipart, illustration, cartoon&#10;&#10;Description automatically generated">
            <a:extLst>
              <a:ext uri="{FF2B5EF4-FFF2-40B4-BE49-F238E27FC236}">
                <a16:creationId xmlns:a16="http://schemas.microsoft.com/office/drawing/2014/main" id="{CFC4229C-096F-405E-7D8E-0669DF77C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972" y="2854119"/>
            <a:ext cx="388502" cy="3885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445176-D947-7843-8C36-CFEAA505D690}"/>
              </a:ext>
            </a:extLst>
          </p:cNvPr>
          <p:cNvSpPr txBox="1"/>
          <p:nvPr/>
        </p:nvSpPr>
        <p:spPr>
          <a:xfrm>
            <a:off x="7177474" y="2391589"/>
            <a:ext cx="145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31CE8-C700-1FB3-4D31-17CAE6025E9E}"/>
              </a:ext>
            </a:extLst>
          </p:cNvPr>
          <p:cNvSpPr txBox="1"/>
          <p:nvPr/>
        </p:nvSpPr>
        <p:spPr>
          <a:xfrm>
            <a:off x="4602315" y="5669446"/>
            <a:ext cx="292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And they are consumed to perform a useful task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3178E-07DE-CB29-F2F6-FD47747D9AC4}"/>
              </a:ext>
            </a:extLst>
          </p:cNvPr>
          <p:cNvSpPr txBox="1"/>
          <p:nvPr/>
        </p:nvSpPr>
        <p:spPr>
          <a:xfrm>
            <a:off x="931607" y="165563"/>
            <a:ext cx="9261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Value (resourcefulness) arises from limitation</a:t>
            </a:r>
          </a:p>
          <a:p>
            <a:r>
              <a:rPr lang="en-GB" sz="14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570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" grpId="0"/>
      <p:bldP spid="4" grpId="0"/>
      <p:bldP spid="5" grpId="0"/>
      <p:bldP spid="6" grpId="0"/>
      <p:bldP spid="7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C6FDE8F8-66A4-7671-8CC4-8A3F1106B5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1682750" y="2092325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A05A74-F6EB-CE77-AF82-786D6F481D93}"/>
              </a:ext>
            </a:extLst>
          </p:cNvPr>
          <p:cNvSpPr/>
          <p:nvPr/>
        </p:nvSpPr>
        <p:spPr>
          <a:xfrm>
            <a:off x="3810000" y="880533"/>
            <a:ext cx="4876800" cy="34205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3D44D-4562-8D21-13B1-CA41EEBB44BB}"/>
              </a:ext>
            </a:extLst>
          </p:cNvPr>
          <p:cNvSpPr txBox="1"/>
          <p:nvPr/>
        </p:nvSpPr>
        <p:spPr>
          <a:xfrm>
            <a:off x="4326467" y="359832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Physically Constrained Universe 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AB33C2-3C65-D2C5-12E6-7CFE3423BEC3}"/>
              </a:ext>
            </a:extLst>
          </p:cNvPr>
          <p:cNvSpPr/>
          <p:nvPr/>
        </p:nvSpPr>
        <p:spPr>
          <a:xfrm rot="1767790">
            <a:off x="855255" y="580939"/>
            <a:ext cx="2277292" cy="302277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30247-ABAE-31A9-6F04-63413582A681}"/>
              </a:ext>
            </a:extLst>
          </p:cNvPr>
          <p:cNvSpPr txBox="1"/>
          <p:nvPr/>
        </p:nvSpPr>
        <p:spPr>
          <a:xfrm>
            <a:off x="18609" y="289754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operations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193E4D-0FF0-96BB-5078-D3AEEFE4C633}"/>
              </a:ext>
            </a:extLst>
          </p:cNvPr>
          <p:cNvSpPr/>
          <p:nvPr/>
        </p:nvSpPr>
        <p:spPr>
          <a:xfrm rot="1767790">
            <a:off x="1523666" y="2034036"/>
            <a:ext cx="1131854" cy="1411520"/>
          </a:xfrm>
          <a:prstGeom prst="ellipse">
            <a:avLst/>
          </a:prstGeom>
          <a:solidFill>
            <a:srgbClr val="C00000">
              <a:alpha val="60000"/>
            </a:srgbClr>
          </a:solidFill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7028E-78E3-D4B2-1CBF-9CE859C0568E}"/>
              </a:ext>
            </a:extLst>
          </p:cNvPr>
          <p:cNvSpPr txBox="1"/>
          <p:nvPr/>
        </p:nvSpPr>
        <p:spPr>
          <a:xfrm>
            <a:off x="457200" y="3843539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Allowed operations – operations the agent can performed in their constrained universe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9B94DA-0034-9143-ACB8-62D5E8705A34}"/>
              </a:ext>
            </a:extLst>
          </p:cNvPr>
          <p:cNvCxnSpPr/>
          <p:nvPr/>
        </p:nvCxnSpPr>
        <p:spPr>
          <a:xfrm>
            <a:off x="1176867" y="659086"/>
            <a:ext cx="254000" cy="221447"/>
          </a:xfrm>
          <a:prstGeom prst="straightConnector1">
            <a:avLst/>
          </a:prstGeom>
          <a:ln w="25400">
            <a:solidFill>
              <a:schemeClr val="dk1">
                <a:alpha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BE06C4-32B7-F767-5C99-EBA5C5A2F982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2089593" y="3296549"/>
            <a:ext cx="44007" cy="54699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90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 L 0.46614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C6FDE8F8-66A4-7671-8CC4-8A3F1106B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5937250" y="2092325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A05A74-F6EB-CE77-AF82-786D6F481D93}"/>
              </a:ext>
            </a:extLst>
          </p:cNvPr>
          <p:cNvSpPr/>
          <p:nvPr/>
        </p:nvSpPr>
        <p:spPr>
          <a:xfrm>
            <a:off x="3810000" y="880533"/>
            <a:ext cx="4876800" cy="342053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3D44D-4562-8D21-13B1-CA41EEBB44BB}"/>
              </a:ext>
            </a:extLst>
          </p:cNvPr>
          <p:cNvSpPr txBox="1"/>
          <p:nvPr/>
        </p:nvSpPr>
        <p:spPr>
          <a:xfrm>
            <a:off x="4326467" y="359832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Physically Constrained Universe 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30247-ABAE-31A9-6F04-63413582A681}"/>
              </a:ext>
            </a:extLst>
          </p:cNvPr>
          <p:cNvSpPr txBox="1"/>
          <p:nvPr/>
        </p:nvSpPr>
        <p:spPr>
          <a:xfrm>
            <a:off x="18609" y="289754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F776B2-F1C5-29F2-FCA4-20BC83235F29}"/>
              </a:ext>
            </a:extLst>
          </p:cNvPr>
          <p:cNvSpPr/>
          <p:nvPr/>
        </p:nvSpPr>
        <p:spPr>
          <a:xfrm rot="1767790">
            <a:off x="665671" y="1032668"/>
            <a:ext cx="2872501" cy="2305867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BCCB48-B2B5-07F2-372B-770878B3F304}"/>
              </a:ext>
            </a:extLst>
          </p:cNvPr>
          <p:cNvCxnSpPr/>
          <p:nvPr/>
        </p:nvCxnSpPr>
        <p:spPr>
          <a:xfrm>
            <a:off x="1176867" y="659086"/>
            <a:ext cx="254000" cy="221447"/>
          </a:xfrm>
          <a:prstGeom prst="straightConnector1">
            <a:avLst/>
          </a:prstGeom>
          <a:ln w="25400">
            <a:solidFill>
              <a:schemeClr val="dk1">
                <a:alpha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AFD46A4-A78D-5B26-BC82-50D9A435341D}"/>
              </a:ext>
            </a:extLst>
          </p:cNvPr>
          <p:cNvSpPr/>
          <p:nvPr/>
        </p:nvSpPr>
        <p:spPr>
          <a:xfrm rot="1767790">
            <a:off x="1993136" y="1800675"/>
            <a:ext cx="1394943" cy="1542149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856BA-E72F-793C-02C2-AF3BDCA669AD}"/>
              </a:ext>
            </a:extLst>
          </p:cNvPr>
          <p:cNvSpPr txBox="1"/>
          <p:nvPr/>
        </p:nvSpPr>
        <p:spPr>
          <a:xfrm>
            <a:off x="457200" y="363116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objects upon which the allowed operations act invariantly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BE90D-1D3F-6264-8F69-DC20EC33DB86}"/>
              </a:ext>
            </a:extLst>
          </p:cNvPr>
          <p:cNvCxnSpPr>
            <a:stCxn id="8" idx="0"/>
          </p:cNvCxnSpPr>
          <p:nvPr/>
        </p:nvCxnSpPr>
        <p:spPr>
          <a:xfrm flipV="1">
            <a:off x="2028732" y="305117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87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C6FDE8F8-66A4-7671-8CC4-8A3F1106B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604854" y="1032911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A05A74-F6EB-CE77-AF82-786D6F481D9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3D44D-4562-8D21-13B1-CA41EEBB44BB}"/>
              </a:ext>
            </a:extLst>
          </p:cNvPr>
          <p:cNvSpPr txBox="1"/>
          <p:nvPr/>
        </p:nvSpPr>
        <p:spPr>
          <a:xfrm>
            <a:off x="2525455" y="92809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Rockwell" panose="02060603020205020403" pitchFamily="18" charset="0"/>
              </a:rPr>
              <a:t>Physically Constrained Universe </a:t>
            </a:r>
            <a:endParaRPr lang="en-GB" sz="2000" u="sng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30247-ABAE-31A9-6F04-63413582A681}"/>
              </a:ext>
            </a:extLst>
          </p:cNvPr>
          <p:cNvSpPr txBox="1"/>
          <p:nvPr/>
        </p:nvSpPr>
        <p:spPr>
          <a:xfrm>
            <a:off x="5171747" y="108304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F776B2-F1C5-29F2-FCA4-20BC83235F29}"/>
              </a:ext>
            </a:extLst>
          </p:cNvPr>
          <p:cNvSpPr/>
          <p:nvPr/>
        </p:nvSpPr>
        <p:spPr>
          <a:xfrm>
            <a:off x="1227154" y="1122394"/>
            <a:ext cx="5179506" cy="3384256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FD46A4-A78D-5B26-BC82-50D9A435341D}"/>
              </a:ext>
            </a:extLst>
          </p:cNvPr>
          <p:cNvSpPr/>
          <p:nvPr/>
        </p:nvSpPr>
        <p:spPr>
          <a:xfrm rot="1767790">
            <a:off x="4594527" y="1911045"/>
            <a:ext cx="1744964" cy="2055712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856BA-E72F-793C-02C2-AF3BDCA669AD}"/>
              </a:ext>
            </a:extLst>
          </p:cNvPr>
          <p:cNvSpPr txBox="1"/>
          <p:nvPr/>
        </p:nvSpPr>
        <p:spPr>
          <a:xfrm>
            <a:off x="2451100" y="590699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these are the objects the agent can reach under the allowed operations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BE90D-1D3F-6264-8F69-DC20EC33DB86}"/>
              </a:ext>
            </a:extLst>
          </p:cNvPr>
          <p:cNvCxnSpPr>
            <a:stCxn id="8" idx="0"/>
          </p:cNvCxnSpPr>
          <p:nvPr/>
        </p:nvCxnSpPr>
        <p:spPr>
          <a:xfrm flipV="1">
            <a:off x="4022632" y="532700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667BE7-997C-95D0-3663-6E3D76F5F08B}"/>
              </a:ext>
            </a:extLst>
          </p:cNvPr>
          <p:cNvSpPr txBox="1"/>
          <p:nvPr/>
        </p:nvSpPr>
        <p:spPr>
          <a:xfrm>
            <a:off x="3950410" y="2389790"/>
            <a:ext cx="314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A09885F7-454B-8C65-6AD6-AFA4C53C2B05}"/>
              </a:ext>
            </a:extLst>
          </p:cNvPr>
          <p:cNvSpPr/>
          <p:nvPr/>
        </p:nvSpPr>
        <p:spPr>
          <a:xfrm>
            <a:off x="5171747" y="3033441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EBD72-0CEC-2AE2-8371-A59B04E81319}"/>
              </a:ext>
            </a:extLst>
          </p:cNvPr>
          <p:cNvSpPr txBox="1"/>
          <p:nvPr/>
        </p:nvSpPr>
        <p:spPr>
          <a:xfrm>
            <a:off x="4380965" y="4570742"/>
            <a:ext cx="220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Free Object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9E688-D1D8-1D1C-03E3-D7C522A76788}"/>
              </a:ext>
            </a:extLst>
          </p:cNvPr>
          <p:cNvCxnSpPr>
            <a:cxnSpLocks/>
          </p:cNvCxnSpPr>
          <p:nvPr/>
        </p:nvCxnSpPr>
        <p:spPr>
          <a:xfrm flipV="1">
            <a:off x="5171747" y="3319191"/>
            <a:ext cx="142875" cy="120866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90479C2-F64D-B57A-CE78-E7F55C2350CF}"/>
              </a:ext>
            </a:extLst>
          </p:cNvPr>
          <p:cNvSpPr txBox="1"/>
          <p:nvPr/>
        </p:nvSpPr>
        <p:spPr>
          <a:xfrm>
            <a:off x="6594501" y="1745155"/>
            <a:ext cx="2471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Agent can generate any object in the free set under the allowed operations.</a:t>
            </a:r>
          </a:p>
          <a:p>
            <a:endParaRPr lang="en-US" sz="1800" dirty="0">
              <a:latin typeface="Rockwell" panose="02060603020205020403" pitchFamily="18" charset="0"/>
            </a:endParaRPr>
          </a:p>
          <a:p>
            <a:r>
              <a:rPr lang="en-US" sz="1800" dirty="0">
                <a:latin typeface="Rockwell" panose="02060603020205020403" pitchFamily="18" charset="0"/>
              </a:rPr>
              <a:t>Given a free object, the agent cannot leave the set of free objects under allowed operations </a:t>
            </a:r>
            <a:endParaRPr lang="en-GB" sz="1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38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C6FDE8F8-66A4-7671-8CC4-8A3F1106B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604854" y="1032911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A05A74-F6EB-CE77-AF82-786D6F481D9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3D44D-4562-8D21-13B1-CA41EEBB44BB}"/>
              </a:ext>
            </a:extLst>
          </p:cNvPr>
          <p:cNvSpPr txBox="1"/>
          <p:nvPr/>
        </p:nvSpPr>
        <p:spPr>
          <a:xfrm>
            <a:off x="2525455" y="92809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Rockwell" panose="02060603020205020403" pitchFamily="18" charset="0"/>
              </a:rPr>
              <a:t>Physically Constrained Universe </a:t>
            </a:r>
            <a:endParaRPr lang="en-GB" sz="2000" u="sng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30247-ABAE-31A9-6F04-63413582A681}"/>
              </a:ext>
            </a:extLst>
          </p:cNvPr>
          <p:cNvSpPr txBox="1"/>
          <p:nvPr/>
        </p:nvSpPr>
        <p:spPr>
          <a:xfrm>
            <a:off x="5171747" y="108304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F776B2-F1C5-29F2-FCA4-20BC83235F29}"/>
              </a:ext>
            </a:extLst>
          </p:cNvPr>
          <p:cNvSpPr/>
          <p:nvPr/>
        </p:nvSpPr>
        <p:spPr>
          <a:xfrm>
            <a:off x="1227154" y="1122394"/>
            <a:ext cx="5179506" cy="3384256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FD46A4-A78D-5B26-BC82-50D9A435341D}"/>
              </a:ext>
            </a:extLst>
          </p:cNvPr>
          <p:cNvSpPr/>
          <p:nvPr/>
        </p:nvSpPr>
        <p:spPr>
          <a:xfrm rot="1767790">
            <a:off x="4594527" y="1911045"/>
            <a:ext cx="1744964" cy="2055712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856BA-E72F-793C-02C2-AF3BDCA669AD}"/>
              </a:ext>
            </a:extLst>
          </p:cNvPr>
          <p:cNvSpPr txBox="1"/>
          <p:nvPr/>
        </p:nvSpPr>
        <p:spPr>
          <a:xfrm>
            <a:off x="2451100" y="590699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these are the objects the agent can reach under the allowed operations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BE90D-1D3F-6264-8F69-DC20EC33DB86}"/>
              </a:ext>
            </a:extLst>
          </p:cNvPr>
          <p:cNvCxnSpPr>
            <a:stCxn id="8" idx="0"/>
          </p:cNvCxnSpPr>
          <p:nvPr/>
        </p:nvCxnSpPr>
        <p:spPr>
          <a:xfrm flipV="1">
            <a:off x="4022632" y="532700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667BE7-997C-95D0-3663-6E3D76F5F08B}"/>
              </a:ext>
            </a:extLst>
          </p:cNvPr>
          <p:cNvSpPr txBox="1"/>
          <p:nvPr/>
        </p:nvSpPr>
        <p:spPr>
          <a:xfrm>
            <a:off x="3950410" y="2389790"/>
            <a:ext cx="314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479C2-F64D-B57A-CE78-E7F55C2350CF}"/>
              </a:ext>
            </a:extLst>
          </p:cNvPr>
          <p:cNvSpPr txBox="1"/>
          <p:nvPr/>
        </p:nvSpPr>
        <p:spPr>
          <a:xfrm>
            <a:off x="6757312" y="1991761"/>
            <a:ext cx="2457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Agent cannot generate this object under allowed operations.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6AA7DCC-D443-5794-EB3D-7F1285C35FB2}"/>
              </a:ext>
            </a:extLst>
          </p:cNvPr>
          <p:cNvSpPr/>
          <p:nvPr/>
        </p:nvSpPr>
        <p:spPr>
          <a:xfrm>
            <a:off x="3303407" y="2671647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585B2-FC53-9EC8-CEC7-BAAAFCD5586E}"/>
              </a:ext>
            </a:extLst>
          </p:cNvPr>
          <p:cNvSpPr txBox="1"/>
          <p:nvPr/>
        </p:nvSpPr>
        <p:spPr>
          <a:xfrm>
            <a:off x="2200424" y="3679138"/>
            <a:ext cx="220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Resourceful Object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E7C2DB-AA1C-BC30-506D-9891772B6B8A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303407" y="2957397"/>
            <a:ext cx="123187" cy="72174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72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312213C-2D99-C2F4-86BB-8ED1FAB4A41A}"/>
              </a:ext>
            </a:extLst>
          </p:cNvPr>
          <p:cNvSpPr txBox="1"/>
          <p:nvPr/>
        </p:nvSpPr>
        <p:spPr>
          <a:xfrm>
            <a:off x="181535" y="4511488"/>
            <a:ext cx="2272553" cy="564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77842-3260-CF31-2C3A-33B68C78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Entanglement</a:t>
            </a:r>
          </a:p>
        </p:txBody>
      </p:sp>
      <p:pic>
        <p:nvPicPr>
          <p:cNvPr id="4" name="Content Placeholder 3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63FFB681-8297-9A8C-C4FC-BAFACF242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449965" y="2337698"/>
            <a:ext cx="498287" cy="767772"/>
          </a:xfrm>
          <a:prstGeom prst="rect">
            <a:avLst/>
          </a:prstGeom>
        </p:spPr>
      </p:pic>
      <p:pic>
        <p:nvPicPr>
          <p:cNvPr id="5" name="Content Placeholder 3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FC442500-B271-4EFB-AE5B-2D05D6AF8A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 bwMode="auto">
          <a:xfrm>
            <a:off x="2553371" y="2303349"/>
            <a:ext cx="498287" cy="767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9CAF4-30BA-5E49-05FB-F38D3F35406B}"/>
              </a:ext>
            </a:extLst>
          </p:cNvPr>
          <p:cNvSpPr txBox="1"/>
          <p:nvPr/>
        </p:nvSpPr>
        <p:spPr>
          <a:xfrm>
            <a:off x="449965" y="3139819"/>
            <a:ext cx="11845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AF2D3-FEE3-0D80-C98E-BFF53FCAEDDF}"/>
              </a:ext>
            </a:extLst>
          </p:cNvPr>
          <p:cNvSpPr txBox="1"/>
          <p:nvPr/>
        </p:nvSpPr>
        <p:spPr>
          <a:xfrm>
            <a:off x="2553371" y="3115968"/>
            <a:ext cx="118456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Bob</a:t>
            </a:r>
          </a:p>
        </p:txBody>
      </p:sp>
      <p:pic>
        <p:nvPicPr>
          <p:cNvPr id="13" name="Picture 12" descr="A blue telephone receiver&#10;&#10;Description automatically generated with low confidence">
            <a:extLst>
              <a:ext uri="{FF2B5EF4-FFF2-40B4-BE49-F238E27FC236}">
                <a16:creationId xmlns:a16="http://schemas.microsoft.com/office/drawing/2014/main" id="{5F73D544-77FA-4807-17C3-A3FA7CFB5D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7"/>
          <a:stretch/>
        </p:blipFill>
        <p:spPr>
          <a:xfrm>
            <a:off x="565383" y="1775272"/>
            <a:ext cx="267450" cy="381000"/>
          </a:xfrm>
          <a:prstGeom prst="rect">
            <a:avLst/>
          </a:prstGeom>
        </p:spPr>
      </p:pic>
      <p:pic>
        <p:nvPicPr>
          <p:cNvPr id="14" name="Picture 13" descr="A blue telephone receiver&#10;&#10;Description automatically generated with low confidence">
            <a:extLst>
              <a:ext uri="{FF2B5EF4-FFF2-40B4-BE49-F238E27FC236}">
                <a16:creationId xmlns:a16="http://schemas.microsoft.com/office/drawing/2014/main" id="{A383A909-153B-DA09-6508-6D9987E9B4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7"/>
          <a:stretch/>
        </p:blipFill>
        <p:spPr>
          <a:xfrm rot="12036338">
            <a:off x="2668788" y="1822334"/>
            <a:ext cx="267450" cy="3810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CBB6D3-ECC3-1F77-15F8-2C17C13089D6}"/>
              </a:ext>
            </a:extLst>
          </p:cNvPr>
          <p:cNvCxnSpPr>
            <a:cxnSpLocks/>
            <a:stCxn id="13" idx="3"/>
            <a:endCxn id="14" idx="3"/>
          </p:cNvCxnSpPr>
          <p:nvPr/>
        </p:nvCxnSpPr>
        <p:spPr>
          <a:xfrm>
            <a:off x="832833" y="1965772"/>
            <a:ext cx="184451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33B13B1-0978-CE40-0A1D-A61FA8DAF2C4}"/>
              </a:ext>
            </a:extLst>
          </p:cNvPr>
          <p:cNvSpPr txBox="1"/>
          <p:nvPr/>
        </p:nvSpPr>
        <p:spPr>
          <a:xfrm>
            <a:off x="5660939" y="1232733"/>
            <a:ext cx="28317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, Classical Communication (LOCC)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77F2A3-0390-8997-43F5-8BDE549A55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" t="3787" r="70943" b="30780"/>
          <a:stretch/>
        </p:blipFill>
        <p:spPr>
          <a:xfrm>
            <a:off x="1168633" y="2471089"/>
            <a:ext cx="234950" cy="5437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AA4134-DB95-60B3-54DB-B9F791EC80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87" t="26635" r="9633" b="10217"/>
          <a:stretch/>
        </p:blipFill>
        <p:spPr>
          <a:xfrm>
            <a:off x="2205388" y="2471089"/>
            <a:ext cx="234950" cy="55325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A9DB96-F603-8953-43B4-A6C2C8C49992}"/>
              </a:ext>
            </a:extLst>
          </p:cNvPr>
          <p:cNvSpPr txBox="1"/>
          <p:nvPr/>
        </p:nvSpPr>
        <p:spPr>
          <a:xfrm>
            <a:off x="4311650" y="1236117"/>
            <a:ext cx="21907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Local Operations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919AB3-8EA1-EE6E-6C1F-E7A1A81EFCE4}"/>
              </a:ext>
            </a:extLst>
          </p:cNvPr>
          <p:cNvSpPr txBox="1"/>
          <p:nvPr/>
        </p:nvSpPr>
        <p:spPr>
          <a:xfrm>
            <a:off x="2060901" y="1206019"/>
            <a:ext cx="2365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Rockwell" panose="02060603020205020403" pitchFamily="18" charset="0"/>
              </a:rPr>
              <a:t>Allowed Operations :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0B0A4-7E66-D8FE-4610-C64BA097902D}"/>
              </a:ext>
            </a:extLst>
          </p:cNvPr>
          <p:cNvSpPr txBox="1"/>
          <p:nvPr/>
        </p:nvSpPr>
        <p:spPr>
          <a:xfrm>
            <a:off x="3411995" y="2058636"/>
            <a:ext cx="549332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Rockwell" panose="02060603020205020403" pitchFamily="18" charset="0"/>
              </a:rPr>
              <a:t>Given a separable state, LOCC cannot generate any entanglement. </a:t>
            </a:r>
          </a:p>
          <a:p>
            <a:endParaRPr lang="en-GB" sz="1800" dirty="0">
              <a:latin typeface="Rockwell" panose="02060603020205020403" pitchFamily="18" charset="0"/>
            </a:endParaRPr>
          </a:p>
          <a:p>
            <a:r>
              <a:rPr lang="en-GB" sz="1800" dirty="0">
                <a:latin typeface="Rockwell" panose="02060603020205020403" pitchFamily="18" charset="0"/>
              </a:rPr>
              <a:t> </a:t>
            </a:r>
          </a:p>
          <a:p>
            <a:endParaRPr lang="en-GB" sz="1800" dirty="0">
              <a:latin typeface="Rockwell" panose="02060603020205020403" pitchFamily="18" charset="0"/>
            </a:endParaRPr>
          </a:p>
          <a:p>
            <a:endParaRPr lang="en-GB" sz="1600" dirty="0">
              <a:latin typeface="Rockwell" panose="02060603020205020403" pitchFamily="18" charset="0"/>
            </a:endParaRPr>
          </a:p>
          <a:p>
            <a:endParaRPr lang="en-GB" sz="1800" dirty="0">
              <a:latin typeface="Rockwell" panose="02060603020205020403" pitchFamily="18" charset="0"/>
            </a:endParaRPr>
          </a:p>
          <a:p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386DD3-E84A-CF48-539D-D49F2D089D29}"/>
              </a:ext>
            </a:extLst>
          </p:cNvPr>
          <p:cNvSpPr txBox="1"/>
          <p:nvPr/>
        </p:nvSpPr>
        <p:spPr>
          <a:xfrm>
            <a:off x="3943796" y="3401242"/>
            <a:ext cx="352697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5166F-4A49-F73E-339D-8556BBA550D9}"/>
              </a:ext>
            </a:extLst>
          </p:cNvPr>
          <p:cNvSpPr txBox="1"/>
          <p:nvPr/>
        </p:nvSpPr>
        <p:spPr>
          <a:xfrm>
            <a:off x="0" y="3896090"/>
            <a:ext cx="9310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Rockwell" panose="02060603020205020403" pitchFamily="18" charset="0"/>
              </a:rPr>
              <a:t>Physical Constraints</a:t>
            </a:r>
            <a:r>
              <a:rPr lang="en-US" sz="1600" dirty="0">
                <a:latin typeface="Rockwell" panose="02060603020205020403" pitchFamily="18" charset="0"/>
              </a:rPr>
              <a:t>          </a:t>
            </a:r>
            <a:r>
              <a:rPr lang="en-US" sz="1600" b="1" dirty="0">
                <a:latin typeface="Rockwell" panose="02060603020205020403" pitchFamily="18" charset="0"/>
              </a:rPr>
              <a:t>Allowed operations</a:t>
            </a:r>
            <a:r>
              <a:rPr lang="en-US" sz="1600" dirty="0">
                <a:latin typeface="Rockwell" panose="02060603020205020403" pitchFamily="18" charset="0"/>
              </a:rPr>
              <a:t>: LOCC        </a:t>
            </a:r>
            <a:r>
              <a:rPr lang="en-US" sz="1600" b="1" dirty="0">
                <a:latin typeface="Rockwell" panose="02060603020205020403" pitchFamily="18" charset="0"/>
              </a:rPr>
              <a:t>Free Objects</a:t>
            </a:r>
            <a:r>
              <a:rPr lang="en-US" sz="1600" dirty="0">
                <a:latin typeface="Rockwell" panose="02060603020205020403" pitchFamily="18" charset="0"/>
              </a:rPr>
              <a:t>: Set of Separable States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5DEFCC-CA26-355F-ECD6-F1801FE67257}"/>
              </a:ext>
            </a:extLst>
          </p:cNvPr>
          <p:cNvCxnSpPr/>
          <p:nvPr/>
        </p:nvCxnSpPr>
        <p:spPr>
          <a:xfrm>
            <a:off x="2271876" y="4069213"/>
            <a:ext cx="2349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B2CA35-CB34-2114-5494-594D091FC092}"/>
              </a:ext>
            </a:extLst>
          </p:cNvPr>
          <p:cNvCxnSpPr/>
          <p:nvPr/>
        </p:nvCxnSpPr>
        <p:spPr>
          <a:xfrm>
            <a:off x="5319876" y="4069213"/>
            <a:ext cx="2349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DC0CAA7-BB99-91D4-EB87-B387DC9D9A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7351" y="589190"/>
            <a:ext cx="2714515" cy="3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2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30247-ABAE-31A9-6F04-63413582A681}"/>
              </a:ext>
            </a:extLst>
          </p:cNvPr>
          <p:cNvSpPr txBox="1"/>
          <p:nvPr/>
        </p:nvSpPr>
        <p:spPr>
          <a:xfrm>
            <a:off x="3239296" y="1725104"/>
            <a:ext cx="338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quantum states 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F776B2-F1C5-29F2-FCA4-20BC83235F29}"/>
              </a:ext>
            </a:extLst>
          </p:cNvPr>
          <p:cNvSpPr/>
          <p:nvPr/>
        </p:nvSpPr>
        <p:spPr>
          <a:xfrm>
            <a:off x="2649563" y="2157009"/>
            <a:ext cx="3883453" cy="2609623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FD46A4-A78D-5B26-BC82-50D9A435341D}"/>
              </a:ext>
            </a:extLst>
          </p:cNvPr>
          <p:cNvSpPr/>
          <p:nvPr/>
        </p:nvSpPr>
        <p:spPr>
          <a:xfrm rot="1767790">
            <a:off x="5089222" y="2669235"/>
            <a:ext cx="1308327" cy="1585173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67BE7-997C-95D0-3663-6E3D76F5F08B}"/>
              </a:ext>
            </a:extLst>
          </p:cNvPr>
          <p:cNvSpPr txBox="1"/>
          <p:nvPr/>
        </p:nvSpPr>
        <p:spPr>
          <a:xfrm>
            <a:off x="4624847" y="3042634"/>
            <a:ext cx="2356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Separable </a:t>
            </a:r>
          </a:p>
          <a:p>
            <a:pPr algn="ctr"/>
            <a:r>
              <a:rPr lang="en-US" sz="1600" dirty="0">
                <a:latin typeface="Rockwell" panose="02060603020205020403" pitchFamily="18" charset="0"/>
              </a:rPr>
              <a:t>States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585B2-FC53-9EC8-CEC7-BAAAFCD5586E}"/>
              </a:ext>
            </a:extLst>
          </p:cNvPr>
          <p:cNvSpPr txBox="1"/>
          <p:nvPr/>
        </p:nvSpPr>
        <p:spPr>
          <a:xfrm>
            <a:off x="1180096" y="2785829"/>
            <a:ext cx="1376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Entangled state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E7C2DB-AA1C-BC30-506D-9891772B6B8A}"/>
              </a:ext>
            </a:extLst>
          </p:cNvPr>
          <p:cNvCxnSpPr>
            <a:cxnSpLocks/>
          </p:cNvCxnSpPr>
          <p:nvPr/>
        </p:nvCxnSpPr>
        <p:spPr>
          <a:xfrm>
            <a:off x="2438197" y="3108994"/>
            <a:ext cx="161540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00FBB8-D7A0-CB87-4CFE-23577F9A9CE5}"/>
              </a:ext>
            </a:extLst>
          </p:cNvPr>
          <p:cNvSpPr txBox="1"/>
          <p:nvPr/>
        </p:nvSpPr>
        <p:spPr>
          <a:xfrm>
            <a:off x="238972" y="99479"/>
            <a:ext cx="6699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What task is entanglement a resource for?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95784A-79B5-0F1B-5794-B90CB8770B16}"/>
              </a:ext>
            </a:extLst>
          </p:cNvPr>
          <p:cNvSpPr txBox="1"/>
          <p:nvPr/>
        </p:nvSpPr>
        <p:spPr>
          <a:xfrm>
            <a:off x="67377" y="883096"/>
            <a:ext cx="8837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Under allowed operations (LOCC):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A81B8277-3767-5381-A0D4-5BB25BC30BBD}"/>
              </a:ext>
            </a:extLst>
          </p:cNvPr>
          <p:cNvSpPr/>
          <p:nvPr/>
        </p:nvSpPr>
        <p:spPr>
          <a:xfrm>
            <a:off x="5550338" y="3690565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E1417E-63D3-AFEE-5501-FE0CFF25D348}"/>
              </a:ext>
            </a:extLst>
          </p:cNvPr>
          <p:cNvSpPr txBox="1"/>
          <p:nvPr/>
        </p:nvSpPr>
        <p:spPr>
          <a:xfrm>
            <a:off x="4319306" y="883096"/>
            <a:ext cx="565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Cannot perform quantum teleportation  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2A83976B-E4A1-1E1D-7EF8-63E0A728156D}"/>
              </a:ext>
            </a:extLst>
          </p:cNvPr>
          <p:cNvSpPr/>
          <p:nvPr/>
        </p:nvSpPr>
        <p:spPr>
          <a:xfrm>
            <a:off x="4053600" y="2966402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77EE66-D08C-C88F-A1D5-5D479EA7BEAF}"/>
              </a:ext>
            </a:extLst>
          </p:cNvPr>
          <p:cNvSpPr txBox="1"/>
          <p:nvPr/>
        </p:nvSpPr>
        <p:spPr>
          <a:xfrm>
            <a:off x="4319306" y="886635"/>
            <a:ext cx="5659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Can perform quantum teleportation  </a:t>
            </a:r>
            <a:endParaRPr lang="en-GB" sz="20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2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 animBg="1"/>
      <p:bldP spid="26" grpId="1" animBg="1"/>
      <p:bldP spid="27" grpId="0"/>
      <p:bldP spid="27" grpId="1"/>
      <p:bldP spid="28" grpId="0" animBg="1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558266" y="238693"/>
            <a:ext cx="82007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Entanglement is a resource for the task of quantum teleportation  </a:t>
            </a:r>
            <a:endParaRPr lang="en-GB" sz="40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8A65C-80C9-CB20-CA66-3E885A675563}"/>
              </a:ext>
            </a:extLst>
          </p:cNvPr>
          <p:cNvSpPr txBox="1"/>
          <p:nvPr/>
        </p:nvSpPr>
        <p:spPr>
          <a:xfrm>
            <a:off x="24064" y="1990609"/>
            <a:ext cx="9269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Note, this is true under this set of physical constraints (LOCC). 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49A10-FB72-F136-CA89-FCE697BDB078}"/>
              </a:ext>
            </a:extLst>
          </p:cNvPr>
          <p:cNvSpPr txBox="1"/>
          <p:nvPr/>
        </p:nvSpPr>
        <p:spPr>
          <a:xfrm>
            <a:off x="-62564" y="2880751"/>
            <a:ext cx="9269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Under a different set of physical constraints, entanglement might not be considered a resource. </a:t>
            </a:r>
            <a:endParaRPr lang="en-GB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9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26FC4A-050D-8965-6884-BA4A5FE6CA0D}"/>
              </a:ext>
            </a:extLst>
          </p:cNvPr>
          <p:cNvSpPr txBox="1"/>
          <p:nvPr/>
        </p:nvSpPr>
        <p:spPr>
          <a:xfrm>
            <a:off x="178895" y="310225"/>
            <a:ext cx="87862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latin typeface="Rockwell" panose="02060603020205020403" pitchFamily="18" charset="0"/>
            </a:endParaRPr>
          </a:p>
          <a:p>
            <a:pPr algn="ctr"/>
            <a:r>
              <a:rPr lang="en-US" sz="2400" dirty="0">
                <a:latin typeface="Rockwell" panose="02060603020205020403" pitchFamily="18" charset="0"/>
              </a:rPr>
              <a:t>In the resource theories framework, what is a valuable (resourceful) is dependent on the physical constraints of the system.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428F3-88C2-0678-F410-5592E58D33F9}"/>
              </a:ext>
            </a:extLst>
          </p:cNvPr>
          <p:cNvSpPr txBox="1"/>
          <p:nvPr/>
        </p:nvSpPr>
        <p:spPr>
          <a:xfrm>
            <a:off x="422787" y="4113851"/>
            <a:ext cx="745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Physical constraints 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8EE1A-3601-2F49-CD66-158C31639341}"/>
              </a:ext>
            </a:extLst>
          </p:cNvPr>
          <p:cNvSpPr txBox="1"/>
          <p:nvPr/>
        </p:nvSpPr>
        <p:spPr>
          <a:xfrm>
            <a:off x="422787" y="2310140"/>
            <a:ext cx="3057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Rockwell" panose="02060603020205020403" pitchFamily="18" charset="0"/>
              </a:rPr>
              <a:t>Start:</a:t>
            </a:r>
            <a:endParaRPr lang="en-GB" sz="2800" u="sng" dirty="0">
              <a:latin typeface="Rockwell" panose="02060603020205020403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7DABD6-AA8B-9454-F9FE-3CC430AF1A12}"/>
              </a:ext>
            </a:extLst>
          </p:cNvPr>
          <p:cNvCxnSpPr/>
          <p:nvPr/>
        </p:nvCxnSpPr>
        <p:spPr>
          <a:xfrm>
            <a:off x="3628103" y="4354515"/>
            <a:ext cx="1681316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06C9FD-3155-CA77-89DE-E64AC818C448}"/>
              </a:ext>
            </a:extLst>
          </p:cNvPr>
          <p:cNvSpPr txBox="1"/>
          <p:nvPr/>
        </p:nvSpPr>
        <p:spPr>
          <a:xfrm>
            <a:off x="5207138" y="4002278"/>
            <a:ext cx="3626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What properties are valuable  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13D8F-6410-6A92-9E76-D8145D4F1827}"/>
              </a:ext>
            </a:extLst>
          </p:cNvPr>
          <p:cNvSpPr txBox="1"/>
          <p:nvPr/>
        </p:nvSpPr>
        <p:spPr>
          <a:xfrm>
            <a:off x="422787" y="3111177"/>
            <a:ext cx="745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Choose a property</a:t>
            </a:r>
            <a:endParaRPr lang="en-GB" sz="2400" dirty="0">
              <a:latin typeface="Rockwell" panose="02060603020205020403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108276-6CFF-AECC-55C5-801E5D772A3F}"/>
              </a:ext>
            </a:extLst>
          </p:cNvPr>
          <p:cNvCxnSpPr/>
          <p:nvPr/>
        </p:nvCxnSpPr>
        <p:spPr>
          <a:xfrm>
            <a:off x="3628103" y="3351841"/>
            <a:ext cx="1681316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1C2275-F7CB-9921-5582-B9263E49597A}"/>
              </a:ext>
            </a:extLst>
          </p:cNvPr>
          <p:cNvSpPr txBox="1"/>
          <p:nvPr/>
        </p:nvSpPr>
        <p:spPr>
          <a:xfrm>
            <a:off x="5207138" y="2999604"/>
            <a:ext cx="3626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Set the physical constraints </a:t>
            </a:r>
            <a:endParaRPr lang="en-GB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5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2AC2F11-F92A-3C76-32D2-88D62C59F08E}"/>
              </a:ext>
            </a:extLst>
          </p:cNvPr>
          <p:cNvSpPr txBox="1"/>
          <p:nvPr/>
        </p:nvSpPr>
        <p:spPr>
          <a:xfrm>
            <a:off x="178895" y="415252"/>
            <a:ext cx="878620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3200" b="1" dirty="0">
                <a:latin typeface="Rockwell" panose="02060603020205020403" pitchFamily="18" charset="0"/>
              </a:rPr>
              <a:t>In Summary</a:t>
            </a:r>
            <a:r>
              <a:rPr lang="en-US" sz="3200" dirty="0">
                <a:latin typeface="Rockwell" panose="02060603020205020403" pitchFamily="18" charset="0"/>
              </a:rPr>
              <a:t>:</a:t>
            </a:r>
          </a:p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2800" dirty="0">
                <a:latin typeface="Rockwell" panose="02060603020205020403" pitchFamily="18" charset="0"/>
              </a:rPr>
              <a:t> Quantum resource theories are a mathematical framework for quantifying what properties of quantum objects are valuable for performing certain quantum information processing tasks within a set of physical constraints.  </a:t>
            </a:r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73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DC60-3C96-4489-EE10-F5E68C73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ED5D95-1591-CF4E-8DB6-8553E7B59CAC}"/>
              </a:ext>
            </a:extLst>
          </p:cNvPr>
          <p:cNvSpPr txBox="1"/>
          <p:nvPr/>
        </p:nvSpPr>
        <p:spPr>
          <a:xfrm>
            <a:off x="738187" y="1069271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Quantum Resource Theory Overview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F2AFC-F565-0DEF-86F7-F5BDF644721B}"/>
              </a:ext>
            </a:extLst>
          </p:cNvPr>
          <p:cNvSpPr txBox="1"/>
          <p:nvPr/>
        </p:nvSpPr>
        <p:spPr>
          <a:xfrm>
            <a:off x="2014506" y="3223293"/>
            <a:ext cx="727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Mathematical Formalism</a:t>
            </a:r>
          </a:p>
        </p:txBody>
      </p:sp>
    </p:spTree>
    <p:extLst>
      <p:ext uri="{BB962C8B-B14F-4D97-AF65-F5344CB8AC3E}">
        <p14:creationId xmlns:p14="http://schemas.microsoft.com/office/powerpoint/2010/main" val="2858987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BE2ECAF-64E8-2DB3-2822-386A2EC2B637}"/>
              </a:ext>
            </a:extLst>
          </p:cNvPr>
          <p:cNvSpPr txBox="1">
            <a:spLocks/>
          </p:cNvSpPr>
          <p:nvPr/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dirty="0"/>
              <a:t>Resource Theories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64583-F3D9-A606-FC34-5375278A92CC}"/>
              </a:ext>
            </a:extLst>
          </p:cNvPr>
          <p:cNvSpPr txBox="1"/>
          <p:nvPr/>
        </p:nvSpPr>
        <p:spPr>
          <a:xfrm>
            <a:off x="503170" y="1039490"/>
            <a:ext cx="2621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>
                <a:latin typeface="Rockwell" panose="02060603020205020403" pitchFamily="18" charset="0"/>
              </a:rPr>
              <a:t>Allowed operations: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B1B3B-277C-A3DA-1BEB-33E68E47CA50}"/>
              </a:ext>
            </a:extLst>
          </p:cNvPr>
          <p:cNvSpPr txBox="1"/>
          <p:nvPr/>
        </p:nvSpPr>
        <p:spPr>
          <a:xfrm>
            <a:off x="503170" y="2064246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>
                <a:latin typeface="Rockwell" panose="02060603020205020403" pitchFamily="18" charset="0"/>
              </a:rPr>
              <a:t>Free Objects: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FAB0AF-6043-20B1-E434-135621E4DC95}"/>
              </a:ext>
            </a:extLst>
          </p:cNvPr>
          <p:cNvSpPr txBox="1"/>
          <p:nvPr/>
        </p:nvSpPr>
        <p:spPr>
          <a:xfrm>
            <a:off x="503170" y="1512143"/>
            <a:ext cx="530210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Resource non-generating maps of objects to objects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A8B74-BD30-3FBC-7BAD-03B4A70C0E6A}"/>
              </a:ext>
            </a:extLst>
          </p:cNvPr>
          <p:cNvSpPr txBox="1"/>
          <p:nvPr/>
        </p:nvSpPr>
        <p:spPr>
          <a:xfrm>
            <a:off x="503170" y="2615830"/>
            <a:ext cx="5302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Objects that contain no resource. 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2DB8D3C-E850-E303-93F3-042075A04490}"/>
              </a:ext>
            </a:extLst>
          </p:cNvPr>
          <p:cNvSpPr/>
          <p:nvPr/>
        </p:nvSpPr>
        <p:spPr>
          <a:xfrm>
            <a:off x="5033977" y="1039490"/>
            <a:ext cx="370542" cy="1905000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928E7-BC5E-A210-B0F3-74C4D268E414}"/>
              </a:ext>
            </a:extLst>
          </p:cNvPr>
          <p:cNvSpPr txBox="1"/>
          <p:nvPr/>
        </p:nvSpPr>
        <p:spPr>
          <a:xfrm>
            <a:off x="1008708" y="3520268"/>
            <a:ext cx="232965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latin typeface="Rockwell" panose="02060603020205020403" pitchFamily="18" charset="0"/>
              </a:rPr>
              <a:t>Entanglement Example:</a:t>
            </a:r>
          </a:p>
          <a:p>
            <a:endParaRPr lang="en-GB" dirty="0">
              <a:latin typeface="Rockwell" panose="02060603020205020403" pitchFamily="18" charset="0"/>
            </a:endParaRPr>
          </a:p>
          <a:p>
            <a:endParaRPr lang="en-GB" dirty="0">
              <a:latin typeface="Rockwell" panose="02060603020205020403" pitchFamily="18" charset="0"/>
            </a:endParaRPr>
          </a:p>
          <a:p>
            <a:endParaRPr lang="en-GB" dirty="0">
              <a:latin typeface="Rockwell" panose="02060603020205020403" pitchFamily="18" charset="0"/>
            </a:endParaRPr>
          </a:p>
          <a:p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8BCAEF-4BD4-8549-4ECD-919003F04315}"/>
              </a:ext>
            </a:extLst>
          </p:cNvPr>
          <p:cNvSpPr txBox="1"/>
          <p:nvPr/>
        </p:nvSpPr>
        <p:spPr>
          <a:xfrm>
            <a:off x="1609540" y="3984270"/>
            <a:ext cx="2329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=  LOCC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EE0DCB-2249-230B-7B1A-8B813089B458}"/>
              </a:ext>
            </a:extLst>
          </p:cNvPr>
          <p:cNvSpPr txBox="1"/>
          <p:nvPr/>
        </p:nvSpPr>
        <p:spPr>
          <a:xfrm>
            <a:off x="1609539" y="4445499"/>
            <a:ext cx="2329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=  Separable States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21ABDF-867C-F2EE-6125-EA076C9B7C01}"/>
              </a:ext>
            </a:extLst>
          </p:cNvPr>
          <p:cNvSpPr/>
          <p:nvPr/>
        </p:nvSpPr>
        <p:spPr>
          <a:xfrm>
            <a:off x="646107" y="3416535"/>
            <a:ext cx="2809488" cy="1540475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 descr="A picture containing sketch&#10;&#10;Description automatically generated">
            <a:extLst>
              <a:ext uri="{FF2B5EF4-FFF2-40B4-BE49-F238E27FC236}">
                <a16:creationId xmlns:a16="http://schemas.microsoft.com/office/drawing/2014/main" id="{E56345E9-3BF9-5A60-A943-72CDF6281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68" y="1046129"/>
            <a:ext cx="435403" cy="381933"/>
          </a:xfrm>
          <a:prstGeom prst="rect">
            <a:avLst/>
          </a:prstGeom>
        </p:spPr>
      </p:pic>
      <p:pic>
        <p:nvPicPr>
          <p:cNvPr id="37" name="Picture 36" descr="A picture containing sketch&#10;&#10;Description automatically generated">
            <a:extLst>
              <a:ext uri="{FF2B5EF4-FFF2-40B4-BE49-F238E27FC236}">
                <a16:creationId xmlns:a16="http://schemas.microsoft.com/office/drawing/2014/main" id="{C6DD4E46-FF83-AC36-B70C-F697F9795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019" y="3933241"/>
            <a:ext cx="435403" cy="381933"/>
          </a:xfrm>
          <a:prstGeom prst="rect">
            <a:avLst/>
          </a:prstGeom>
        </p:spPr>
      </p:pic>
      <p:pic>
        <p:nvPicPr>
          <p:cNvPr id="39" name="Picture 38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7922C97-CDB6-6A32-A86E-BE55DF50C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771" y="2058868"/>
            <a:ext cx="499726" cy="450108"/>
          </a:xfrm>
          <a:prstGeom prst="rect">
            <a:avLst/>
          </a:prstGeom>
        </p:spPr>
      </p:pic>
      <p:pic>
        <p:nvPicPr>
          <p:cNvPr id="40" name="Picture 39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ADCE646-D3A8-CB29-C29A-0196A5048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857" y="4366203"/>
            <a:ext cx="499726" cy="450108"/>
          </a:xfrm>
          <a:prstGeom prst="rect">
            <a:avLst/>
          </a:prstGeom>
        </p:spPr>
      </p:pic>
      <p:pic>
        <p:nvPicPr>
          <p:cNvPr id="42" name="Picture 41" descr="A picture containing font, white, symbol, graphics&#10;&#10;Description automatically generated">
            <a:extLst>
              <a:ext uri="{FF2B5EF4-FFF2-40B4-BE49-F238E27FC236}">
                <a16:creationId xmlns:a16="http://schemas.microsoft.com/office/drawing/2014/main" id="{D83E6966-FC33-E3FC-DD66-38AFD9200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72" y="1666031"/>
            <a:ext cx="2996281" cy="7043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4DF832-B763-943A-A4AD-7D5F966457BF}"/>
              </a:ext>
            </a:extLst>
          </p:cNvPr>
          <p:cNvCxnSpPr>
            <a:cxnSpLocks/>
          </p:cNvCxnSpPr>
          <p:nvPr/>
        </p:nvCxnSpPr>
        <p:spPr>
          <a:xfrm flipH="1">
            <a:off x="7916068" y="2325743"/>
            <a:ext cx="6163" cy="165852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975EA6-43F4-E794-A820-AF31C83D34DB}"/>
              </a:ext>
            </a:extLst>
          </p:cNvPr>
          <p:cNvCxnSpPr>
            <a:cxnSpLocks/>
          </p:cNvCxnSpPr>
          <p:nvPr/>
        </p:nvCxnSpPr>
        <p:spPr>
          <a:xfrm flipH="1">
            <a:off x="6391175" y="2353303"/>
            <a:ext cx="832297" cy="70437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52435E-A4B1-EFE0-F9B8-81027367CF6C}"/>
              </a:ext>
            </a:extLst>
          </p:cNvPr>
          <p:cNvSpPr txBox="1"/>
          <p:nvPr/>
        </p:nvSpPr>
        <p:spPr>
          <a:xfrm>
            <a:off x="4037122" y="3125361"/>
            <a:ext cx="3821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Rockwell" panose="02060603020205020403" pitchFamily="18" charset="0"/>
              </a:rPr>
              <a:t>Quantum Channels</a:t>
            </a:r>
            <a:r>
              <a:rPr lang="en-GB" sz="1800" dirty="0">
                <a:latin typeface="Rockwell" panose="02060603020205020403" pitchFamily="18" charset="0"/>
              </a:rPr>
              <a:t>:  </a:t>
            </a:r>
          </a:p>
          <a:p>
            <a:pPr algn="ctr"/>
            <a:r>
              <a:rPr lang="en-GB" sz="1400" dirty="0">
                <a:latin typeface="Rockwell" panose="02060603020205020403" pitchFamily="18" charset="0"/>
              </a:rPr>
              <a:t>Complete Positive Trace Preserving Map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10E722-08A4-09C1-F47A-901A1E85A4E4}"/>
              </a:ext>
            </a:extLst>
          </p:cNvPr>
          <p:cNvSpPr txBox="1"/>
          <p:nvPr/>
        </p:nvSpPr>
        <p:spPr>
          <a:xfrm>
            <a:off x="5312925" y="3984270"/>
            <a:ext cx="3821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Rockwell" panose="02060603020205020403" pitchFamily="18" charset="0"/>
              </a:rPr>
              <a:t>Quantum States</a:t>
            </a:r>
            <a:r>
              <a:rPr lang="en-GB" sz="1800" dirty="0">
                <a:latin typeface="Rockwell" panose="02060603020205020403" pitchFamily="18" charset="0"/>
              </a:rPr>
              <a:t>:  </a:t>
            </a:r>
          </a:p>
          <a:p>
            <a:pPr algn="ctr"/>
            <a:r>
              <a:rPr lang="en-GB" sz="1400" dirty="0">
                <a:latin typeface="Rockwell" panose="02060603020205020403" pitchFamily="18" charset="0"/>
              </a:rPr>
              <a:t>Positive semi-definite, trace one, operators </a:t>
            </a:r>
          </a:p>
        </p:txBody>
      </p:sp>
    </p:spTree>
    <p:extLst>
      <p:ext uri="{BB962C8B-B14F-4D97-AF65-F5344CB8AC3E}">
        <p14:creationId xmlns:p14="http://schemas.microsoft.com/office/powerpoint/2010/main" val="35229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20" grpId="0"/>
      <p:bldP spid="22" grpId="0"/>
      <p:bldP spid="24" grpId="0" animBg="1"/>
      <p:bldP spid="13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A3B0-6709-C580-9F54-EACA2476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0FBBD9D-D064-A58C-3353-39C0F6EA7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729" y="2571750"/>
            <a:ext cx="268334" cy="3577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36353-5915-0B3C-BFCB-9D55811FECCA}"/>
              </a:ext>
            </a:extLst>
          </p:cNvPr>
          <p:cNvSpPr txBox="1"/>
          <p:nvPr/>
        </p:nvSpPr>
        <p:spPr>
          <a:xfrm>
            <a:off x="49772" y="313842"/>
            <a:ext cx="727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Quantifying Resourcefulness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1D1C3A-FD00-00B8-71C8-4DFEE7CE1961}"/>
              </a:ext>
            </a:extLst>
          </p:cNvPr>
          <p:cNvCxnSpPr>
            <a:cxnSpLocks/>
          </p:cNvCxnSpPr>
          <p:nvPr/>
        </p:nvCxnSpPr>
        <p:spPr>
          <a:xfrm flipV="1">
            <a:off x="1205133" y="1783080"/>
            <a:ext cx="1127924" cy="88627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58E8B5-BA04-4749-4EC4-006A1FDDA8E6}"/>
              </a:ext>
            </a:extLst>
          </p:cNvPr>
          <p:cNvCxnSpPr>
            <a:cxnSpLocks/>
          </p:cNvCxnSpPr>
          <p:nvPr/>
        </p:nvCxnSpPr>
        <p:spPr>
          <a:xfrm>
            <a:off x="1205133" y="2669359"/>
            <a:ext cx="1127924" cy="88627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F4690C7D-6561-5F15-2805-3CAA89A47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1126" y="3338648"/>
            <a:ext cx="1166319" cy="43397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84A6705-CBAD-D197-8027-BBFEB36776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1127" y="1552528"/>
            <a:ext cx="1166319" cy="46110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01E6EB-417D-5D68-CD76-971CE5FE0E78}"/>
              </a:ext>
            </a:extLst>
          </p:cNvPr>
          <p:cNvCxnSpPr>
            <a:cxnSpLocks/>
          </p:cNvCxnSpPr>
          <p:nvPr/>
        </p:nvCxnSpPr>
        <p:spPr>
          <a:xfrm>
            <a:off x="3835516" y="1783988"/>
            <a:ext cx="73648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82A159-433A-4B73-E8EC-465E7081A891}"/>
              </a:ext>
            </a:extLst>
          </p:cNvPr>
          <p:cNvCxnSpPr>
            <a:cxnSpLocks/>
          </p:cNvCxnSpPr>
          <p:nvPr/>
        </p:nvCxnSpPr>
        <p:spPr>
          <a:xfrm>
            <a:off x="3831430" y="3555637"/>
            <a:ext cx="73648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502A32-CABC-E6EE-0EFE-A34BD6355B19}"/>
              </a:ext>
            </a:extLst>
          </p:cNvPr>
          <p:cNvSpPr txBox="1"/>
          <p:nvPr/>
        </p:nvSpPr>
        <p:spPr>
          <a:xfrm>
            <a:off x="4199672" y="1521469"/>
            <a:ext cx="284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Resourceful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7A34F-2ABF-479D-9F1E-8E82F844A3F8}"/>
              </a:ext>
            </a:extLst>
          </p:cNvPr>
          <p:cNvSpPr txBox="1"/>
          <p:nvPr/>
        </p:nvSpPr>
        <p:spPr>
          <a:xfrm>
            <a:off x="4206877" y="3249407"/>
            <a:ext cx="3437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Not Resourceful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956DB-CC7C-D438-6DFD-2D5D7047FB22}"/>
              </a:ext>
            </a:extLst>
          </p:cNvPr>
          <p:cNvSpPr txBox="1"/>
          <p:nvPr/>
        </p:nvSpPr>
        <p:spPr>
          <a:xfrm>
            <a:off x="2501126" y="4378263"/>
            <a:ext cx="4114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Currently Binary  </a:t>
            </a:r>
          </a:p>
        </p:txBody>
      </p:sp>
    </p:spTree>
    <p:extLst>
      <p:ext uri="{BB962C8B-B14F-4D97-AF65-F5344CB8AC3E}">
        <p14:creationId xmlns:p14="http://schemas.microsoft.com/office/powerpoint/2010/main" val="295537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33DD-6BCB-5A18-0245-1B86879B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A33C2-EED1-C483-155E-6A190B6CF60B}"/>
              </a:ext>
            </a:extLst>
          </p:cNvPr>
          <p:cNvSpPr txBox="1"/>
          <p:nvPr/>
        </p:nvSpPr>
        <p:spPr>
          <a:xfrm>
            <a:off x="49772" y="313842"/>
            <a:ext cx="727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Quantifying Resourcefulness 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AEFC8E4-0662-81B9-5314-9DE16511B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1127" y="1552528"/>
            <a:ext cx="1166319" cy="46110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67420C-61CF-51DB-202B-ADCCCBB2EC39}"/>
              </a:ext>
            </a:extLst>
          </p:cNvPr>
          <p:cNvCxnSpPr>
            <a:cxnSpLocks/>
          </p:cNvCxnSpPr>
          <p:nvPr/>
        </p:nvCxnSpPr>
        <p:spPr>
          <a:xfrm>
            <a:off x="3835516" y="1783988"/>
            <a:ext cx="73648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C63CD0-8F82-BD4B-3128-6DD264D5EEE0}"/>
              </a:ext>
            </a:extLst>
          </p:cNvPr>
          <p:cNvSpPr txBox="1"/>
          <p:nvPr/>
        </p:nvSpPr>
        <p:spPr>
          <a:xfrm>
            <a:off x="4199672" y="1521469"/>
            <a:ext cx="284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Resourceful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893589-85EE-880A-40DE-8F8590E08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0517" y="2778654"/>
            <a:ext cx="1136942" cy="43927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1415F6-9538-C159-7628-CFE8273F9B0B}"/>
              </a:ext>
            </a:extLst>
          </p:cNvPr>
          <p:cNvCxnSpPr>
            <a:cxnSpLocks/>
          </p:cNvCxnSpPr>
          <p:nvPr/>
        </p:nvCxnSpPr>
        <p:spPr>
          <a:xfrm>
            <a:off x="3835516" y="2957226"/>
            <a:ext cx="73648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6CE180-C005-AC51-20E3-818832D4EF76}"/>
              </a:ext>
            </a:extLst>
          </p:cNvPr>
          <p:cNvSpPr txBox="1"/>
          <p:nvPr/>
        </p:nvSpPr>
        <p:spPr>
          <a:xfrm>
            <a:off x="4199672" y="2694707"/>
            <a:ext cx="284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Resourceful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869A9F-CB9E-C2AB-3339-D92581B1DE96}"/>
              </a:ext>
            </a:extLst>
          </p:cNvPr>
          <p:cNvSpPr txBox="1"/>
          <p:nvPr/>
        </p:nvSpPr>
        <p:spPr>
          <a:xfrm>
            <a:off x="2373140" y="3982950"/>
            <a:ext cx="7603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Is     or      more useful? 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3EBC7FB-273A-EDD8-7781-8C89A665AA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2742" y="4209946"/>
            <a:ext cx="268334" cy="3577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23EBDA8-5503-49F3-7A1D-7928781AD7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928" y="4209946"/>
            <a:ext cx="298149" cy="23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6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7549585-77FD-F39B-8894-C4723E057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920" y="1848750"/>
            <a:ext cx="268334" cy="35777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6B717C8-9C99-55C1-19A0-D394A1F53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7222" y="1859034"/>
            <a:ext cx="298149" cy="238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46F47B-2F41-C8D8-71A6-A712B5F301A2}"/>
              </a:ext>
            </a:extLst>
          </p:cNvPr>
          <p:cNvSpPr txBox="1"/>
          <p:nvPr/>
        </p:nvSpPr>
        <p:spPr>
          <a:xfrm>
            <a:off x="2631176" y="1683309"/>
            <a:ext cx="413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is more resourceful than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156592B-5460-34A1-921E-39362288AE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104116" y="2704130"/>
            <a:ext cx="942214" cy="2479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41282F-594D-F358-939B-D429431689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7201" y="3558352"/>
            <a:ext cx="1707950" cy="37361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5D8D69F-37DA-1F6B-548F-B6C8AFA960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76078" y="3546944"/>
            <a:ext cx="1841384" cy="4803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38228A-CB69-2D1B-54D4-5C6B7276D89B}"/>
              </a:ext>
            </a:extLst>
          </p:cNvPr>
          <p:cNvSpPr txBox="1"/>
          <p:nvPr/>
        </p:nvSpPr>
        <p:spPr>
          <a:xfrm>
            <a:off x="3717137" y="3449682"/>
            <a:ext cx="1707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such that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C37AF1-916C-26BA-DCAB-C8398311B4FA}"/>
              </a:ext>
            </a:extLst>
          </p:cNvPr>
          <p:cNvSpPr txBox="1"/>
          <p:nvPr/>
        </p:nvSpPr>
        <p:spPr>
          <a:xfrm>
            <a:off x="49772" y="313842"/>
            <a:ext cx="727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Quantifying Resourcefulness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12D79BA7-FB72-D9EE-A7A6-41AD28F1A9E7}"/>
              </a:ext>
            </a:extLst>
          </p:cNvPr>
          <p:cNvCxnSpPr>
            <a:cxnSpLocks/>
          </p:cNvCxnSpPr>
          <p:nvPr/>
        </p:nvCxnSpPr>
        <p:spPr>
          <a:xfrm flipV="1">
            <a:off x="4766733" y="1116195"/>
            <a:ext cx="1403061" cy="670272"/>
          </a:xfrm>
          <a:prstGeom prst="curvedConnector3">
            <a:avLst>
              <a:gd name="adj1" fmla="val 518"/>
            </a:avLst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C64525-84C6-2671-0CC0-0BFE347CE38B}"/>
              </a:ext>
            </a:extLst>
          </p:cNvPr>
          <p:cNvSpPr txBox="1"/>
          <p:nvPr/>
        </p:nvSpPr>
        <p:spPr>
          <a:xfrm>
            <a:off x="6231466" y="876327"/>
            <a:ext cx="2027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“Useful”</a:t>
            </a:r>
          </a:p>
        </p:txBody>
      </p:sp>
    </p:spTree>
    <p:extLst>
      <p:ext uri="{BB962C8B-B14F-4D97-AF65-F5344CB8AC3E}">
        <p14:creationId xmlns:p14="http://schemas.microsoft.com/office/powerpoint/2010/main" val="17280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77F2-9FD3-70FB-A389-F242A5D6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AAAC82C-A040-EE62-6679-4CD254B66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9316" y="2194511"/>
            <a:ext cx="298149" cy="238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C63144-54CB-2A32-3015-6CCC53D23EF4}"/>
              </a:ext>
            </a:extLst>
          </p:cNvPr>
          <p:cNvSpPr txBox="1"/>
          <p:nvPr/>
        </p:nvSpPr>
        <p:spPr>
          <a:xfrm>
            <a:off x="424920" y="310415"/>
            <a:ext cx="5638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Operationally Motivated: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66CF3-1C07-7A7B-A5D4-07EC8E7A1F14}"/>
              </a:ext>
            </a:extLst>
          </p:cNvPr>
          <p:cNvSpPr txBox="1"/>
          <p:nvPr/>
        </p:nvSpPr>
        <p:spPr>
          <a:xfrm>
            <a:off x="2968535" y="3344507"/>
            <a:ext cx="1414914" cy="102990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92C8800-A9E4-5C42-D517-36D64A29F76D}"/>
              </a:ext>
            </a:extLst>
          </p:cNvPr>
          <p:cNvSpPr/>
          <p:nvPr/>
        </p:nvSpPr>
        <p:spPr>
          <a:xfrm rot="10800000">
            <a:off x="3294396" y="3129857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00EB4-8B17-C542-2D80-1C34B01AC96B}"/>
              </a:ext>
            </a:extLst>
          </p:cNvPr>
          <p:cNvSpPr txBox="1"/>
          <p:nvPr/>
        </p:nvSpPr>
        <p:spPr>
          <a:xfrm>
            <a:off x="3146266" y="3474351"/>
            <a:ext cx="1059452" cy="770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6D1A54-580C-4B39-E52E-1D1CFB121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0" t="12554" r="10171" b="11193"/>
          <a:stretch>
            <a:fillRect/>
          </a:stretch>
        </p:blipFill>
        <p:spPr>
          <a:xfrm>
            <a:off x="3310655" y="3521313"/>
            <a:ext cx="730673" cy="6928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98DE79-F445-61DD-B77C-E92BFA261927}"/>
              </a:ext>
            </a:extLst>
          </p:cNvPr>
          <p:cNvSpPr txBox="1"/>
          <p:nvPr/>
        </p:nvSpPr>
        <p:spPr>
          <a:xfrm>
            <a:off x="4221977" y="3729216"/>
            <a:ext cx="611070" cy="23096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64813E7-5C0F-E8FB-1994-ABD41D8D90B4}"/>
              </a:ext>
            </a:extLst>
          </p:cNvPr>
          <p:cNvSpPr/>
          <p:nvPr/>
        </p:nvSpPr>
        <p:spPr>
          <a:xfrm rot="16200000">
            <a:off x="4260242" y="3584216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8D48A6-ACC2-196C-2D35-B3D54E44CBBC}"/>
              </a:ext>
            </a:extLst>
          </p:cNvPr>
          <p:cNvCxnSpPr>
            <a:endCxn id="3" idx="3"/>
          </p:cNvCxnSpPr>
          <p:nvPr/>
        </p:nvCxnSpPr>
        <p:spPr>
          <a:xfrm>
            <a:off x="3665871" y="2548578"/>
            <a:ext cx="0" cy="51435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5CB14E8C-C98D-7D4B-C643-1BC1133CA4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8829" y="3584596"/>
            <a:ext cx="2022387" cy="75117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679BD7-0A58-24E2-B6D2-07989DDAFE62}"/>
              </a:ext>
            </a:extLst>
          </p:cNvPr>
          <p:cNvCxnSpPr>
            <a:cxnSpLocks/>
          </p:cNvCxnSpPr>
          <p:nvPr/>
        </p:nvCxnSpPr>
        <p:spPr>
          <a:xfrm>
            <a:off x="4973971" y="3844699"/>
            <a:ext cx="52963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78AC7E7A-E89D-8E65-66CB-BCF2462F7D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3281" y="465240"/>
            <a:ext cx="1309849" cy="28652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B94C326C-FCA8-BF45-9FC3-C8B30F7558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31965" y="465240"/>
            <a:ext cx="1412181" cy="36839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968824A-6453-042D-76B3-96A6195175A4}"/>
              </a:ext>
            </a:extLst>
          </p:cNvPr>
          <p:cNvCxnSpPr>
            <a:cxnSpLocks/>
          </p:cNvCxnSpPr>
          <p:nvPr/>
        </p:nvCxnSpPr>
        <p:spPr>
          <a:xfrm>
            <a:off x="6826686" y="620194"/>
            <a:ext cx="35649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E9DF4D0-8E75-6697-AB99-02B4D77A156C}"/>
              </a:ext>
            </a:extLst>
          </p:cNvPr>
          <p:cNvSpPr txBox="1"/>
          <p:nvPr/>
        </p:nvSpPr>
        <p:spPr>
          <a:xfrm>
            <a:off x="4792133" y="2662767"/>
            <a:ext cx="231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Classical Register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FBA45-6051-E6AC-BD8D-273654E1817A}"/>
              </a:ext>
            </a:extLst>
          </p:cNvPr>
          <p:cNvSpPr txBox="1"/>
          <p:nvPr/>
        </p:nvSpPr>
        <p:spPr>
          <a:xfrm>
            <a:off x="6640022" y="2264661"/>
            <a:ext cx="231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Quantum Register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13C565-9A5D-1444-6926-D11F2BE20CAD}"/>
              </a:ext>
            </a:extLst>
          </p:cNvPr>
          <p:cNvCxnSpPr>
            <a:cxnSpLocks/>
          </p:cNvCxnSpPr>
          <p:nvPr/>
        </p:nvCxnSpPr>
        <p:spPr>
          <a:xfrm>
            <a:off x="5814376" y="3062928"/>
            <a:ext cx="607591" cy="458385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FD47D8-8B4A-A304-40C5-E14E1EC68878}"/>
              </a:ext>
            </a:extLst>
          </p:cNvPr>
          <p:cNvCxnSpPr>
            <a:cxnSpLocks/>
          </p:cNvCxnSpPr>
          <p:nvPr/>
        </p:nvCxnSpPr>
        <p:spPr>
          <a:xfrm flipH="1">
            <a:off x="7454900" y="2650909"/>
            <a:ext cx="204783" cy="100216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89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927D-1B13-5A96-EC30-84FD70BD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86F68-FD74-B360-045B-D2A6CFD1340B}"/>
              </a:ext>
            </a:extLst>
          </p:cNvPr>
          <p:cNvSpPr txBox="1"/>
          <p:nvPr/>
        </p:nvSpPr>
        <p:spPr>
          <a:xfrm>
            <a:off x="2968535" y="3344507"/>
            <a:ext cx="1414914" cy="102990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8E99F4C-28C9-A5E8-AA62-1557750CF220}"/>
              </a:ext>
            </a:extLst>
          </p:cNvPr>
          <p:cNvSpPr/>
          <p:nvPr/>
        </p:nvSpPr>
        <p:spPr>
          <a:xfrm rot="10800000">
            <a:off x="3294396" y="3129857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21EB8-3DD8-03DD-C51B-0BA4C209E5DD}"/>
              </a:ext>
            </a:extLst>
          </p:cNvPr>
          <p:cNvSpPr txBox="1"/>
          <p:nvPr/>
        </p:nvSpPr>
        <p:spPr>
          <a:xfrm>
            <a:off x="3146266" y="3474351"/>
            <a:ext cx="1059452" cy="770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724070-1608-ED00-A4A4-B8E0D50C8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0" t="12554" r="10171" b="11193"/>
          <a:stretch>
            <a:fillRect/>
          </a:stretch>
        </p:blipFill>
        <p:spPr>
          <a:xfrm>
            <a:off x="3310655" y="3521313"/>
            <a:ext cx="730673" cy="6928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A2C472-B147-3CBC-601B-3B174E4B1934}"/>
              </a:ext>
            </a:extLst>
          </p:cNvPr>
          <p:cNvSpPr txBox="1"/>
          <p:nvPr/>
        </p:nvSpPr>
        <p:spPr>
          <a:xfrm>
            <a:off x="4221977" y="3729216"/>
            <a:ext cx="611070" cy="23096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14DFCD2-2152-566A-F198-97544DB24B3E}"/>
              </a:ext>
            </a:extLst>
          </p:cNvPr>
          <p:cNvSpPr/>
          <p:nvPr/>
        </p:nvSpPr>
        <p:spPr>
          <a:xfrm rot="16200000">
            <a:off x="4260242" y="3584216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4ABDA0-BBFB-AC64-A28F-640907403856}"/>
              </a:ext>
            </a:extLst>
          </p:cNvPr>
          <p:cNvCxnSpPr>
            <a:endCxn id="3" idx="3"/>
          </p:cNvCxnSpPr>
          <p:nvPr/>
        </p:nvCxnSpPr>
        <p:spPr>
          <a:xfrm>
            <a:off x="3665871" y="2548578"/>
            <a:ext cx="0" cy="51435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145BED29-5361-4A67-A96C-9988292C8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8829" y="3584596"/>
            <a:ext cx="2022387" cy="75117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95C032-42A1-1021-7891-B8C9213C843C}"/>
              </a:ext>
            </a:extLst>
          </p:cNvPr>
          <p:cNvCxnSpPr>
            <a:cxnSpLocks/>
          </p:cNvCxnSpPr>
          <p:nvPr/>
        </p:nvCxnSpPr>
        <p:spPr>
          <a:xfrm>
            <a:off x="4973971" y="3844699"/>
            <a:ext cx="52963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C87E81D3-2355-044E-7A94-CDCA09491E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3281" y="465240"/>
            <a:ext cx="1309849" cy="28652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5B8FB6C-5159-9963-07C0-7918C8385F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31965" y="465240"/>
            <a:ext cx="1412181" cy="36839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E9E313-FC33-B93C-2DEA-5124F9624DB1}"/>
              </a:ext>
            </a:extLst>
          </p:cNvPr>
          <p:cNvCxnSpPr>
            <a:cxnSpLocks/>
          </p:cNvCxnSpPr>
          <p:nvPr/>
        </p:nvCxnSpPr>
        <p:spPr>
          <a:xfrm>
            <a:off x="6826686" y="620194"/>
            <a:ext cx="35649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1D775E51-5674-EA7D-567B-B1EF0D0935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3905" y="949698"/>
            <a:ext cx="216172" cy="288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22195-7D52-8006-45C5-0BC04BA5AC86}"/>
              </a:ext>
            </a:extLst>
          </p:cNvPr>
          <p:cNvSpPr txBox="1"/>
          <p:nvPr/>
        </p:nvSpPr>
        <p:spPr>
          <a:xfrm>
            <a:off x="3212846" y="1798993"/>
            <a:ext cx="906047" cy="7495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E0D1C4-1E8C-6AC5-17EE-1F0AE95565AA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3665869" y="1380067"/>
            <a:ext cx="1" cy="418926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C5881AA6-A4A1-84F8-04C1-E9ED2F2D9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270" t="-20720" r="52228"/>
          <a:stretch>
            <a:fillRect/>
          </a:stretch>
        </p:blipFill>
        <p:spPr>
          <a:xfrm>
            <a:off x="3455643" y="1932186"/>
            <a:ext cx="406595" cy="4051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DEA34B-0745-6EB4-FDC1-E9D5B771100F}"/>
              </a:ext>
            </a:extLst>
          </p:cNvPr>
          <p:cNvSpPr txBox="1"/>
          <p:nvPr/>
        </p:nvSpPr>
        <p:spPr>
          <a:xfrm>
            <a:off x="4873610" y="1717581"/>
            <a:ext cx="3368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Pre-processing allowed operation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B77953-F4D4-DFF8-79AE-842F430EF994}"/>
              </a:ext>
            </a:extLst>
          </p:cNvPr>
          <p:cNvCxnSpPr>
            <a:cxnSpLocks/>
          </p:cNvCxnSpPr>
          <p:nvPr/>
        </p:nvCxnSpPr>
        <p:spPr>
          <a:xfrm>
            <a:off x="4349264" y="2157107"/>
            <a:ext cx="889525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6AE9C6A-0864-6F3F-C1F2-7FB840D75775}"/>
              </a:ext>
            </a:extLst>
          </p:cNvPr>
          <p:cNvSpPr txBox="1"/>
          <p:nvPr/>
        </p:nvSpPr>
        <p:spPr>
          <a:xfrm>
            <a:off x="424920" y="310415"/>
            <a:ext cx="5638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Operationally Motivated: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75CABF-BAEF-32AA-2591-403AB622524C}"/>
              </a:ext>
            </a:extLst>
          </p:cNvPr>
          <p:cNvSpPr txBox="1"/>
          <p:nvPr/>
        </p:nvSpPr>
        <p:spPr>
          <a:xfrm>
            <a:off x="256548" y="1528625"/>
            <a:ext cx="23885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Anything I can do with      </a:t>
            </a:r>
          </a:p>
          <a:p>
            <a:endParaRPr lang="en-GB" sz="2800" dirty="0">
              <a:latin typeface="Rockwell" panose="02060603020205020403" pitchFamily="18" charset="0"/>
            </a:endParaRPr>
          </a:p>
          <a:p>
            <a:r>
              <a:rPr lang="en-GB" sz="2800" dirty="0">
                <a:latin typeface="Rockwell" panose="02060603020205020403" pitchFamily="18" charset="0"/>
              </a:rPr>
              <a:t>I can also do with 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8C1B98A2-DFF9-B1EB-E5CC-59231180E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216" y="3412776"/>
            <a:ext cx="216172" cy="28823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B1520CB-05C0-3549-50BD-7B06E510BA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6236" y="2133079"/>
            <a:ext cx="298149" cy="2385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DF586B6-FA36-032E-FFCC-B92C429C5B65}"/>
              </a:ext>
            </a:extLst>
          </p:cNvPr>
          <p:cNvSpPr/>
          <p:nvPr/>
        </p:nvSpPr>
        <p:spPr>
          <a:xfrm>
            <a:off x="154004" y="1463703"/>
            <a:ext cx="2605819" cy="2380996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96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0A7F-3C83-1EB0-F380-238C00C6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3C237D2-A95E-D1F5-0ACD-9ED0083F3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88" y="1498546"/>
            <a:ext cx="1707950" cy="37361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2D86234-6C2F-4ACF-D7DF-5EF318256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6965" y="1487138"/>
            <a:ext cx="1841384" cy="4803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FBE2AA-9EC2-A3E1-2A8F-36FE72DAE875}"/>
              </a:ext>
            </a:extLst>
          </p:cNvPr>
          <p:cNvSpPr txBox="1"/>
          <p:nvPr/>
        </p:nvSpPr>
        <p:spPr>
          <a:xfrm>
            <a:off x="3718024" y="1389876"/>
            <a:ext cx="1707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such that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F9D2CB-C703-7C49-45BA-17A265A57D66}"/>
              </a:ext>
            </a:extLst>
          </p:cNvPr>
          <p:cNvSpPr txBox="1"/>
          <p:nvPr/>
        </p:nvSpPr>
        <p:spPr>
          <a:xfrm>
            <a:off x="49772" y="313842"/>
            <a:ext cx="727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Quantifying Resourcefulness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0AD1F-E162-6E9B-B361-4FE71532BC1A}"/>
              </a:ext>
            </a:extLst>
          </p:cNvPr>
          <p:cNvSpPr txBox="1"/>
          <p:nvPr/>
        </p:nvSpPr>
        <p:spPr>
          <a:xfrm>
            <a:off x="856648" y="2974207"/>
            <a:ext cx="74307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Sets a partial order on the set of </a:t>
            </a:r>
          </a:p>
          <a:p>
            <a:pPr algn="ctr"/>
            <a:r>
              <a:rPr lang="en-GB" sz="2800" dirty="0">
                <a:latin typeface="Rockwell" panose="02060603020205020403" pitchFamily="18" charset="0"/>
              </a:rPr>
              <a:t>free objects (free states) based on how resourceful they are.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1F890E-4F0D-DDB6-B4BB-8F12C506C4FE}"/>
              </a:ext>
            </a:extLst>
          </p:cNvPr>
          <p:cNvCxnSpPr>
            <a:cxnSpLocks/>
          </p:cNvCxnSpPr>
          <p:nvPr/>
        </p:nvCxnSpPr>
        <p:spPr>
          <a:xfrm>
            <a:off x="4572000" y="2062659"/>
            <a:ext cx="0" cy="81710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288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FCAF-D4D2-A11B-3E02-6E0AD8AC1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BE165D8-0DE2-88B5-D9B7-908627AF45AB}"/>
              </a:ext>
            </a:extLst>
          </p:cNvPr>
          <p:cNvSpPr txBox="1">
            <a:spLocks/>
          </p:cNvSpPr>
          <p:nvPr/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dirty="0"/>
              <a:t>Partial Order Example</a:t>
            </a:r>
          </a:p>
        </p:txBody>
      </p:sp>
      <p:pic>
        <p:nvPicPr>
          <p:cNvPr id="18" name="Picture 17" descr="A black letter w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D8A1F8B8-6942-A089-7308-7CA11EEA4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175" y="2858129"/>
            <a:ext cx="295564" cy="284480"/>
          </a:xfrm>
          <a:prstGeom prst="rect">
            <a:avLst/>
          </a:prstGeom>
        </p:spPr>
      </p:pic>
      <p:pic>
        <p:nvPicPr>
          <p:cNvPr id="20" name="Picture 19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94011050-90EC-AABB-1E77-E7706CFDC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762" y="4220088"/>
            <a:ext cx="251229" cy="413789"/>
          </a:xfrm>
          <a:prstGeom prst="rect">
            <a:avLst/>
          </a:prstGeom>
        </p:spPr>
      </p:pic>
      <p:pic>
        <p:nvPicPr>
          <p:cNvPr id="25" name="Picture 24" descr="A picture containing ring&#10;&#10;Description automatically generated with low confidence">
            <a:extLst>
              <a:ext uri="{FF2B5EF4-FFF2-40B4-BE49-F238E27FC236}">
                <a16:creationId xmlns:a16="http://schemas.microsoft.com/office/drawing/2014/main" id="{D47912D9-ED5B-D3BE-5CB9-6D140E9B9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087" y="2546899"/>
            <a:ext cx="251229" cy="288175"/>
          </a:xfrm>
          <a:prstGeom prst="rect">
            <a:avLst/>
          </a:prstGeom>
        </p:spPr>
      </p:pic>
      <p:pic>
        <p:nvPicPr>
          <p:cNvPr id="26" name="Picture 25" descr="A black letter p&#10;&#10;Description automatically generated with low confidence">
            <a:extLst>
              <a:ext uri="{FF2B5EF4-FFF2-40B4-BE49-F238E27FC236}">
                <a16:creationId xmlns:a16="http://schemas.microsoft.com/office/drawing/2014/main" id="{24304A75-700D-6069-B45C-399BA42106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05" y="1098067"/>
            <a:ext cx="247534" cy="339898"/>
          </a:xfrm>
          <a:prstGeom prst="rect">
            <a:avLst/>
          </a:prstGeom>
        </p:spPr>
      </p:pic>
      <p:pic>
        <p:nvPicPr>
          <p:cNvPr id="28" name="Picture 27" descr="A picture containing font, handwriting, calligraphy, typography&#10;&#10;Description automatically generated">
            <a:extLst>
              <a:ext uri="{FF2B5EF4-FFF2-40B4-BE49-F238E27FC236}">
                <a16:creationId xmlns:a16="http://schemas.microsoft.com/office/drawing/2014/main" id="{04D69961-20E2-DB98-5D61-CED19CCBF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45" y="1193576"/>
            <a:ext cx="2510015" cy="494510"/>
          </a:xfrm>
          <a:prstGeom prst="rect">
            <a:avLst/>
          </a:prstGeom>
        </p:spPr>
      </p:pic>
      <p:pic>
        <p:nvPicPr>
          <p:cNvPr id="30" name="Picture 29" descr="A picture containing typography, font, calligraphy, handwritten&#10;&#10;Description automatically generated">
            <a:extLst>
              <a:ext uri="{FF2B5EF4-FFF2-40B4-BE49-F238E27FC236}">
                <a16:creationId xmlns:a16="http://schemas.microsoft.com/office/drawing/2014/main" id="{70F8ED4D-A114-785E-C8A1-4DD773FD6D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81" y="1747856"/>
            <a:ext cx="2617345" cy="36827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2A5CD5F-A65D-F7AA-F730-6D6B7B04F72D}"/>
              </a:ext>
            </a:extLst>
          </p:cNvPr>
          <p:cNvSpPr/>
          <p:nvPr/>
        </p:nvSpPr>
        <p:spPr>
          <a:xfrm>
            <a:off x="6376214" y="1034260"/>
            <a:ext cx="540515" cy="467512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173198-A451-E627-C478-AE35286B17A5}"/>
              </a:ext>
            </a:extLst>
          </p:cNvPr>
          <p:cNvSpPr/>
          <p:nvPr/>
        </p:nvSpPr>
        <p:spPr>
          <a:xfrm>
            <a:off x="4515443" y="2457230"/>
            <a:ext cx="540515" cy="467512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45E584-03BA-E640-A51D-27DE68386EF8}"/>
              </a:ext>
            </a:extLst>
          </p:cNvPr>
          <p:cNvSpPr/>
          <p:nvPr/>
        </p:nvSpPr>
        <p:spPr>
          <a:xfrm>
            <a:off x="7856699" y="2766613"/>
            <a:ext cx="540515" cy="467512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0B44B8-5491-0D6F-ADD8-3CCB7FB9BF99}"/>
              </a:ext>
            </a:extLst>
          </p:cNvPr>
          <p:cNvSpPr/>
          <p:nvPr/>
        </p:nvSpPr>
        <p:spPr>
          <a:xfrm>
            <a:off x="6132118" y="4193226"/>
            <a:ext cx="540515" cy="467512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6D5C40-5EDE-BCA4-247D-9232DA2B08B5}"/>
              </a:ext>
            </a:extLst>
          </p:cNvPr>
          <p:cNvCxnSpPr>
            <a:cxnSpLocks/>
          </p:cNvCxnSpPr>
          <p:nvPr/>
        </p:nvCxnSpPr>
        <p:spPr>
          <a:xfrm flipH="1">
            <a:off x="5055958" y="1528634"/>
            <a:ext cx="1320256" cy="928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40" descr="A picture containing font, symbol, white, graphics&#10;&#10;Description automatically generated">
            <a:extLst>
              <a:ext uri="{FF2B5EF4-FFF2-40B4-BE49-F238E27FC236}">
                <a16:creationId xmlns:a16="http://schemas.microsoft.com/office/drawing/2014/main" id="{D64A750C-D98A-6404-B693-7EDE00B4B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700" y="1607914"/>
            <a:ext cx="1033373" cy="284290"/>
          </a:xfrm>
          <a:prstGeom prst="rect">
            <a:avLst/>
          </a:prstGeom>
        </p:spPr>
      </p:pic>
      <p:pic>
        <p:nvPicPr>
          <p:cNvPr id="43" name="Picture 42" descr="A picture containing font, symbol, white, graphics&#10;&#10;Description automatically generated">
            <a:extLst>
              <a:ext uri="{FF2B5EF4-FFF2-40B4-BE49-F238E27FC236}">
                <a16:creationId xmlns:a16="http://schemas.microsoft.com/office/drawing/2014/main" id="{0ACFBC6A-E0EB-07AC-4311-0BAD1A2A5F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802" y="1892204"/>
            <a:ext cx="1137104" cy="325231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E8A8D4-D4E4-362F-9BE5-7B7CD954203F}"/>
              </a:ext>
            </a:extLst>
          </p:cNvPr>
          <p:cNvCxnSpPr/>
          <p:nvPr/>
        </p:nvCxnSpPr>
        <p:spPr>
          <a:xfrm>
            <a:off x="6916729" y="1501772"/>
            <a:ext cx="939970" cy="1264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5D4E6A-27E7-ACC7-6435-08519FED4AA7}"/>
              </a:ext>
            </a:extLst>
          </p:cNvPr>
          <p:cNvCxnSpPr/>
          <p:nvPr/>
        </p:nvCxnSpPr>
        <p:spPr>
          <a:xfrm>
            <a:off x="5055958" y="2924742"/>
            <a:ext cx="1076160" cy="126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8B725D-8147-9E96-C499-C8916CEB1986}"/>
              </a:ext>
            </a:extLst>
          </p:cNvPr>
          <p:cNvCxnSpPr/>
          <p:nvPr/>
        </p:nvCxnSpPr>
        <p:spPr>
          <a:xfrm flipH="1">
            <a:off x="6672633" y="3234125"/>
            <a:ext cx="1184066" cy="95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Picture 50" descr="A picture containing font, symbol, white, graphics&#10;&#10;Description automatically generated">
            <a:extLst>
              <a:ext uri="{FF2B5EF4-FFF2-40B4-BE49-F238E27FC236}">
                <a16:creationId xmlns:a16="http://schemas.microsoft.com/office/drawing/2014/main" id="{7FA09F41-4C07-BA42-C5DA-C00D0CC542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743" y="3478070"/>
            <a:ext cx="1107145" cy="336747"/>
          </a:xfrm>
          <a:prstGeom prst="rect">
            <a:avLst/>
          </a:prstGeom>
        </p:spPr>
      </p:pic>
      <p:pic>
        <p:nvPicPr>
          <p:cNvPr id="53" name="Picture 52" descr="A picture containing font, symbol, white, typography&#10;&#10;Description automatically generated">
            <a:extLst>
              <a:ext uri="{FF2B5EF4-FFF2-40B4-BE49-F238E27FC236}">
                <a16:creationId xmlns:a16="http://schemas.microsoft.com/office/drawing/2014/main" id="{85F2BCA2-DB17-26ED-0335-F58CB779EA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714" y="3713675"/>
            <a:ext cx="1076161" cy="361080"/>
          </a:xfrm>
          <a:prstGeom prst="rect">
            <a:avLst/>
          </a:prstGeom>
        </p:spPr>
      </p:pic>
      <p:pic>
        <p:nvPicPr>
          <p:cNvPr id="60" name="Picture 59" descr="A picture containing font, white, graphics, calligraphy&#10;&#10;Description automatically generated">
            <a:extLst>
              <a:ext uri="{FF2B5EF4-FFF2-40B4-BE49-F238E27FC236}">
                <a16:creationId xmlns:a16="http://schemas.microsoft.com/office/drawing/2014/main" id="{613BBC12-1241-5E16-3812-8A665F378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57" y="2479243"/>
            <a:ext cx="924930" cy="361047"/>
          </a:xfrm>
          <a:prstGeom prst="rect">
            <a:avLst/>
          </a:prstGeom>
        </p:spPr>
      </p:pic>
      <p:pic>
        <p:nvPicPr>
          <p:cNvPr id="62" name="Picture 61" descr="A picture containing font, graphics, symbol, white&#10;&#10;Description automatically generated">
            <a:extLst>
              <a:ext uri="{FF2B5EF4-FFF2-40B4-BE49-F238E27FC236}">
                <a16:creationId xmlns:a16="http://schemas.microsoft.com/office/drawing/2014/main" id="{F99CFDD1-9AEF-D7B4-0D3C-F06A6317AA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57" y="2915576"/>
            <a:ext cx="924930" cy="276164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15F426-1FAB-70FD-84DD-45044109E3A1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5055958" y="2690986"/>
            <a:ext cx="2800741" cy="3093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 descr="A picture containing font, calligraphy, typography&#10;&#10;Description automatically generated">
            <a:extLst>
              <a:ext uri="{FF2B5EF4-FFF2-40B4-BE49-F238E27FC236}">
                <a16:creationId xmlns:a16="http://schemas.microsoft.com/office/drawing/2014/main" id="{33DC8C26-8273-7BC0-74C5-4EDDCA5B27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17" y="2554419"/>
            <a:ext cx="1320256" cy="411336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C4D94226-11F4-A4B3-0C52-BE016084B519}"/>
              </a:ext>
            </a:extLst>
          </p:cNvPr>
          <p:cNvSpPr/>
          <p:nvPr/>
        </p:nvSpPr>
        <p:spPr>
          <a:xfrm>
            <a:off x="540589" y="1037125"/>
            <a:ext cx="2873300" cy="1228125"/>
          </a:xfrm>
          <a:prstGeom prst="rect">
            <a:avLst/>
          </a:prstGeom>
          <a:noFill/>
          <a:ln w="349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142692-1EC8-D2FE-4BEF-EE15C43B6BEE}"/>
              </a:ext>
            </a:extLst>
          </p:cNvPr>
          <p:cNvSpPr/>
          <p:nvPr/>
        </p:nvSpPr>
        <p:spPr>
          <a:xfrm>
            <a:off x="540589" y="2485958"/>
            <a:ext cx="1836113" cy="51351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152B2EA-0436-2F45-63A3-9FB91EB07234}"/>
              </a:ext>
            </a:extLst>
          </p:cNvPr>
          <p:cNvCxnSpPr>
            <a:cxnSpLocks/>
          </p:cNvCxnSpPr>
          <p:nvPr/>
        </p:nvCxnSpPr>
        <p:spPr>
          <a:xfrm>
            <a:off x="620222" y="1791844"/>
            <a:ext cx="2645492" cy="2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41DEBCB-6E18-3166-C483-95A0EC46C993}"/>
              </a:ext>
            </a:extLst>
          </p:cNvPr>
          <p:cNvSpPr txBox="1"/>
          <p:nvPr/>
        </p:nvSpPr>
        <p:spPr>
          <a:xfrm>
            <a:off x="926297" y="1469566"/>
            <a:ext cx="295757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Non-increasing Resource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2CDD04-FF15-0BD4-3FE1-1C751E6FDC68}"/>
              </a:ext>
            </a:extLst>
          </p:cNvPr>
          <p:cNvSpPr txBox="1"/>
          <p:nvPr/>
        </p:nvSpPr>
        <p:spPr>
          <a:xfrm>
            <a:off x="445538" y="1084758"/>
            <a:ext cx="3474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What can we conclude?</a:t>
            </a:r>
          </a:p>
        </p:txBody>
      </p:sp>
      <p:pic>
        <p:nvPicPr>
          <p:cNvPr id="74" name="Picture 73" descr="A black letter p&#10;&#10;Description automatically generated with low confidence">
            <a:extLst>
              <a:ext uri="{FF2B5EF4-FFF2-40B4-BE49-F238E27FC236}">
                <a16:creationId xmlns:a16="http://schemas.microsoft.com/office/drawing/2014/main" id="{B72B7553-E022-CA0D-EF93-E8AA98ED8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60" y="1971777"/>
            <a:ext cx="247534" cy="339898"/>
          </a:xfrm>
          <a:prstGeom prst="rect">
            <a:avLst/>
          </a:prstGeom>
        </p:spPr>
      </p:pic>
      <p:pic>
        <p:nvPicPr>
          <p:cNvPr id="76" name="Picture 75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BA862B55-D682-06B9-1EDF-13228E3C1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409" y="1936185"/>
            <a:ext cx="251229" cy="413789"/>
          </a:xfrm>
          <a:prstGeom prst="rect">
            <a:avLst/>
          </a:prstGeom>
        </p:spPr>
      </p:pic>
      <p:pic>
        <p:nvPicPr>
          <p:cNvPr id="79" name="Picture 78" descr="A black letter w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8228D496-254B-C2B0-89B4-84D9B4BA6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919" y="3291254"/>
            <a:ext cx="295564" cy="284480"/>
          </a:xfrm>
          <a:prstGeom prst="rect">
            <a:avLst/>
          </a:prstGeom>
        </p:spPr>
      </p:pic>
      <p:pic>
        <p:nvPicPr>
          <p:cNvPr id="86" name="Picture 85" descr="A picture containing ring&#10;&#10;Description automatically generated with low confidence">
            <a:extLst>
              <a:ext uri="{FF2B5EF4-FFF2-40B4-BE49-F238E27FC236}">
                <a16:creationId xmlns:a16="http://schemas.microsoft.com/office/drawing/2014/main" id="{B1F054A8-BC27-F134-896D-BEA7BB0A3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458" y="1979211"/>
            <a:ext cx="251229" cy="288175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45D631D-AE99-7532-16A7-796C1010D7EB}"/>
              </a:ext>
            </a:extLst>
          </p:cNvPr>
          <p:cNvCxnSpPr/>
          <p:nvPr/>
        </p:nvCxnSpPr>
        <p:spPr>
          <a:xfrm>
            <a:off x="686897" y="1791844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3FB97A1-2E64-16D7-E97F-F7ACDA33AFB4}"/>
              </a:ext>
            </a:extLst>
          </p:cNvPr>
          <p:cNvCxnSpPr/>
          <p:nvPr/>
        </p:nvCxnSpPr>
        <p:spPr>
          <a:xfrm>
            <a:off x="3010997" y="1791844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154CDB5-B807-4C20-BE79-BEAA4C70FD16}"/>
              </a:ext>
            </a:extLst>
          </p:cNvPr>
          <p:cNvCxnSpPr/>
          <p:nvPr/>
        </p:nvCxnSpPr>
        <p:spPr>
          <a:xfrm>
            <a:off x="1788073" y="1791844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907493B-7085-DE60-C083-418C7788BDED}"/>
              </a:ext>
            </a:extLst>
          </p:cNvPr>
          <p:cNvCxnSpPr>
            <a:cxnSpLocks/>
          </p:cNvCxnSpPr>
          <p:nvPr/>
        </p:nvCxnSpPr>
        <p:spPr>
          <a:xfrm>
            <a:off x="614850" y="3055903"/>
            <a:ext cx="2645492" cy="2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07D6C79-1109-7D29-FC6D-95044302ACE2}"/>
              </a:ext>
            </a:extLst>
          </p:cNvPr>
          <p:cNvSpPr txBox="1"/>
          <p:nvPr/>
        </p:nvSpPr>
        <p:spPr>
          <a:xfrm>
            <a:off x="903160" y="2724058"/>
            <a:ext cx="295757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ockwell" panose="02060603020205020403" pitchFamily="18" charset="0"/>
              </a:rPr>
              <a:t>Non-increasing Resource </a:t>
            </a:r>
          </a:p>
        </p:txBody>
      </p:sp>
      <p:pic>
        <p:nvPicPr>
          <p:cNvPr id="108" name="Picture 107" descr="A black letter p&#10;&#10;Description automatically generated with low confidence">
            <a:extLst>
              <a:ext uri="{FF2B5EF4-FFF2-40B4-BE49-F238E27FC236}">
                <a16:creationId xmlns:a16="http://schemas.microsoft.com/office/drawing/2014/main" id="{61890607-B683-0F47-AB64-1E8BAABF9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88" y="3235836"/>
            <a:ext cx="247534" cy="339898"/>
          </a:xfrm>
          <a:prstGeom prst="rect">
            <a:avLst/>
          </a:prstGeom>
        </p:spPr>
      </p:pic>
      <p:pic>
        <p:nvPicPr>
          <p:cNvPr id="109" name="Picture 108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9EABFFF0-953A-8FF9-6A32-30EAB76C1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037" y="3200244"/>
            <a:ext cx="251229" cy="413789"/>
          </a:xfrm>
          <a:prstGeom prst="rect">
            <a:avLst/>
          </a:prstGeom>
        </p:spPr>
      </p:pic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107DA58-1C4E-02FE-25F2-743F2C47830E}"/>
              </a:ext>
            </a:extLst>
          </p:cNvPr>
          <p:cNvCxnSpPr/>
          <p:nvPr/>
        </p:nvCxnSpPr>
        <p:spPr>
          <a:xfrm>
            <a:off x="681525" y="3055903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4B8B09F-78F5-989D-388B-61F873F1364B}"/>
              </a:ext>
            </a:extLst>
          </p:cNvPr>
          <p:cNvCxnSpPr/>
          <p:nvPr/>
        </p:nvCxnSpPr>
        <p:spPr>
          <a:xfrm>
            <a:off x="3005625" y="3055903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4BD46D5-0C8E-CA13-CDE2-4964EECCE40D}"/>
              </a:ext>
            </a:extLst>
          </p:cNvPr>
          <p:cNvCxnSpPr/>
          <p:nvPr/>
        </p:nvCxnSpPr>
        <p:spPr>
          <a:xfrm>
            <a:off x="1782701" y="3055903"/>
            <a:ext cx="0" cy="141442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192B2B8-A5C4-A2E7-BE65-F3AFF45084BA}"/>
              </a:ext>
            </a:extLst>
          </p:cNvPr>
          <p:cNvSpPr txBox="1"/>
          <p:nvPr/>
        </p:nvSpPr>
        <p:spPr>
          <a:xfrm>
            <a:off x="445538" y="3912311"/>
            <a:ext cx="3474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What can we not conclude?</a:t>
            </a:r>
          </a:p>
        </p:txBody>
      </p:sp>
      <p:pic>
        <p:nvPicPr>
          <p:cNvPr id="119" name="Picture 118" descr="A picture containing ring&#10;&#10;Description automatically generated with low confidence">
            <a:extLst>
              <a:ext uri="{FF2B5EF4-FFF2-40B4-BE49-F238E27FC236}">
                <a16:creationId xmlns:a16="http://schemas.microsoft.com/office/drawing/2014/main" id="{E69D052A-5F59-4AAB-0A56-3E0BFCF90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548" y="4471618"/>
            <a:ext cx="251229" cy="288175"/>
          </a:xfrm>
          <a:prstGeom prst="rect">
            <a:avLst/>
          </a:prstGeom>
        </p:spPr>
      </p:pic>
      <p:pic>
        <p:nvPicPr>
          <p:cNvPr id="120" name="Picture 119" descr="A black letter w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14487507-647C-8018-EB21-BF7DD0BE6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576" y="4471618"/>
            <a:ext cx="295564" cy="284480"/>
          </a:xfrm>
          <a:prstGeom prst="rect">
            <a:avLst/>
          </a:prstGeom>
        </p:spPr>
      </p:pic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C340030-D0A6-3E9E-9B07-9D1315590C3E}"/>
              </a:ext>
            </a:extLst>
          </p:cNvPr>
          <p:cNvCxnSpPr>
            <a:cxnSpLocks/>
            <a:stCxn id="119" idx="3"/>
            <a:endCxn id="120" idx="1"/>
          </p:cNvCxnSpPr>
          <p:nvPr/>
        </p:nvCxnSpPr>
        <p:spPr>
          <a:xfrm flipV="1">
            <a:off x="1357777" y="4613858"/>
            <a:ext cx="753799" cy="1848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Multiplication Sign 124">
            <a:extLst>
              <a:ext uri="{FF2B5EF4-FFF2-40B4-BE49-F238E27FC236}">
                <a16:creationId xmlns:a16="http://schemas.microsoft.com/office/drawing/2014/main" id="{59A8BFEF-3A49-4D7E-9EAC-6DD19C60E77A}"/>
              </a:ext>
            </a:extLst>
          </p:cNvPr>
          <p:cNvSpPr/>
          <p:nvPr/>
        </p:nvSpPr>
        <p:spPr>
          <a:xfrm>
            <a:off x="1240274" y="4220088"/>
            <a:ext cx="1045029" cy="82820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8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  <p:bldP spid="36" grpId="0" animBg="1"/>
      <p:bldP spid="67" grpId="0" animBg="1"/>
      <p:bldP spid="67" grpId="1" animBg="1"/>
      <p:bldP spid="68" grpId="0" animBg="1"/>
      <p:bldP spid="68" grpId="1" animBg="1"/>
      <p:bldP spid="72" grpId="0"/>
      <p:bldP spid="73" grpId="0"/>
      <p:bldP spid="107" grpId="0"/>
      <p:bldP spid="118" grpId="0"/>
      <p:bldP spid="1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706C-90DD-754A-538F-6FFACD2F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182E7-56BE-9363-DB83-EC089566086F}"/>
              </a:ext>
            </a:extLst>
          </p:cNvPr>
          <p:cNvSpPr txBox="1"/>
          <p:nvPr/>
        </p:nvSpPr>
        <p:spPr>
          <a:xfrm>
            <a:off x="202870" y="2942286"/>
            <a:ext cx="866582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we can use the partial order to determine if     or      is more useful </a:t>
            </a:r>
          </a:p>
          <a:p>
            <a:r>
              <a:rPr lang="en-GB" dirty="0"/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FFFF9-FE87-1A83-1C38-A57CB899CD45}"/>
              </a:ext>
            </a:extLst>
          </p:cNvPr>
          <p:cNvSpPr txBox="1"/>
          <p:nvPr/>
        </p:nvSpPr>
        <p:spPr>
          <a:xfrm>
            <a:off x="49772" y="313842"/>
            <a:ext cx="7276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200" dirty="0">
                <a:latin typeface="Rockwell" panose="02060603020205020403" pitchFamily="18" charset="0"/>
              </a:rPr>
              <a:t>Quantifying Resourcefulness 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1AFA83F-C910-BE02-5C59-E37A8D26A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6826" y="2097125"/>
            <a:ext cx="1166319" cy="46110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3CFB8C7-6244-C08D-9322-09D54E938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694" y="2097125"/>
            <a:ext cx="1136942" cy="43927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B077CC-58DC-0705-9CF6-BA885C7187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7958" y="3128963"/>
            <a:ext cx="238012" cy="31734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8E47A51-8768-C11C-9662-AB056C1ABD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63470" y="3147235"/>
            <a:ext cx="264458" cy="211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ED753B-0247-A006-07EA-9CF03F1D5F26}"/>
              </a:ext>
            </a:extLst>
          </p:cNvPr>
          <p:cNvSpPr txBox="1"/>
          <p:nvPr/>
        </p:nvSpPr>
        <p:spPr>
          <a:xfrm>
            <a:off x="3099582" y="1236261"/>
            <a:ext cx="4227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Given some:</a:t>
            </a:r>
          </a:p>
        </p:txBody>
      </p:sp>
    </p:spTree>
    <p:extLst>
      <p:ext uri="{BB962C8B-B14F-4D97-AF65-F5344CB8AC3E}">
        <p14:creationId xmlns:p14="http://schemas.microsoft.com/office/powerpoint/2010/main" val="1287325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6115E-A092-4645-43E0-4ADE3CCF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92B63-5A52-003D-60B7-2F8C39F5076E}"/>
              </a:ext>
            </a:extLst>
          </p:cNvPr>
          <p:cNvSpPr txBox="1"/>
          <p:nvPr/>
        </p:nvSpPr>
        <p:spPr>
          <a:xfrm>
            <a:off x="499533" y="356457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Ideally:</a:t>
            </a:r>
            <a:r>
              <a:rPr lang="en-GB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8004B-1B01-FAEB-4B94-9496DC9D22BE}"/>
              </a:ext>
            </a:extLst>
          </p:cNvPr>
          <p:cNvSpPr txBox="1"/>
          <p:nvPr/>
        </p:nvSpPr>
        <p:spPr>
          <a:xfrm>
            <a:off x="757766" y="1261533"/>
            <a:ext cx="7628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We want a function of      and      that tells us when there exists an allowed between them </a:t>
            </a:r>
          </a:p>
          <a:p>
            <a:endParaRPr lang="en-GB" sz="2400" dirty="0">
              <a:latin typeface="Rockwell" panose="02060603020205020403" pitchFamily="18" charset="0"/>
            </a:endParaRPr>
          </a:p>
          <a:p>
            <a:r>
              <a:rPr lang="en-GB" sz="2400" dirty="0">
                <a:latin typeface="Rockwell" panose="02060603020205020403" pitchFamily="18" charset="0"/>
              </a:rPr>
              <a:t>     when is one is </a:t>
            </a:r>
            <a:r>
              <a:rPr lang="en-GB" sz="2400" b="1" dirty="0">
                <a:latin typeface="Rockwell" panose="02060603020205020403" pitchFamily="18" charset="0"/>
              </a:rPr>
              <a:t>not less resourceful </a:t>
            </a:r>
            <a:r>
              <a:rPr lang="en-GB" sz="2400" dirty="0">
                <a:latin typeface="Rockwell" panose="02060603020205020403" pitchFamily="18" charset="0"/>
              </a:rPr>
              <a:t>than the other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D6098C-75D6-5363-3CD6-07CB3C4F4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9741" y="1378057"/>
            <a:ext cx="217745" cy="29032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E2E8301-D207-7A63-1A40-A833946E9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5724" y="1426444"/>
            <a:ext cx="241940" cy="1935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825147-23E3-4562-5C09-F1144A0DDDB6}"/>
              </a:ext>
            </a:extLst>
          </p:cNvPr>
          <p:cNvCxnSpPr>
            <a:cxnSpLocks/>
          </p:cNvCxnSpPr>
          <p:nvPr/>
        </p:nvCxnSpPr>
        <p:spPr>
          <a:xfrm>
            <a:off x="714375" y="2635512"/>
            <a:ext cx="39918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7F9E5A-6771-F265-68A8-AD5F05531827}"/>
              </a:ext>
            </a:extLst>
          </p:cNvPr>
          <p:cNvSpPr txBox="1"/>
          <p:nvPr/>
        </p:nvSpPr>
        <p:spPr>
          <a:xfrm>
            <a:off x="757766" y="3375831"/>
            <a:ext cx="762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In some important cases, this has been achieved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A33AAF-1A35-F9B1-929C-22929E2726EF}"/>
              </a:ext>
            </a:extLst>
          </p:cNvPr>
          <p:cNvCxnSpPr>
            <a:cxnSpLocks/>
          </p:cNvCxnSpPr>
          <p:nvPr/>
        </p:nvCxnSpPr>
        <p:spPr>
          <a:xfrm>
            <a:off x="873125" y="4178563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44FBA7-69A1-0846-F0E4-901A4C499459}"/>
              </a:ext>
            </a:extLst>
          </p:cNvPr>
          <p:cNvSpPr txBox="1"/>
          <p:nvPr/>
        </p:nvSpPr>
        <p:spPr>
          <a:xfrm>
            <a:off x="1113562" y="4009492"/>
            <a:ext cx="7437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Pure State under LOCC (Nielsen's theorem)</a:t>
            </a:r>
          </a:p>
        </p:txBody>
      </p:sp>
    </p:spTree>
    <p:extLst>
      <p:ext uri="{BB962C8B-B14F-4D97-AF65-F5344CB8AC3E}">
        <p14:creationId xmlns:p14="http://schemas.microsoft.com/office/powerpoint/2010/main" val="47577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2605-FD87-2525-7D8E-CE97E301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1D8C7-94EB-1423-9022-46AD8F0C7915}"/>
              </a:ext>
            </a:extLst>
          </p:cNvPr>
          <p:cNvSpPr txBox="1"/>
          <p:nvPr/>
        </p:nvSpPr>
        <p:spPr>
          <a:xfrm>
            <a:off x="499533" y="356457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Ideally:</a:t>
            </a:r>
            <a:r>
              <a:rPr lang="en-GB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CF30-80D1-5780-9C3B-8E2D00110666}"/>
              </a:ext>
            </a:extLst>
          </p:cNvPr>
          <p:cNvSpPr txBox="1"/>
          <p:nvPr/>
        </p:nvSpPr>
        <p:spPr>
          <a:xfrm>
            <a:off x="757766" y="3375831"/>
            <a:ext cx="762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In some important cases, this has been achieved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2A59D6-4059-12F1-9B2B-0C0F47B4CEC1}"/>
              </a:ext>
            </a:extLst>
          </p:cNvPr>
          <p:cNvCxnSpPr>
            <a:cxnSpLocks/>
          </p:cNvCxnSpPr>
          <p:nvPr/>
        </p:nvCxnSpPr>
        <p:spPr>
          <a:xfrm>
            <a:off x="873125" y="4178563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B2524E-8E8D-0F71-9A5F-3A77D56998C8}"/>
              </a:ext>
            </a:extLst>
          </p:cNvPr>
          <p:cNvSpPr txBox="1"/>
          <p:nvPr/>
        </p:nvSpPr>
        <p:spPr>
          <a:xfrm>
            <a:off x="1113562" y="4009492"/>
            <a:ext cx="7437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Pure State under LOCC (Nielsen's theorem)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D5ED64-B85C-ED8A-2FB8-AD3A979FC778}"/>
              </a:ext>
            </a:extLst>
          </p:cNvPr>
          <p:cNvSpPr txBox="1"/>
          <p:nvPr/>
        </p:nvSpPr>
        <p:spPr>
          <a:xfrm>
            <a:off x="1246717" y="191522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LOCC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49D4BA-512A-468F-7B8C-8C04CF706E77}"/>
              </a:ext>
            </a:extLst>
          </p:cNvPr>
          <p:cNvSpPr txBox="1"/>
          <p:nvPr/>
        </p:nvSpPr>
        <p:spPr>
          <a:xfrm>
            <a:off x="1246717" y="238227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Separable States</a:t>
            </a:r>
          </a:p>
        </p:txBody>
      </p:sp>
      <p:pic>
        <p:nvPicPr>
          <p:cNvPr id="14" name="Picture 13" descr="A picture containing sketch&#10;&#10;Description automatically generated">
            <a:extLst>
              <a:ext uri="{FF2B5EF4-FFF2-40B4-BE49-F238E27FC236}">
                <a16:creationId xmlns:a16="http://schemas.microsoft.com/office/drawing/2014/main" id="{7F8478E2-CF86-2B90-9460-24678147E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87" y="1908923"/>
            <a:ext cx="435403" cy="381933"/>
          </a:xfrm>
          <a:prstGeom prst="rect">
            <a:avLst/>
          </a:prstGeom>
        </p:spPr>
      </p:pic>
      <p:pic>
        <p:nvPicPr>
          <p:cNvPr id="15" name="Picture 14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D14099F-5FD7-12E9-5A0B-269BF199D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25" y="2341885"/>
            <a:ext cx="499726" cy="4501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D43429-A9C6-A64F-B738-C6DA74510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307" y="2774776"/>
            <a:ext cx="1527904" cy="3420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C141F26-85FB-8D2C-6D71-87AF760DCA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5922974" y="2039266"/>
            <a:ext cx="866571" cy="22804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93195A9-9210-510B-5DC8-CE7432B9FC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52912" y="1156175"/>
            <a:ext cx="4206697" cy="52322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C54F07E-86FE-DF11-DDEA-1F3EF8F1DF31}"/>
              </a:ext>
            </a:extLst>
          </p:cNvPr>
          <p:cNvSpPr/>
          <p:nvPr/>
        </p:nvSpPr>
        <p:spPr>
          <a:xfrm>
            <a:off x="402672" y="879677"/>
            <a:ext cx="8347045" cy="2513666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0F8FA0-EFFA-C725-7353-1F90CD73B68B}"/>
              </a:ext>
            </a:extLst>
          </p:cNvPr>
          <p:cNvSpPr txBox="1"/>
          <p:nvPr/>
        </p:nvSpPr>
        <p:spPr>
          <a:xfrm>
            <a:off x="637927" y="1022075"/>
            <a:ext cx="361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>
                <a:latin typeface="Rockwell" panose="02060603020205020403" pitchFamily="18" charset="0"/>
              </a:rPr>
              <a:t>Nielsen's theorem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2498614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E6A8-BB75-B097-69B3-C0D07E5B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7C3311-EDBD-7227-F7F8-EF89659AF202}"/>
              </a:ext>
            </a:extLst>
          </p:cNvPr>
          <p:cNvSpPr txBox="1"/>
          <p:nvPr/>
        </p:nvSpPr>
        <p:spPr>
          <a:xfrm>
            <a:off x="499533" y="356457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Ideally:</a:t>
            </a:r>
            <a:r>
              <a:rPr lang="en-GB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12D75-14AA-331A-A5DD-747F5AA3C075}"/>
              </a:ext>
            </a:extLst>
          </p:cNvPr>
          <p:cNvSpPr txBox="1"/>
          <p:nvPr/>
        </p:nvSpPr>
        <p:spPr>
          <a:xfrm>
            <a:off x="757766" y="1261533"/>
            <a:ext cx="7628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We want a function of      and      that tells us when there exists an allowed between them </a:t>
            </a:r>
          </a:p>
          <a:p>
            <a:endParaRPr lang="en-GB" sz="2400" dirty="0">
              <a:latin typeface="Rockwell" panose="02060603020205020403" pitchFamily="18" charset="0"/>
            </a:endParaRPr>
          </a:p>
          <a:p>
            <a:r>
              <a:rPr lang="en-GB" sz="2400" dirty="0">
                <a:latin typeface="Rockwell" panose="02060603020205020403" pitchFamily="18" charset="0"/>
              </a:rPr>
              <a:t>     when is one is </a:t>
            </a:r>
            <a:r>
              <a:rPr lang="en-GB" sz="2400" b="1" dirty="0">
                <a:latin typeface="Rockwell" panose="02060603020205020403" pitchFamily="18" charset="0"/>
              </a:rPr>
              <a:t>not less resourceful </a:t>
            </a:r>
            <a:r>
              <a:rPr lang="en-GB" sz="2400" dirty="0">
                <a:latin typeface="Rockwell" panose="02060603020205020403" pitchFamily="18" charset="0"/>
              </a:rPr>
              <a:t>than the other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85E524-6D42-E9EC-6CE5-58E6E9EA2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9741" y="1378057"/>
            <a:ext cx="217745" cy="29032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5445C6-9C92-82BF-E3B2-90370F642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5724" y="1426444"/>
            <a:ext cx="241940" cy="1935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CAD2C1-43BF-CEB7-F086-D9A048897CCE}"/>
              </a:ext>
            </a:extLst>
          </p:cNvPr>
          <p:cNvCxnSpPr>
            <a:cxnSpLocks/>
          </p:cNvCxnSpPr>
          <p:nvPr/>
        </p:nvCxnSpPr>
        <p:spPr>
          <a:xfrm>
            <a:off x="714375" y="2635512"/>
            <a:ext cx="39918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3C7262-3CAE-248E-125B-D1E4A017E2C7}"/>
              </a:ext>
            </a:extLst>
          </p:cNvPr>
          <p:cNvSpPr txBox="1"/>
          <p:nvPr/>
        </p:nvSpPr>
        <p:spPr>
          <a:xfrm>
            <a:off x="757766" y="3375831"/>
            <a:ext cx="762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In some important cases, this has been achieved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C38463-A6BD-70B4-A4F9-E4BA4265DD34}"/>
              </a:ext>
            </a:extLst>
          </p:cNvPr>
          <p:cNvCxnSpPr>
            <a:cxnSpLocks/>
          </p:cNvCxnSpPr>
          <p:nvPr/>
        </p:nvCxnSpPr>
        <p:spPr>
          <a:xfrm>
            <a:off x="873125" y="4178563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9799A5-9DF8-9A74-13B0-24C8CC80DE3D}"/>
              </a:ext>
            </a:extLst>
          </p:cNvPr>
          <p:cNvSpPr txBox="1"/>
          <p:nvPr/>
        </p:nvSpPr>
        <p:spPr>
          <a:xfrm>
            <a:off x="1113562" y="4009492"/>
            <a:ext cx="7437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ckwell" panose="02060603020205020403" pitchFamily="18" charset="0"/>
              </a:rPr>
              <a:t>Pure State under LOCC (Nielsen's theorem)</a:t>
            </a:r>
          </a:p>
          <a:p>
            <a:r>
              <a:rPr lang="en-GB" sz="1600" dirty="0">
                <a:latin typeface="Rockwell" panose="02060603020205020403" pitchFamily="18" charset="0"/>
              </a:rPr>
              <a:t>Energy incoherent states under thermal operations  </a:t>
            </a:r>
          </a:p>
          <a:p>
            <a:r>
              <a:rPr lang="en-GB" sz="1600" dirty="0">
                <a:latin typeface="Rockwell" panose="02060603020205020403" pitchFamily="18" charset="0"/>
              </a:rPr>
              <a:t>All states under noisy operations.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536DDE-73FA-6C01-3D40-6878703E3584}"/>
              </a:ext>
            </a:extLst>
          </p:cNvPr>
          <p:cNvCxnSpPr>
            <a:cxnSpLocks/>
          </p:cNvCxnSpPr>
          <p:nvPr/>
        </p:nvCxnSpPr>
        <p:spPr>
          <a:xfrm>
            <a:off x="873124" y="4424990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7AE6A5-252A-7F54-D081-E14C053C7193}"/>
              </a:ext>
            </a:extLst>
          </p:cNvPr>
          <p:cNvCxnSpPr>
            <a:cxnSpLocks/>
          </p:cNvCxnSpPr>
          <p:nvPr/>
        </p:nvCxnSpPr>
        <p:spPr>
          <a:xfrm>
            <a:off x="873123" y="4673863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5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4D-80FE-BE84-8A3B-F0D7722D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4F7446-DF47-C3B5-FD7A-0AB5FE4E5E99}"/>
              </a:ext>
            </a:extLst>
          </p:cNvPr>
          <p:cNvSpPr txBox="1"/>
          <p:nvPr/>
        </p:nvSpPr>
        <p:spPr>
          <a:xfrm>
            <a:off x="499533" y="356457"/>
            <a:ext cx="513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In general:</a:t>
            </a:r>
            <a:r>
              <a:rPr lang="en-GB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E6212-EFFE-6B72-2A21-108164007DE4}"/>
              </a:ext>
            </a:extLst>
          </p:cNvPr>
          <p:cNvSpPr txBox="1"/>
          <p:nvPr/>
        </p:nvSpPr>
        <p:spPr>
          <a:xfrm>
            <a:off x="2201041" y="1402063"/>
            <a:ext cx="762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This will be too complicated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8F777-AF5E-D09C-FADF-2FAAE238C7FE}"/>
              </a:ext>
            </a:extLst>
          </p:cNvPr>
          <p:cNvSpPr txBox="1"/>
          <p:nvPr/>
        </p:nvSpPr>
        <p:spPr>
          <a:xfrm>
            <a:off x="952901" y="3080008"/>
            <a:ext cx="743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Instead use Resource Measures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B6B900-FCCE-1062-A1FF-20A63C99114F}"/>
              </a:ext>
            </a:extLst>
          </p:cNvPr>
          <p:cNvCxnSpPr>
            <a:cxnSpLocks/>
          </p:cNvCxnSpPr>
          <p:nvPr/>
        </p:nvCxnSpPr>
        <p:spPr>
          <a:xfrm>
            <a:off x="4552749" y="2053034"/>
            <a:ext cx="0" cy="81710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3DAA-27BA-6603-50FE-255967FC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331A5-98DA-F60B-10E9-7967BA36CE44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Measures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22A13A-1129-DFEA-F3B8-270B3099B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1245" y="1211657"/>
            <a:ext cx="3775510" cy="498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C48D9F-6376-CA2C-462F-735183EF200C}"/>
              </a:ext>
            </a:extLst>
          </p:cNvPr>
          <p:cNvSpPr txBox="1"/>
          <p:nvPr/>
        </p:nvSpPr>
        <p:spPr>
          <a:xfrm>
            <a:off x="0" y="2063918"/>
            <a:ext cx="938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Rockwell" panose="02060603020205020403" pitchFamily="18" charset="0"/>
              </a:rPr>
              <a:t>M is a function from: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AE88C-906D-7907-A673-090C287C1DF4}"/>
              </a:ext>
            </a:extLst>
          </p:cNvPr>
          <p:cNvSpPr txBox="1"/>
          <p:nvPr/>
        </p:nvSpPr>
        <p:spPr>
          <a:xfrm>
            <a:off x="0" y="2878146"/>
            <a:ext cx="469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The set of density operators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1B095-8F91-165E-38C4-E1CA0178FE2D}"/>
              </a:ext>
            </a:extLst>
          </p:cNvPr>
          <p:cNvSpPr txBox="1"/>
          <p:nvPr/>
        </p:nvSpPr>
        <p:spPr>
          <a:xfrm>
            <a:off x="5420450" y="2878146"/>
            <a:ext cx="30395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The positive real numbers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007F9C-55B2-8326-1CBC-3E9680F3489E}"/>
              </a:ext>
            </a:extLst>
          </p:cNvPr>
          <p:cNvCxnSpPr>
            <a:cxnSpLocks/>
          </p:cNvCxnSpPr>
          <p:nvPr/>
        </p:nvCxnSpPr>
        <p:spPr>
          <a:xfrm>
            <a:off x="4157757" y="3356900"/>
            <a:ext cx="1069118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45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5D99-9728-BC97-60C5-53A7301D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B27A22-9AAF-C34F-27B5-8B771C96C471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Measures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A78C8EA-54F9-09E0-BC1F-1A8CF2219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1245" y="1211657"/>
            <a:ext cx="3775510" cy="498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3DAF5-A6ED-C6FB-17E4-CBD95370E8ED}"/>
              </a:ext>
            </a:extLst>
          </p:cNvPr>
          <p:cNvSpPr txBox="1"/>
          <p:nvPr/>
        </p:nvSpPr>
        <p:spPr>
          <a:xfrm>
            <a:off x="3471333" y="1986975"/>
            <a:ext cx="220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Rockwell" panose="02060603020205020403" pitchFamily="18" charset="0"/>
              </a:rPr>
              <a:t>Such that: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E173A3B-B577-1B9C-E892-D64E4CADB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393" y="2848911"/>
            <a:ext cx="5497214" cy="4265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66A6C1-4CEF-33C6-8C01-60A532E648A3}"/>
              </a:ext>
            </a:extLst>
          </p:cNvPr>
          <p:cNvSpPr txBox="1"/>
          <p:nvPr/>
        </p:nvSpPr>
        <p:spPr>
          <a:xfrm>
            <a:off x="1823393" y="3552580"/>
            <a:ext cx="6360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M is monotonic under allowed operations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B33D5C-8CA9-06DE-E78C-57A152F9F1BD}"/>
              </a:ext>
            </a:extLst>
          </p:cNvPr>
          <p:cNvCxnSpPr>
            <a:cxnSpLocks/>
          </p:cNvCxnSpPr>
          <p:nvPr/>
        </p:nvCxnSpPr>
        <p:spPr>
          <a:xfrm>
            <a:off x="1565059" y="3798213"/>
            <a:ext cx="25833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68EA96-516F-50A5-431E-E775A39D1982}"/>
              </a:ext>
            </a:extLst>
          </p:cNvPr>
          <p:cNvSpPr txBox="1"/>
          <p:nvPr/>
        </p:nvSpPr>
        <p:spPr>
          <a:xfrm>
            <a:off x="1565059" y="4556210"/>
            <a:ext cx="6360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M decreases if the state is </a:t>
            </a:r>
            <a:r>
              <a:rPr lang="en-GB" sz="2400" b="1" dirty="0">
                <a:latin typeface="Rockwell" panose="02060603020205020403" pitchFamily="18" charset="0"/>
              </a:rPr>
              <a:t>less resourceful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746B2C-4119-E5B3-1B16-5D3427BFAAE7}"/>
              </a:ext>
            </a:extLst>
          </p:cNvPr>
          <p:cNvCxnSpPr>
            <a:cxnSpLocks/>
          </p:cNvCxnSpPr>
          <p:nvPr/>
        </p:nvCxnSpPr>
        <p:spPr>
          <a:xfrm>
            <a:off x="4699000" y="4091026"/>
            <a:ext cx="0" cy="465184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71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A217-F37C-7B4F-7103-D01945CA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99562-4167-C81B-5679-63513AB04DFA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Measures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027411-C0D0-0F6B-365C-5881A3B49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1245" y="1211657"/>
            <a:ext cx="3775510" cy="498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7C14B1-673E-0ED8-3966-E1BF7FD24BFB}"/>
              </a:ext>
            </a:extLst>
          </p:cNvPr>
          <p:cNvSpPr txBox="1"/>
          <p:nvPr/>
        </p:nvSpPr>
        <p:spPr>
          <a:xfrm>
            <a:off x="3471333" y="1986975"/>
            <a:ext cx="220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Rockwell" panose="02060603020205020403" pitchFamily="18" charset="0"/>
              </a:rPr>
              <a:t>Such that: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7563406-8231-6B50-776F-02A737AB6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3393" y="2848911"/>
            <a:ext cx="5497214" cy="4265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F79A560-AC6F-5F47-6190-0337DD16D2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3393" y="3617493"/>
            <a:ext cx="4549419" cy="426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C00026-5EA9-3136-1A2E-C88B446C7AB3}"/>
              </a:ext>
            </a:extLst>
          </p:cNvPr>
          <p:cNvSpPr txBox="1"/>
          <p:nvPr/>
        </p:nvSpPr>
        <p:spPr>
          <a:xfrm>
            <a:off x="2035149" y="4414516"/>
            <a:ext cx="6360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M is </a:t>
            </a:r>
            <a:r>
              <a:rPr lang="en-GB" sz="2400" b="1" dirty="0">
                <a:latin typeface="Rockwell" panose="02060603020205020403" pitchFamily="18" charset="0"/>
              </a:rPr>
              <a:t>zero</a:t>
            </a:r>
            <a:r>
              <a:rPr lang="en-GB" sz="2400" dirty="0">
                <a:latin typeface="Rockwell" panose="02060603020205020403" pitchFamily="18" charset="0"/>
              </a:rPr>
              <a:t> if the state has </a:t>
            </a:r>
            <a:r>
              <a:rPr lang="en-GB" sz="2400" b="1" dirty="0">
                <a:latin typeface="Rockwell" panose="02060603020205020403" pitchFamily="18" charset="0"/>
              </a:rPr>
              <a:t>no resource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5ABA5E-702A-AA26-3831-9CF97DD04B28}"/>
              </a:ext>
            </a:extLst>
          </p:cNvPr>
          <p:cNvCxnSpPr>
            <a:cxnSpLocks/>
          </p:cNvCxnSpPr>
          <p:nvPr/>
        </p:nvCxnSpPr>
        <p:spPr>
          <a:xfrm>
            <a:off x="1749299" y="4658128"/>
            <a:ext cx="258334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74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19BA-DB4C-3D15-D514-12BA0682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4BEF1-02B8-9090-3FA9-19EBDF421BD9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 don’t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1382ED-EF3B-5E71-B1BB-543BD71B8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344A77-5C8A-F487-6F9C-743F3BAD4E5C}"/>
              </a:ext>
            </a:extLst>
          </p:cNvPr>
          <p:cNvSpPr txBox="1"/>
          <p:nvPr/>
        </p:nvSpPr>
        <p:spPr>
          <a:xfrm>
            <a:off x="6439301" y="1511166"/>
            <a:ext cx="2165684" cy="2906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CFA5F-3152-FC46-9D3B-8A4E9381C4C0}"/>
              </a:ext>
            </a:extLst>
          </p:cNvPr>
          <p:cNvSpPr txBox="1"/>
          <p:nvPr/>
        </p:nvSpPr>
        <p:spPr>
          <a:xfrm rot="5400000">
            <a:off x="4323631" y="-1307148"/>
            <a:ext cx="766243" cy="50051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E6ADD-932F-6862-37CF-2B6E886E01CC}"/>
              </a:ext>
            </a:extLst>
          </p:cNvPr>
          <p:cNvSpPr txBox="1"/>
          <p:nvPr/>
        </p:nvSpPr>
        <p:spPr>
          <a:xfrm>
            <a:off x="2174240" y="4478070"/>
            <a:ext cx="1009227" cy="41356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70068-3B92-2B83-0F47-27E1DE6A04E7}"/>
              </a:ext>
            </a:extLst>
          </p:cNvPr>
          <p:cNvSpPr txBox="1"/>
          <p:nvPr/>
        </p:nvSpPr>
        <p:spPr>
          <a:xfrm>
            <a:off x="3368957" y="4478069"/>
            <a:ext cx="1009227" cy="41356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57147-B548-6304-BC97-843BC911A017}"/>
              </a:ext>
            </a:extLst>
          </p:cNvPr>
          <p:cNvSpPr txBox="1"/>
          <p:nvPr/>
        </p:nvSpPr>
        <p:spPr>
          <a:xfrm>
            <a:off x="4572000" y="4478069"/>
            <a:ext cx="1009227" cy="41356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2D461-0FEF-4C8A-DFE2-50C295034F5F}"/>
              </a:ext>
            </a:extLst>
          </p:cNvPr>
          <p:cNvSpPr txBox="1"/>
          <p:nvPr/>
        </p:nvSpPr>
        <p:spPr>
          <a:xfrm>
            <a:off x="5747173" y="4478069"/>
            <a:ext cx="1009227" cy="41356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17173-ED6C-271F-1E0D-E73A30E1E122}"/>
              </a:ext>
            </a:extLst>
          </p:cNvPr>
          <p:cNvSpPr txBox="1"/>
          <p:nvPr/>
        </p:nvSpPr>
        <p:spPr>
          <a:xfrm>
            <a:off x="5029601" y="3168473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Allowed operations </a:t>
            </a:r>
            <a:r>
              <a:rPr lang="en-GB" sz="2400" b="1" dirty="0">
                <a:latin typeface="Rockwell" panose="02060603020205020403" pitchFamily="18" charset="0"/>
              </a:rPr>
              <a:t>exists</a:t>
            </a:r>
            <a:r>
              <a:rPr lang="en-GB" sz="2400" dirty="0">
                <a:latin typeface="Rockwell" panose="02060603020205020403" pitchFamily="18" charset="0"/>
              </a:rPr>
              <a:t>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7CD1CE-0A99-4155-B6C7-27F651946033}"/>
              </a:ext>
            </a:extLst>
          </p:cNvPr>
          <p:cNvCxnSpPr>
            <a:cxnSpLocks/>
          </p:cNvCxnSpPr>
          <p:nvPr/>
        </p:nvCxnSpPr>
        <p:spPr>
          <a:xfrm flipH="1" flipV="1">
            <a:off x="5472979" y="2571750"/>
            <a:ext cx="524151" cy="56971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A8EC5E-1C56-901B-FD5E-7C3FB4CDF983}"/>
              </a:ext>
            </a:extLst>
          </p:cNvPr>
          <p:cNvCxnSpPr>
            <a:cxnSpLocks/>
          </p:cNvCxnSpPr>
          <p:nvPr/>
        </p:nvCxnSpPr>
        <p:spPr>
          <a:xfrm flipH="1" flipV="1">
            <a:off x="3873570" y="3583971"/>
            <a:ext cx="1222581" cy="225333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C2FC51-0667-A817-A1D5-A44AF408EC25}"/>
              </a:ext>
            </a:extLst>
          </p:cNvPr>
          <p:cNvCxnSpPr>
            <a:cxnSpLocks/>
          </p:cNvCxnSpPr>
          <p:nvPr/>
        </p:nvCxnSpPr>
        <p:spPr>
          <a:xfrm flipH="1" flipV="1">
            <a:off x="2907248" y="3232005"/>
            <a:ext cx="2249187" cy="41656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7528EF-5DD5-656C-73D9-8B2DCBBFC629}"/>
              </a:ext>
            </a:extLst>
          </p:cNvPr>
          <p:cNvCxnSpPr>
            <a:cxnSpLocks/>
          </p:cNvCxnSpPr>
          <p:nvPr/>
        </p:nvCxnSpPr>
        <p:spPr>
          <a:xfrm flipH="1" flipV="1">
            <a:off x="4977706" y="2331701"/>
            <a:ext cx="863882" cy="840783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32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386B-B4A1-C11B-CE8D-244079D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C68A2D-6134-FC39-0621-5D3F56E59EDF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 don’t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B745F2-C4B8-2B03-DD9D-47D80BBE4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A3C563-F152-5CC1-B185-9C370C1E4085}"/>
              </a:ext>
            </a:extLst>
          </p:cNvPr>
          <p:cNvSpPr txBox="1"/>
          <p:nvPr/>
        </p:nvSpPr>
        <p:spPr>
          <a:xfrm>
            <a:off x="6439301" y="1511166"/>
            <a:ext cx="2165684" cy="2906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7C68AC-F996-C5C5-1F1A-D3E725D27FF9}"/>
              </a:ext>
            </a:extLst>
          </p:cNvPr>
          <p:cNvSpPr txBox="1"/>
          <p:nvPr/>
        </p:nvSpPr>
        <p:spPr>
          <a:xfrm rot="5400000">
            <a:off x="4323631" y="-1307148"/>
            <a:ext cx="766243" cy="50051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5A6FB-8EA9-E07D-9F87-98786AEB627A}"/>
              </a:ext>
            </a:extLst>
          </p:cNvPr>
          <p:cNvSpPr txBox="1"/>
          <p:nvPr/>
        </p:nvSpPr>
        <p:spPr>
          <a:xfrm>
            <a:off x="5029601" y="3168473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Allowed operation </a:t>
            </a:r>
            <a:r>
              <a:rPr lang="en-GB" sz="2400" b="1" dirty="0">
                <a:latin typeface="Rockwell" panose="02060603020205020403" pitchFamily="18" charset="0"/>
              </a:rPr>
              <a:t>does not exist</a:t>
            </a:r>
            <a:r>
              <a:rPr lang="en-GB" sz="2400" dirty="0">
                <a:latin typeface="Rockwell" panose="02060603020205020403" pitchFamily="18" charset="0"/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737967-AD14-C35F-37DB-464ADC043E1D}"/>
              </a:ext>
            </a:extLst>
          </p:cNvPr>
          <p:cNvCxnSpPr>
            <a:cxnSpLocks/>
          </p:cNvCxnSpPr>
          <p:nvPr/>
        </p:nvCxnSpPr>
        <p:spPr>
          <a:xfrm flipH="1" flipV="1">
            <a:off x="4085346" y="2865469"/>
            <a:ext cx="944255" cy="52119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389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2D0149-02C2-09BD-6FC9-365B3FD3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82ECB3-9E34-E484-A455-EFE15F7C2298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 don’t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4416C9-4426-5D6E-5ADB-12006B7B7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37B13B-5F30-3310-4560-88761B05373B}"/>
              </a:ext>
            </a:extLst>
          </p:cNvPr>
          <p:cNvSpPr txBox="1"/>
          <p:nvPr/>
        </p:nvSpPr>
        <p:spPr>
          <a:xfrm>
            <a:off x="6439301" y="1511166"/>
            <a:ext cx="2165684" cy="2906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A0855-E25A-BCF6-8D0B-AE15DD7B8612}"/>
              </a:ext>
            </a:extLst>
          </p:cNvPr>
          <p:cNvSpPr txBox="1"/>
          <p:nvPr/>
        </p:nvSpPr>
        <p:spPr>
          <a:xfrm rot="5400000">
            <a:off x="4323631" y="-1307148"/>
            <a:ext cx="766243" cy="50051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8766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53BB8-06DB-85B7-446C-FEFB4039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78B7B-0C21-F75D-A0D7-3D511A940BBF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 don’t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1B59B-67F5-2773-7C1C-D4D952D5B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322AFA-445F-AA53-98C3-46775981E1AB}"/>
              </a:ext>
            </a:extLst>
          </p:cNvPr>
          <p:cNvSpPr txBox="1"/>
          <p:nvPr/>
        </p:nvSpPr>
        <p:spPr>
          <a:xfrm>
            <a:off x="6439301" y="1511166"/>
            <a:ext cx="2165684" cy="2906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3DF6E-2A33-5AFB-3BB9-862C589F0E3C}"/>
              </a:ext>
            </a:extLst>
          </p:cNvPr>
          <p:cNvSpPr txBox="1"/>
          <p:nvPr/>
        </p:nvSpPr>
        <p:spPr>
          <a:xfrm rot="5400000">
            <a:off x="4370462" y="1679021"/>
            <a:ext cx="447317" cy="6089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37C577F-231F-7E42-6EFA-A543998AE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5072" y="4541897"/>
            <a:ext cx="6293855" cy="418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5E874C-3886-40B4-76D1-3D579E61FEF2}"/>
              </a:ext>
            </a:extLst>
          </p:cNvPr>
          <p:cNvSpPr txBox="1"/>
          <p:nvPr/>
        </p:nvSpPr>
        <p:spPr>
          <a:xfrm>
            <a:off x="1304925" y="4425968"/>
            <a:ext cx="3046943" cy="66990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EFA82-DBDC-686D-D5A6-31423FA93A2D}"/>
              </a:ext>
            </a:extLst>
          </p:cNvPr>
          <p:cNvSpPr txBox="1"/>
          <p:nvPr/>
        </p:nvSpPr>
        <p:spPr>
          <a:xfrm>
            <a:off x="6525928" y="4425968"/>
            <a:ext cx="1313149" cy="66990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DAFE9D-A82B-560D-D9E4-C97C39FCA525}"/>
              </a:ext>
            </a:extLst>
          </p:cNvPr>
          <p:cNvCxnSpPr>
            <a:cxnSpLocks/>
          </p:cNvCxnSpPr>
          <p:nvPr/>
        </p:nvCxnSpPr>
        <p:spPr>
          <a:xfrm flipH="1" flipV="1">
            <a:off x="4977706" y="2331701"/>
            <a:ext cx="1548222" cy="2086295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565881-809B-93AE-1DDE-0CB81596B0A9}"/>
              </a:ext>
            </a:extLst>
          </p:cNvPr>
          <p:cNvCxnSpPr>
            <a:cxnSpLocks/>
          </p:cNvCxnSpPr>
          <p:nvPr/>
        </p:nvCxnSpPr>
        <p:spPr>
          <a:xfrm flipH="1" flipV="1">
            <a:off x="2921000" y="3237140"/>
            <a:ext cx="372533" cy="118085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47E04C-EC17-5CFD-CEDA-D8641FA9309E}"/>
              </a:ext>
            </a:extLst>
          </p:cNvPr>
          <p:cNvSpPr txBox="1"/>
          <p:nvPr/>
        </p:nvSpPr>
        <p:spPr>
          <a:xfrm>
            <a:off x="391203" y="1018002"/>
            <a:ext cx="206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Decreasing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A0064B-63D2-705C-0B59-51937434E77D}"/>
              </a:ext>
            </a:extLst>
          </p:cNvPr>
          <p:cNvCxnSpPr>
            <a:cxnSpLocks/>
          </p:cNvCxnSpPr>
          <p:nvPr/>
        </p:nvCxnSpPr>
        <p:spPr>
          <a:xfrm flipH="1">
            <a:off x="719983" y="1527805"/>
            <a:ext cx="56674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E4DFD55-5EC8-A775-60F1-237D6D244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" t="9030" r="93594" b="86692"/>
          <a:stretch>
            <a:fillRect/>
          </a:stretch>
        </p:blipFill>
        <p:spPr>
          <a:xfrm>
            <a:off x="4507062" y="1197017"/>
            <a:ext cx="263505" cy="175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15ABB4-BCCA-514F-1805-8805AFB6606B}"/>
              </a:ext>
            </a:extLst>
          </p:cNvPr>
          <p:cNvSpPr txBox="1"/>
          <p:nvPr/>
        </p:nvSpPr>
        <p:spPr>
          <a:xfrm>
            <a:off x="3038719" y="4425968"/>
            <a:ext cx="1313149" cy="66990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59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0" grpId="1" animBg="1"/>
      <p:bldP spid="5" grpId="0" animBg="1"/>
      <p:bldP spid="5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FCC5-078D-62FF-6DB2-148FA7C8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743410-6FE7-BD2F-1EC3-B48B28318622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 </a:t>
            </a:r>
            <a:r>
              <a:rPr lang="en-GB" sz="2800" b="1" dirty="0">
                <a:latin typeface="Rockwell" panose="02060603020205020403" pitchFamily="18" charset="0"/>
              </a:rPr>
              <a:t>don’t</a:t>
            </a:r>
            <a:r>
              <a:rPr lang="en-GB" sz="2800" dirty="0">
                <a:latin typeface="Rockwell" panose="02060603020205020403" pitchFamily="18" charset="0"/>
              </a:rPr>
              <a:t>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B9E1B4-4432-105B-19D8-10E0FDBA4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C1111-78BE-7D47-39D3-B903AF650D75}"/>
              </a:ext>
            </a:extLst>
          </p:cNvPr>
          <p:cNvSpPr txBox="1"/>
          <p:nvPr/>
        </p:nvSpPr>
        <p:spPr>
          <a:xfrm>
            <a:off x="6439301" y="1511166"/>
            <a:ext cx="2165684" cy="2906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B6C83-A2CF-8077-A54E-097AE6A8B4C9}"/>
              </a:ext>
            </a:extLst>
          </p:cNvPr>
          <p:cNvSpPr txBox="1"/>
          <p:nvPr/>
        </p:nvSpPr>
        <p:spPr>
          <a:xfrm rot="5400000">
            <a:off x="4370462" y="1679021"/>
            <a:ext cx="447317" cy="6089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E83C338-7A43-99A7-242A-F2204D2B8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5072" y="4541897"/>
            <a:ext cx="6293855" cy="4180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EAE2B3-444F-E55B-BE94-8E0E511ACDB0}"/>
              </a:ext>
            </a:extLst>
          </p:cNvPr>
          <p:cNvSpPr txBox="1"/>
          <p:nvPr/>
        </p:nvSpPr>
        <p:spPr>
          <a:xfrm>
            <a:off x="3068337" y="4417996"/>
            <a:ext cx="3046943" cy="66990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EB575C-3C69-5AFA-A648-3C181293170E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3970518" y="3203767"/>
            <a:ext cx="621291" cy="121422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24D7421-1E78-58D5-1ADA-D2120A9C5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" t="9030" r="93594" b="86692"/>
          <a:stretch>
            <a:fillRect/>
          </a:stretch>
        </p:blipFill>
        <p:spPr>
          <a:xfrm>
            <a:off x="4507062" y="1197017"/>
            <a:ext cx="263505" cy="17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46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652F-E9CE-E36F-FFB9-19A81499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99E19DB-1AC6-726C-77B9-2B0E0A7E40D6}"/>
              </a:ext>
            </a:extLst>
          </p:cNvPr>
          <p:cNvSpPr txBox="1"/>
          <p:nvPr/>
        </p:nvSpPr>
        <p:spPr>
          <a:xfrm>
            <a:off x="0" y="1241524"/>
            <a:ext cx="2131383" cy="2660452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4C013-0CD0-AA63-2AC0-ED80C74E2FDB}"/>
              </a:ext>
            </a:extLst>
          </p:cNvPr>
          <p:cNvSpPr txBox="1"/>
          <p:nvPr/>
        </p:nvSpPr>
        <p:spPr>
          <a:xfrm>
            <a:off x="374404" y="289080"/>
            <a:ext cx="864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Complete Montone's </a:t>
            </a:r>
            <a:r>
              <a:rPr lang="en-GB" sz="2800" b="1" dirty="0">
                <a:latin typeface="Rockwell" panose="02060603020205020403" pitchFamily="18" charset="0"/>
              </a:rPr>
              <a:t>do</a:t>
            </a:r>
            <a:r>
              <a:rPr lang="en-GB" sz="2800" dirty="0">
                <a:latin typeface="Rockwell" panose="02060603020205020403" pitchFamily="18" charset="0"/>
              </a:rPr>
              <a:t> capture the full ordering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84F16-1C98-95D3-ED47-5E444EF17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84" y="812300"/>
            <a:ext cx="5434479" cy="410633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3E8E11D-1A98-3DC2-C47E-C4806EB0F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07" y="2669606"/>
            <a:ext cx="1993900" cy="25098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D093897-0CB0-E9C9-3876-3A14F1032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07" y="1825169"/>
            <a:ext cx="1993900" cy="2509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A7B07B-C424-F6B5-C323-9EC02A927F97}"/>
              </a:ext>
            </a:extLst>
          </p:cNvPr>
          <p:cNvSpPr txBox="1"/>
          <p:nvPr/>
        </p:nvSpPr>
        <p:spPr>
          <a:xfrm>
            <a:off x="836083" y="1280592"/>
            <a:ext cx="831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If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5B208-A6E0-6B81-9B1D-1D1EFEA47610}"/>
              </a:ext>
            </a:extLst>
          </p:cNvPr>
          <p:cNvSpPr txBox="1"/>
          <p:nvPr/>
        </p:nvSpPr>
        <p:spPr>
          <a:xfrm>
            <a:off x="690031" y="2184018"/>
            <a:ext cx="831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F5E06-A86C-3857-5C78-D074CAC6AD7F}"/>
              </a:ext>
            </a:extLst>
          </p:cNvPr>
          <p:cNvSpPr txBox="1"/>
          <p:nvPr/>
        </p:nvSpPr>
        <p:spPr>
          <a:xfrm>
            <a:off x="22754" y="3057338"/>
            <a:ext cx="2044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full order recovered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29751-FB0B-D526-6D1C-5CE6FE5F5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" t="9030" r="93594" b="86692"/>
          <a:stretch>
            <a:fillRect/>
          </a:stretch>
        </p:blipFill>
        <p:spPr>
          <a:xfrm>
            <a:off x="4507062" y="1197017"/>
            <a:ext cx="263505" cy="175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68F78B-2B53-F9CE-E3B4-597C17CAB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4" t="25064" r="12496" b="70306"/>
          <a:stretch>
            <a:fillRect/>
          </a:stretch>
        </p:blipFill>
        <p:spPr>
          <a:xfrm>
            <a:off x="6675440" y="3006726"/>
            <a:ext cx="241300" cy="19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4" grpId="0"/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19D8-918A-00C9-F022-BCBD384A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C47CF0-AAC9-69C7-D4FD-022D571C0252}"/>
              </a:ext>
            </a:extLst>
          </p:cNvPr>
          <p:cNvSpPr txBox="1"/>
          <p:nvPr/>
        </p:nvSpPr>
        <p:spPr>
          <a:xfrm>
            <a:off x="499532" y="356457"/>
            <a:ext cx="817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 Interpretations of Resource Measures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D0BBF68-820E-B73C-C061-19B2A888F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85" y="1104940"/>
            <a:ext cx="2488815" cy="328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C06673-A6B8-36A1-9204-3524CC9A4272}"/>
              </a:ext>
            </a:extLst>
          </p:cNvPr>
          <p:cNvSpPr txBox="1"/>
          <p:nvPr/>
        </p:nvSpPr>
        <p:spPr>
          <a:xfrm>
            <a:off x="1115936" y="2730443"/>
            <a:ext cx="1414914" cy="102990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EC38C77-33FF-2CF4-4DC8-1C90C48336B2}"/>
              </a:ext>
            </a:extLst>
          </p:cNvPr>
          <p:cNvSpPr/>
          <p:nvPr/>
        </p:nvSpPr>
        <p:spPr>
          <a:xfrm rot="10800000">
            <a:off x="1441797" y="2515793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7BE76-7DCA-27CE-CC6C-A2A8C74E5501}"/>
              </a:ext>
            </a:extLst>
          </p:cNvPr>
          <p:cNvSpPr txBox="1"/>
          <p:nvPr/>
        </p:nvSpPr>
        <p:spPr>
          <a:xfrm>
            <a:off x="1293667" y="2860287"/>
            <a:ext cx="1059452" cy="770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8F6B14-F36E-1F9C-4A82-A46754EBA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0" t="12554" r="10171" b="11193"/>
          <a:stretch>
            <a:fillRect/>
          </a:stretch>
        </p:blipFill>
        <p:spPr>
          <a:xfrm>
            <a:off x="1458056" y="2907249"/>
            <a:ext cx="730673" cy="6928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4F65E8-D2BE-F417-8F8A-58FE65018CF9}"/>
              </a:ext>
            </a:extLst>
          </p:cNvPr>
          <p:cNvSpPr txBox="1"/>
          <p:nvPr/>
        </p:nvSpPr>
        <p:spPr>
          <a:xfrm>
            <a:off x="2369378" y="3115152"/>
            <a:ext cx="611070" cy="23096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F7DC6BC-320E-A1A8-A8ED-B0691D656383}"/>
              </a:ext>
            </a:extLst>
          </p:cNvPr>
          <p:cNvSpPr/>
          <p:nvPr/>
        </p:nvSpPr>
        <p:spPr>
          <a:xfrm rot="16200000">
            <a:off x="2407643" y="2970152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B8105F-88A9-52A3-CCA9-530DEEE2158D}"/>
              </a:ext>
            </a:extLst>
          </p:cNvPr>
          <p:cNvCxnSpPr>
            <a:endCxn id="7" idx="3"/>
          </p:cNvCxnSpPr>
          <p:nvPr/>
        </p:nvCxnSpPr>
        <p:spPr>
          <a:xfrm>
            <a:off x="1813272" y="1934514"/>
            <a:ext cx="0" cy="51435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901D204-D243-BDA8-D9F4-4ECDB26A68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5306" y="1514473"/>
            <a:ext cx="216172" cy="288230"/>
          </a:xfrm>
          <a:prstGeom prst="rect">
            <a:avLst/>
          </a:prstGeom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C70AF38A-1D58-99DD-C07F-5EA6967743F2}"/>
              </a:ext>
            </a:extLst>
          </p:cNvPr>
          <p:cNvSpPr/>
          <p:nvPr/>
        </p:nvSpPr>
        <p:spPr>
          <a:xfrm>
            <a:off x="3158054" y="2860286"/>
            <a:ext cx="277798" cy="742951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E89CD6-761C-AF8F-5ED7-8F6E7945D572}"/>
              </a:ext>
            </a:extLst>
          </p:cNvPr>
          <p:cNvSpPr txBox="1"/>
          <p:nvPr/>
        </p:nvSpPr>
        <p:spPr>
          <a:xfrm>
            <a:off x="3442202" y="2815136"/>
            <a:ext cx="4677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M quantifies the ability to succeed in the operational task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DDE17-1D54-F13B-C85D-FEE33584F108}"/>
              </a:ext>
            </a:extLst>
          </p:cNvPr>
          <p:cNvSpPr txBox="1"/>
          <p:nvPr/>
        </p:nvSpPr>
        <p:spPr>
          <a:xfrm>
            <a:off x="1115936" y="3841988"/>
            <a:ext cx="7361768" cy="40011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Examples of operational tasks: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0FB21-01AF-08C7-A4D4-E8D39AD279A4}"/>
              </a:ext>
            </a:extLst>
          </p:cNvPr>
          <p:cNvSpPr txBox="1"/>
          <p:nvPr/>
        </p:nvSpPr>
        <p:spPr>
          <a:xfrm>
            <a:off x="1361947" y="4181281"/>
            <a:ext cx="52705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Fidelity of teleportation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BAB503-49EE-3CBE-234F-7EFD6C3619AC}"/>
              </a:ext>
            </a:extLst>
          </p:cNvPr>
          <p:cNvSpPr txBox="1"/>
          <p:nvPr/>
        </p:nvSpPr>
        <p:spPr>
          <a:xfrm>
            <a:off x="9334500" y="571500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Success probability in state discrimination or state exclusion task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5D6E9-40AC-EC48-B40D-C51A961AAC94}"/>
              </a:ext>
            </a:extLst>
          </p:cNvPr>
          <p:cNvSpPr txBox="1"/>
          <p:nvPr/>
        </p:nvSpPr>
        <p:spPr>
          <a:xfrm>
            <a:off x="9499600" y="1501076"/>
            <a:ext cx="51689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Work of formation</a:t>
            </a:r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634354-74E0-4BF5-39C7-2EFAE5479526}"/>
              </a:ext>
            </a:extLst>
          </p:cNvPr>
          <p:cNvCxnSpPr>
            <a:cxnSpLocks/>
          </p:cNvCxnSpPr>
          <p:nvPr/>
        </p:nvCxnSpPr>
        <p:spPr>
          <a:xfrm>
            <a:off x="1159259" y="4366170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78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73EE-F165-96C0-7FA0-2D761A7E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645B3-AF49-4532-E041-EDBC804AF294}"/>
              </a:ext>
            </a:extLst>
          </p:cNvPr>
          <p:cNvSpPr txBox="1"/>
          <p:nvPr/>
        </p:nvSpPr>
        <p:spPr>
          <a:xfrm>
            <a:off x="499532" y="356457"/>
            <a:ext cx="817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 Interpretations of Resource Measures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EBFB62-11CD-6D41-60D3-E0D3059D5718}"/>
              </a:ext>
            </a:extLst>
          </p:cNvPr>
          <p:cNvSpPr txBox="1"/>
          <p:nvPr/>
        </p:nvSpPr>
        <p:spPr>
          <a:xfrm>
            <a:off x="1115936" y="3841988"/>
            <a:ext cx="7361768" cy="40011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Examples of operational tasks: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193F2-43B5-7897-B65B-9882E9B12DE8}"/>
              </a:ext>
            </a:extLst>
          </p:cNvPr>
          <p:cNvSpPr txBox="1"/>
          <p:nvPr/>
        </p:nvSpPr>
        <p:spPr>
          <a:xfrm>
            <a:off x="9334500" y="571500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Success probability in state discrimination or state exclusion task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1FCAD-F85C-8629-98B2-A07FF734E9A2}"/>
              </a:ext>
            </a:extLst>
          </p:cNvPr>
          <p:cNvSpPr txBox="1"/>
          <p:nvPr/>
        </p:nvSpPr>
        <p:spPr>
          <a:xfrm>
            <a:off x="9499600" y="1501076"/>
            <a:ext cx="51689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Work of formation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88839-5541-EFC2-5B2C-128264A5B3D2}"/>
              </a:ext>
            </a:extLst>
          </p:cNvPr>
          <p:cNvSpPr txBox="1"/>
          <p:nvPr/>
        </p:nvSpPr>
        <p:spPr>
          <a:xfrm>
            <a:off x="1246717" y="191522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LOCC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505BBA-8317-701C-0A12-402473ED2CCB}"/>
              </a:ext>
            </a:extLst>
          </p:cNvPr>
          <p:cNvSpPr txBox="1"/>
          <p:nvPr/>
        </p:nvSpPr>
        <p:spPr>
          <a:xfrm>
            <a:off x="1246717" y="238227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Separable States</a:t>
            </a:r>
          </a:p>
        </p:txBody>
      </p:sp>
      <p:pic>
        <p:nvPicPr>
          <p:cNvPr id="21" name="Picture 20" descr="A picture containing sketch&#10;&#10;Description automatically generated">
            <a:extLst>
              <a:ext uri="{FF2B5EF4-FFF2-40B4-BE49-F238E27FC236}">
                <a16:creationId xmlns:a16="http://schemas.microsoft.com/office/drawing/2014/main" id="{743D99E8-151C-9230-B015-71A1FE019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87" y="1908923"/>
            <a:ext cx="435403" cy="381933"/>
          </a:xfrm>
          <a:prstGeom prst="rect">
            <a:avLst/>
          </a:prstGeom>
        </p:spPr>
      </p:pic>
      <p:pic>
        <p:nvPicPr>
          <p:cNvPr id="22" name="Picture 21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4871E506-2F5F-D269-B737-B3A0AC275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25" y="2341885"/>
            <a:ext cx="499726" cy="45010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522A3D-FA50-67DE-FE51-3817DDBAE6B4}"/>
              </a:ext>
            </a:extLst>
          </p:cNvPr>
          <p:cNvSpPr/>
          <p:nvPr/>
        </p:nvSpPr>
        <p:spPr>
          <a:xfrm>
            <a:off x="402672" y="879677"/>
            <a:ext cx="8347045" cy="2513666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0A544-020A-0EAB-9638-0C6A995A6D17}"/>
              </a:ext>
            </a:extLst>
          </p:cNvPr>
          <p:cNvSpPr txBox="1"/>
          <p:nvPr/>
        </p:nvSpPr>
        <p:spPr>
          <a:xfrm>
            <a:off x="499532" y="1042959"/>
            <a:ext cx="5146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>
                <a:latin typeface="Rockwell" panose="02060603020205020403" pitchFamily="18" charset="0"/>
              </a:rPr>
              <a:t>Fidelity of Teleportation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61E2DD-6F63-5F60-0163-D038C3D346F5}"/>
              </a:ext>
            </a:extLst>
          </p:cNvPr>
          <p:cNvSpPr txBox="1"/>
          <p:nvPr/>
        </p:nvSpPr>
        <p:spPr>
          <a:xfrm>
            <a:off x="1361947" y="4181281"/>
            <a:ext cx="52705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Fidelity of teleportation</a:t>
            </a:r>
          </a:p>
          <a:p>
            <a:endParaRPr lang="en-GB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9EB991-DEFC-D164-F42B-C93785D49D3E}"/>
              </a:ext>
            </a:extLst>
          </p:cNvPr>
          <p:cNvCxnSpPr>
            <a:cxnSpLocks/>
          </p:cNvCxnSpPr>
          <p:nvPr/>
        </p:nvCxnSpPr>
        <p:spPr>
          <a:xfrm>
            <a:off x="1159259" y="4366170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B7CA76E-B62A-7AC7-7053-A7345E607EBD}"/>
              </a:ext>
            </a:extLst>
          </p:cNvPr>
          <p:cNvSpPr txBox="1"/>
          <p:nvPr/>
        </p:nvSpPr>
        <p:spPr>
          <a:xfrm>
            <a:off x="3917802" y="2194107"/>
            <a:ext cx="4656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Quantifier of the ability to successful teleport quantum information using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6ABDB3-C97A-7F78-CB43-27D6D8CE5377}"/>
              </a:ext>
            </a:extLst>
          </p:cNvPr>
          <p:cNvCxnSpPr>
            <a:stCxn id="30" idx="0"/>
          </p:cNvCxnSpPr>
          <p:nvPr/>
        </p:nvCxnSpPr>
        <p:spPr>
          <a:xfrm flipH="1" flipV="1">
            <a:off x="6244345" y="1754991"/>
            <a:ext cx="1552" cy="43911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54BEEEE8-0975-8491-2764-6DA592740B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372" y="1161228"/>
            <a:ext cx="4732620" cy="50616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9637BC3-0AC4-66E2-598E-048043952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41" t="25574" r="10223" b="-1"/>
          <a:stretch>
            <a:fillRect/>
          </a:stretch>
        </p:blipFill>
        <p:spPr>
          <a:xfrm>
            <a:off x="8179839" y="2577307"/>
            <a:ext cx="482016" cy="42937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91C4150-5B09-F9C6-9B39-3F1EBA9743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2250" y="3088121"/>
            <a:ext cx="720197" cy="21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C93D-9F8D-BAFB-9880-51A5D242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F980F-EAB9-FFBB-DFB1-E42E163DC8D8}"/>
              </a:ext>
            </a:extLst>
          </p:cNvPr>
          <p:cNvSpPr txBox="1"/>
          <p:nvPr/>
        </p:nvSpPr>
        <p:spPr>
          <a:xfrm>
            <a:off x="499532" y="356457"/>
            <a:ext cx="817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 Interpretations of Resource Measures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2230F2-40BB-B09D-1405-0885110BD523}"/>
              </a:ext>
            </a:extLst>
          </p:cNvPr>
          <p:cNvSpPr txBox="1"/>
          <p:nvPr/>
        </p:nvSpPr>
        <p:spPr>
          <a:xfrm>
            <a:off x="1115936" y="3841988"/>
            <a:ext cx="7361768" cy="40011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Examples of operational tasks: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79B48-1D3A-27B8-80C2-959BE358E9B4}"/>
              </a:ext>
            </a:extLst>
          </p:cNvPr>
          <p:cNvSpPr txBox="1"/>
          <p:nvPr/>
        </p:nvSpPr>
        <p:spPr>
          <a:xfrm>
            <a:off x="9334500" y="571500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Success probability in state discrimination or state exclusion task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5F822C-C636-75B8-3B18-FAC90839E572}"/>
              </a:ext>
            </a:extLst>
          </p:cNvPr>
          <p:cNvSpPr txBox="1"/>
          <p:nvPr/>
        </p:nvSpPr>
        <p:spPr>
          <a:xfrm>
            <a:off x="9499600" y="1501076"/>
            <a:ext cx="51689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Work of formation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15333-69D7-A27E-1B1A-7C7E4F826AF0}"/>
              </a:ext>
            </a:extLst>
          </p:cNvPr>
          <p:cNvSpPr txBox="1"/>
          <p:nvPr/>
        </p:nvSpPr>
        <p:spPr>
          <a:xfrm>
            <a:off x="1246717" y="191522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LOCC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0EACB-0DB7-E644-3157-000979D020BF}"/>
              </a:ext>
            </a:extLst>
          </p:cNvPr>
          <p:cNvSpPr txBox="1"/>
          <p:nvPr/>
        </p:nvSpPr>
        <p:spPr>
          <a:xfrm>
            <a:off x="1246717" y="2382273"/>
            <a:ext cx="232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=  Separable States</a:t>
            </a:r>
          </a:p>
        </p:txBody>
      </p:sp>
      <p:pic>
        <p:nvPicPr>
          <p:cNvPr id="21" name="Picture 20" descr="A picture containing sketch&#10;&#10;Description automatically generated">
            <a:extLst>
              <a:ext uri="{FF2B5EF4-FFF2-40B4-BE49-F238E27FC236}">
                <a16:creationId xmlns:a16="http://schemas.microsoft.com/office/drawing/2014/main" id="{0AF862CB-2C53-AFA8-41A0-C7F9DAAAE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87" y="1908923"/>
            <a:ext cx="435403" cy="381933"/>
          </a:xfrm>
          <a:prstGeom prst="rect">
            <a:avLst/>
          </a:prstGeom>
        </p:spPr>
      </p:pic>
      <p:pic>
        <p:nvPicPr>
          <p:cNvPr id="22" name="Picture 21" descr="A black lett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21F23F15-B86C-54BF-556A-A0B22D496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25" y="2341885"/>
            <a:ext cx="499726" cy="45010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F846E9B-0A42-57F1-CDDE-E1B6DF3401F5}"/>
              </a:ext>
            </a:extLst>
          </p:cNvPr>
          <p:cNvSpPr/>
          <p:nvPr/>
        </p:nvSpPr>
        <p:spPr>
          <a:xfrm>
            <a:off x="402672" y="879677"/>
            <a:ext cx="8347045" cy="2513666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309827-D6DF-F4BB-C647-21E53F69F174}"/>
              </a:ext>
            </a:extLst>
          </p:cNvPr>
          <p:cNvSpPr txBox="1"/>
          <p:nvPr/>
        </p:nvSpPr>
        <p:spPr>
          <a:xfrm>
            <a:off x="499532" y="1042959"/>
            <a:ext cx="5146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>
                <a:latin typeface="Rockwell" panose="02060603020205020403" pitchFamily="18" charset="0"/>
              </a:rPr>
              <a:t>Fidelity of Teleportation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1632B-3484-E739-F1AD-2A92D9DB61C6}"/>
              </a:ext>
            </a:extLst>
          </p:cNvPr>
          <p:cNvSpPr txBox="1"/>
          <p:nvPr/>
        </p:nvSpPr>
        <p:spPr>
          <a:xfrm>
            <a:off x="1361947" y="4181281"/>
            <a:ext cx="52705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Fidelity of teleportation</a:t>
            </a:r>
          </a:p>
          <a:p>
            <a:endParaRPr lang="en-GB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30269A3-9260-92C6-22BF-12EE92011682}"/>
              </a:ext>
            </a:extLst>
          </p:cNvPr>
          <p:cNvCxnSpPr>
            <a:cxnSpLocks/>
          </p:cNvCxnSpPr>
          <p:nvPr/>
        </p:nvCxnSpPr>
        <p:spPr>
          <a:xfrm>
            <a:off x="1159259" y="4366170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4B93D9D0-FE58-F01A-3EA0-9BCDCE71B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372" y="1161228"/>
            <a:ext cx="4732620" cy="50616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C86CFF4-5A16-2988-5B0D-AC9CF6FB83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5793" y="2407611"/>
            <a:ext cx="4283777" cy="45010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2482BA-DE12-1C8C-1188-9E206F062A92}"/>
              </a:ext>
            </a:extLst>
          </p:cNvPr>
          <p:cNvCxnSpPr/>
          <p:nvPr/>
        </p:nvCxnSpPr>
        <p:spPr>
          <a:xfrm>
            <a:off x="6273800" y="1649550"/>
            <a:ext cx="0" cy="635005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6F7E2-62AF-2096-8AA8-BC9C46E1C46A}"/>
              </a:ext>
            </a:extLst>
          </p:cNvPr>
          <p:cNvSpPr/>
          <p:nvPr/>
        </p:nvSpPr>
        <p:spPr>
          <a:xfrm>
            <a:off x="3767672" y="1058526"/>
            <a:ext cx="4904690" cy="72383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744F0-0EE4-4A18-AE10-A9F62F8CF338}"/>
              </a:ext>
            </a:extLst>
          </p:cNvPr>
          <p:cNvSpPr/>
          <p:nvPr/>
        </p:nvSpPr>
        <p:spPr>
          <a:xfrm>
            <a:off x="3917802" y="2235050"/>
            <a:ext cx="4656190" cy="723835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F5E02A6-177F-8883-8692-045509B190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12250" y="3088121"/>
            <a:ext cx="720197" cy="21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1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E8292-5150-80FA-1FE0-0C2C277F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7B918-2001-70C0-835C-7F557D01A6C5}"/>
              </a:ext>
            </a:extLst>
          </p:cNvPr>
          <p:cNvSpPr txBox="1"/>
          <p:nvPr/>
        </p:nvSpPr>
        <p:spPr>
          <a:xfrm>
            <a:off x="499532" y="356457"/>
            <a:ext cx="8172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Operation Interpretations of Resource Measures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AC949BF-CA9A-8B88-EDC0-8663BF549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85" y="1104940"/>
            <a:ext cx="2488815" cy="328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29AB8F-37CD-466F-27EB-78D2ECC913B3}"/>
              </a:ext>
            </a:extLst>
          </p:cNvPr>
          <p:cNvSpPr txBox="1"/>
          <p:nvPr/>
        </p:nvSpPr>
        <p:spPr>
          <a:xfrm>
            <a:off x="1115936" y="2730443"/>
            <a:ext cx="1414914" cy="102990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679D9CF-C756-E5F6-5190-77F815CA1C51}"/>
              </a:ext>
            </a:extLst>
          </p:cNvPr>
          <p:cNvSpPr/>
          <p:nvPr/>
        </p:nvSpPr>
        <p:spPr>
          <a:xfrm rot="10800000">
            <a:off x="1441797" y="2515793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6E787-93F3-C373-752B-4C8034E78CE9}"/>
              </a:ext>
            </a:extLst>
          </p:cNvPr>
          <p:cNvSpPr txBox="1"/>
          <p:nvPr/>
        </p:nvSpPr>
        <p:spPr>
          <a:xfrm>
            <a:off x="1293667" y="2860287"/>
            <a:ext cx="1059452" cy="770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96C839-C834-2813-901F-ED70D5E5C3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0" t="12554" r="10171" b="11193"/>
          <a:stretch>
            <a:fillRect/>
          </a:stretch>
        </p:blipFill>
        <p:spPr>
          <a:xfrm>
            <a:off x="1458056" y="2907249"/>
            <a:ext cx="730673" cy="6928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F306DF-A3BF-B1C8-1999-208EBC41BA38}"/>
              </a:ext>
            </a:extLst>
          </p:cNvPr>
          <p:cNvSpPr txBox="1"/>
          <p:nvPr/>
        </p:nvSpPr>
        <p:spPr>
          <a:xfrm>
            <a:off x="2369378" y="3115152"/>
            <a:ext cx="611070" cy="23096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8443066F-B4E1-E250-B674-8159807943FE}"/>
              </a:ext>
            </a:extLst>
          </p:cNvPr>
          <p:cNvSpPr/>
          <p:nvPr/>
        </p:nvSpPr>
        <p:spPr>
          <a:xfrm rot="16200000">
            <a:off x="2407643" y="2970152"/>
            <a:ext cx="742950" cy="52322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C50124-A0CF-6EEC-CA32-F3F106415C17}"/>
              </a:ext>
            </a:extLst>
          </p:cNvPr>
          <p:cNvCxnSpPr>
            <a:endCxn id="7" idx="3"/>
          </p:cNvCxnSpPr>
          <p:nvPr/>
        </p:nvCxnSpPr>
        <p:spPr>
          <a:xfrm>
            <a:off x="1813272" y="1934514"/>
            <a:ext cx="0" cy="51435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7BA6CFD2-0B3F-B1D2-2585-91E4A17F5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5306" y="1514473"/>
            <a:ext cx="216172" cy="288230"/>
          </a:xfrm>
          <a:prstGeom prst="rect">
            <a:avLst/>
          </a:prstGeom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5B505A4B-4EB4-9302-113E-754BF42CBF85}"/>
              </a:ext>
            </a:extLst>
          </p:cNvPr>
          <p:cNvSpPr/>
          <p:nvPr/>
        </p:nvSpPr>
        <p:spPr>
          <a:xfrm>
            <a:off x="3158054" y="2860286"/>
            <a:ext cx="277798" cy="742951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FDF5C4-5666-5107-B080-C51DC6C15BA4}"/>
              </a:ext>
            </a:extLst>
          </p:cNvPr>
          <p:cNvSpPr txBox="1"/>
          <p:nvPr/>
        </p:nvSpPr>
        <p:spPr>
          <a:xfrm>
            <a:off x="3442202" y="2815136"/>
            <a:ext cx="4677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M quantifies the ability to succeed in the operational task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14181-B27B-DC66-C2D2-10907190CA81}"/>
              </a:ext>
            </a:extLst>
          </p:cNvPr>
          <p:cNvSpPr txBox="1"/>
          <p:nvPr/>
        </p:nvSpPr>
        <p:spPr>
          <a:xfrm>
            <a:off x="1115936" y="3841988"/>
            <a:ext cx="7361768" cy="40011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Examples of operational tasks: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F6505-0B76-F64F-3A9D-E012E46E1837}"/>
              </a:ext>
            </a:extLst>
          </p:cNvPr>
          <p:cNvSpPr txBox="1"/>
          <p:nvPr/>
        </p:nvSpPr>
        <p:spPr>
          <a:xfrm>
            <a:off x="1361947" y="4181281"/>
            <a:ext cx="52705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Fidelity of teleportation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9E5C9-0EAB-0C2D-8A8F-7F7C819B9946}"/>
              </a:ext>
            </a:extLst>
          </p:cNvPr>
          <p:cNvSpPr txBox="1"/>
          <p:nvPr/>
        </p:nvSpPr>
        <p:spPr>
          <a:xfrm>
            <a:off x="1361947" y="4490243"/>
            <a:ext cx="745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Success probability in state discrimination or state exclusion task</a:t>
            </a:r>
            <a:endParaRPr lang="en-GB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A8F51-0D61-F8EA-0D1B-9B773B851AB1}"/>
              </a:ext>
            </a:extLst>
          </p:cNvPr>
          <p:cNvSpPr txBox="1"/>
          <p:nvPr/>
        </p:nvSpPr>
        <p:spPr>
          <a:xfrm>
            <a:off x="1342897" y="4787043"/>
            <a:ext cx="51689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Work of formation</a:t>
            </a:r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8CFC3F-6BD8-B10B-9CE3-55BD5AF03246}"/>
              </a:ext>
            </a:extLst>
          </p:cNvPr>
          <p:cNvCxnSpPr>
            <a:cxnSpLocks/>
          </p:cNvCxnSpPr>
          <p:nvPr/>
        </p:nvCxnSpPr>
        <p:spPr>
          <a:xfrm>
            <a:off x="1159259" y="4366170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75802F-5B6A-5F74-E066-BBD37FC1D410}"/>
              </a:ext>
            </a:extLst>
          </p:cNvPr>
          <p:cNvCxnSpPr>
            <a:cxnSpLocks/>
          </p:cNvCxnSpPr>
          <p:nvPr/>
        </p:nvCxnSpPr>
        <p:spPr>
          <a:xfrm>
            <a:off x="1148352" y="4686037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4A5F2C-BEB2-05B1-F72C-F02307020FC6}"/>
              </a:ext>
            </a:extLst>
          </p:cNvPr>
          <p:cNvCxnSpPr>
            <a:cxnSpLocks/>
          </p:cNvCxnSpPr>
          <p:nvPr/>
        </p:nvCxnSpPr>
        <p:spPr>
          <a:xfrm>
            <a:off x="1148352" y="4978137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733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0F93-E468-04A0-8665-792603A1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72BD081-383B-3A0E-E008-D2212E77D393}"/>
              </a:ext>
            </a:extLst>
          </p:cNvPr>
          <p:cNvSpPr txBox="1"/>
          <p:nvPr/>
        </p:nvSpPr>
        <p:spPr>
          <a:xfrm>
            <a:off x="178895" y="415252"/>
            <a:ext cx="87862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3200" b="1" dirty="0">
                <a:latin typeface="Rockwell" panose="02060603020205020403" pitchFamily="18" charset="0"/>
              </a:rPr>
              <a:t>In Summary</a:t>
            </a:r>
            <a:r>
              <a:rPr lang="en-US" sz="3200" dirty="0">
                <a:latin typeface="Rockwell" panose="02060603020205020403" pitchFamily="18" charset="0"/>
              </a:rPr>
              <a:t>:</a:t>
            </a:r>
          </a:p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2800" dirty="0">
                <a:latin typeface="Rockwell" panose="02060603020205020403" pitchFamily="18" charset="0"/>
              </a:rPr>
              <a:t> </a:t>
            </a:r>
            <a:endParaRPr lang="en-GB" sz="2800" dirty="0">
              <a:latin typeface="Rockwell" panose="02060603020205020403" pitchFamily="18" charset="0"/>
            </a:endParaRPr>
          </a:p>
        </p:txBody>
      </p:sp>
      <p:pic>
        <p:nvPicPr>
          <p:cNvPr id="2" name="Picture 1" descr="A picture containing font, white, symbol, graphics&#10;&#10;Description automatically generated">
            <a:extLst>
              <a:ext uri="{FF2B5EF4-FFF2-40B4-BE49-F238E27FC236}">
                <a16:creationId xmlns:a16="http://schemas.microsoft.com/office/drawing/2014/main" id="{4BB0A63E-FC01-97B4-1452-BB4E27A45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05" y="1649098"/>
            <a:ext cx="2996281" cy="70437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1BA142-A259-BCE2-ECEF-E9CA69AA10D7}"/>
              </a:ext>
            </a:extLst>
          </p:cNvPr>
          <p:cNvCxnSpPr>
            <a:cxnSpLocks/>
          </p:cNvCxnSpPr>
          <p:nvPr/>
        </p:nvCxnSpPr>
        <p:spPr>
          <a:xfrm flipH="1">
            <a:off x="3284522" y="2336370"/>
            <a:ext cx="1365083" cy="73875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4F2086-5386-3F40-D2CE-C5B09A9365AF}"/>
              </a:ext>
            </a:extLst>
          </p:cNvPr>
          <p:cNvSpPr txBox="1"/>
          <p:nvPr/>
        </p:nvSpPr>
        <p:spPr>
          <a:xfrm>
            <a:off x="1357163" y="4238709"/>
            <a:ext cx="3821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Rockwell" panose="02060603020205020403" pitchFamily="18" charset="0"/>
              </a:rPr>
              <a:t>Quantum Channels</a:t>
            </a:r>
            <a:r>
              <a:rPr lang="en-GB" sz="1800" dirty="0">
                <a:latin typeface="Rockwell" panose="02060603020205020403" pitchFamily="18" charset="0"/>
              </a:rPr>
              <a:t>:  </a:t>
            </a:r>
          </a:p>
          <a:p>
            <a:pPr algn="ctr"/>
            <a:r>
              <a:rPr lang="en-GB" sz="1400" dirty="0">
                <a:latin typeface="Rockwell" panose="02060603020205020403" pitchFamily="18" charset="0"/>
              </a:rPr>
              <a:t>Complete Positive Trace Preserving Map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D1CBB-7539-4CB5-3BD8-AB4274DDFB0B}"/>
              </a:ext>
            </a:extLst>
          </p:cNvPr>
          <p:cNvSpPr txBox="1"/>
          <p:nvPr/>
        </p:nvSpPr>
        <p:spPr>
          <a:xfrm>
            <a:off x="5144011" y="4216404"/>
            <a:ext cx="3821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Rockwell" panose="02060603020205020403" pitchFamily="18" charset="0"/>
              </a:rPr>
              <a:t>Quantum States</a:t>
            </a:r>
            <a:r>
              <a:rPr lang="en-GB" sz="1800" dirty="0">
                <a:latin typeface="Rockwell" panose="02060603020205020403" pitchFamily="18" charset="0"/>
              </a:rPr>
              <a:t>:  </a:t>
            </a:r>
          </a:p>
          <a:p>
            <a:pPr algn="ctr"/>
            <a:r>
              <a:rPr lang="en-GB" sz="1400" dirty="0">
                <a:latin typeface="Rockwell" panose="02060603020205020403" pitchFamily="18" charset="0"/>
              </a:rPr>
              <a:t>Positive semi-definite, trace one, operators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A6E785-6AC0-93FE-F51B-6AFB0020F029}"/>
              </a:ext>
            </a:extLst>
          </p:cNvPr>
          <p:cNvSpPr txBox="1"/>
          <p:nvPr/>
        </p:nvSpPr>
        <p:spPr>
          <a:xfrm>
            <a:off x="1373975" y="3147716"/>
            <a:ext cx="382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latin typeface="Rockwell" panose="02060603020205020403" pitchFamily="18" charset="0"/>
              </a:rPr>
              <a:t>Allowed Operations</a:t>
            </a:r>
            <a:endParaRPr lang="en-GB" sz="1400" dirty="0">
              <a:latin typeface="Rockwell" panose="020606030202050204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AEE8B-685F-CAB5-1276-D5768603AFE3}"/>
              </a:ext>
            </a:extLst>
          </p:cNvPr>
          <p:cNvSpPr txBox="1"/>
          <p:nvPr/>
        </p:nvSpPr>
        <p:spPr>
          <a:xfrm>
            <a:off x="4996697" y="3125411"/>
            <a:ext cx="382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latin typeface="Rockwell" panose="02060603020205020403" pitchFamily="18" charset="0"/>
              </a:rPr>
              <a:t>Free Objects</a:t>
            </a:r>
            <a:endParaRPr lang="en-GB" sz="1400" dirty="0">
              <a:latin typeface="Rockwell" panose="02060603020205020403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9B55FB-A7CC-B309-7DCA-ABA935ECBD7D}"/>
              </a:ext>
            </a:extLst>
          </p:cNvPr>
          <p:cNvCxnSpPr>
            <a:cxnSpLocks/>
          </p:cNvCxnSpPr>
          <p:nvPr/>
        </p:nvCxnSpPr>
        <p:spPr>
          <a:xfrm>
            <a:off x="3267710" y="3584059"/>
            <a:ext cx="0" cy="58763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C1141C-FE20-DECC-D794-A6F79B1CB0F7}"/>
              </a:ext>
            </a:extLst>
          </p:cNvPr>
          <p:cNvCxnSpPr>
            <a:cxnSpLocks/>
          </p:cNvCxnSpPr>
          <p:nvPr/>
        </p:nvCxnSpPr>
        <p:spPr>
          <a:xfrm>
            <a:off x="5377320" y="2319641"/>
            <a:ext cx="1365083" cy="73875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C7C8D-4AB9-8273-DC29-17862E90DD27}"/>
              </a:ext>
            </a:extLst>
          </p:cNvPr>
          <p:cNvCxnSpPr>
            <a:cxnSpLocks/>
          </p:cNvCxnSpPr>
          <p:nvPr/>
        </p:nvCxnSpPr>
        <p:spPr>
          <a:xfrm>
            <a:off x="6976110" y="3584059"/>
            <a:ext cx="0" cy="58763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11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F6C6-8EC7-EF31-111F-D8BCD83B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F2630C7-3525-FEF2-0607-56F996992188}"/>
              </a:ext>
            </a:extLst>
          </p:cNvPr>
          <p:cNvSpPr txBox="1"/>
          <p:nvPr/>
        </p:nvSpPr>
        <p:spPr>
          <a:xfrm>
            <a:off x="178895" y="415252"/>
            <a:ext cx="878620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3200" b="1" dirty="0">
                <a:latin typeface="Rockwell" panose="02060603020205020403" pitchFamily="18" charset="0"/>
              </a:rPr>
              <a:t>In Summary</a:t>
            </a:r>
            <a:r>
              <a:rPr lang="en-US" sz="3200" dirty="0">
                <a:latin typeface="Rockwell" panose="02060603020205020403" pitchFamily="18" charset="0"/>
              </a:rPr>
              <a:t>:</a:t>
            </a:r>
          </a:p>
          <a:p>
            <a:pPr algn="ctr"/>
            <a:endParaRPr lang="en-US" sz="2800" dirty="0">
              <a:latin typeface="Rockwell" panose="02060603020205020403" pitchFamily="18" charset="0"/>
            </a:endParaRPr>
          </a:p>
          <a:p>
            <a:pPr algn="ctr"/>
            <a:r>
              <a:rPr lang="en-US" sz="2800" dirty="0">
                <a:latin typeface="Rockwell" panose="02060603020205020403" pitchFamily="18" charset="0"/>
              </a:rPr>
              <a:t> </a:t>
            </a:r>
            <a:endParaRPr lang="en-GB" sz="2800" dirty="0">
              <a:latin typeface="Rockwell" panose="02060603020205020403" pitchFamily="18" charset="0"/>
            </a:endParaRPr>
          </a:p>
        </p:txBody>
      </p:sp>
      <p:pic>
        <p:nvPicPr>
          <p:cNvPr id="2" name="Picture 1" descr="A picture containing font, white, symbol, graphics&#10;&#10;Description automatically generated">
            <a:extLst>
              <a:ext uri="{FF2B5EF4-FFF2-40B4-BE49-F238E27FC236}">
                <a16:creationId xmlns:a16="http://schemas.microsoft.com/office/drawing/2014/main" id="{0229FBEF-10E7-9D0F-17DE-C14EF3106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05" y="1649098"/>
            <a:ext cx="2996281" cy="704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2C20FD-3787-6F13-93E1-09BFE6AE72C6}"/>
              </a:ext>
            </a:extLst>
          </p:cNvPr>
          <p:cNvSpPr txBox="1"/>
          <p:nvPr/>
        </p:nvSpPr>
        <p:spPr>
          <a:xfrm>
            <a:off x="2888505" y="2662021"/>
            <a:ext cx="7586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 Measures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2E820B-E6DB-AB69-0BE0-413F01FAD1E6}"/>
              </a:ext>
            </a:extLst>
          </p:cNvPr>
          <p:cNvCxnSpPr>
            <a:cxnSpLocks/>
          </p:cNvCxnSpPr>
          <p:nvPr/>
        </p:nvCxnSpPr>
        <p:spPr>
          <a:xfrm>
            <a:off x="1490557" y="4405297"/>
            <a:ext cx="312843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86F06B3-22C3-A308-3B97-0C42ADA28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4245" y="3427015"/>
            <a:ext cx="3775510" cy="498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99D7A2-DDB6-0EFF-449E-0F5C2F6A4D19}"/>
              </a:ext>
            </a:extLst>
          </p:cNvPr>
          <p:cNvSpPr txBox="1"/>
          <p:nvPr/>
        </p:nvSpPr>
        <p:spPr>
          <a:xfrm>
            <a:off x="1803400" y="4226956"/>
            <a:ext cx="611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In general, they do not capture the full partial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D42BD-AC2A-76E5-6391-148983FB76BB}"/>
              </a:ext>
            </a:extLst>
          </p:cNvPr>
          <p:cNvSpPr txBox="1"/>
          <p:nvPr/>
        </p:nvSpPr>
        <p:spPr>
          <a:xfrm>
            <a:off x="1803400" y="4627521"/>
            <a:ext cx="611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Aim to give them operational interpretations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C49DC5-E6C7-BBAB-C120-BF7F53D4E0ED}"/>
              </a:ext>
            </a:extLst>
          </p:cNvPr>
          <p:cNvCxnSpPr>
            <a:cxnSpLocks/>
          </p:cNvCxnSpPr>
          <p:nvPr/>
        </p:nvCxnSpPr>
        <p:spPr>
          <a:xfrm>
            <a:off x="1490557" y="4837097"/>
            <a:ext cx="312843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38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61DE-A201-FBCC-D0D5-D0C24836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9EE20-CB18-BAEB-F004-D55C91C8AC39}"/>
              </a:ext>
            </a:extLst>
          </p:cNvPr>
          <p:cNvSpPr txBox="1"/>
          <p:nvPr/>
        </p:nvSpPr>
        <p:spPr>
          <a:xfrm>
            <a:off x="738187" y="1069271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Resource Enhancement in Quantum Resource Theories </a:t>
            </a:r>
          </a:p>
        </p:txBody>
      </p:sp>
    </p:spTree>
    <p:extLst>
      <p:ext uri="{BB962C8B-B14F-4D97-AF65-F5344CB8AC3E}">
        <p14:creationId xmlns:p14="http://schemas.microsoft.com/office/powerpoint/2010/main" val="3896315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4FDC-90E7-A7D7-3D2B-9CAC4C8E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C703D-A3AB-80D8-CF97-81B5091C8C22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C12AAB-C84F-1BCF-725B-BF5861657992}"/>
              </a:ext>
            </a:extLst>
          </p:cNvPr>
          <p:cNvSpPr txBox="1"/>
          <p:nvPr/>
        </p:nvSpPr>
        <p:spPr>
          <a:xfrm>
            <a:off x="577516" y="1376413"/>
            <a:ext cx="80563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A resource is a useful property.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There is therefore an incentive to increase the amount one has.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However, allowed operations are resource non-generating. </a:t>
            </a:r>
          </a:p>
        </p:txBody>
      </p:sp>
    </p:spTree>
    <p:extLst>
      <p:ext uri="{BB962C8B-B14F-4D97-AF65-F5344CB8AC3E}">
        <p14:creationId xmlns:p14="http://schemas.microsoft.com/office/powerpoint/2010/main" val="174380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AD05-4A82-DAFF-0E96-ABCA2FCF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4BCE7-DCAC-33BB-0249-BA164A67E924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F4647E-BE2D-6A43-BF4C-24B18CA54BC8}"/>
              </a:ext>
            </a:extLst>
          </p:cNvPr>
          <p:cNvSpPr txBox="1"/>
          <p:nvPr/>
        </p:nvSpPr>
        <p:spPr>
          <a:xfrm>
            <a:off x="913242" y="1538438"/>
            <a:ext cx="805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Global resource non-generating operations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0E04A9F-F599-A428-1241-9D4B61479568}"/>
              </a:ext>
            </a:extLst>
          </p:cNvPr>
          <p:cNvCxnSpPr>
            <a:cxnSpLocks/>
          </p:cNvCxnSpPr>
          <p:nvPr/>
        </p:nvCxnSpPr>
        <p:spPr>
          <a:xfrm>
            <a:off x="4580467" y="2273419"/>
            <a:ext cx="0" cy="58763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0812883-074C-FB8E-389E-7DE025C19BE6}"/>
              </a:ext>
            </a:extLst>
          </p:cNvPr>
          <p:cNvSpPr txBox="1"/>
          <p:nvPr/>
        </p:nvSpPr>
        <p:spPr>
          <a:xfrm>
            <a:off x="913242" y="2976565"/>
            <a:ext cx="805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Locally resource increasing in some subspace</a:t>
            </a:r>
          </a:p>
        </p:txBody>
      </p:sp>
    </p:spTree>
    <p:extLst>
      <p:ext uri="{BB962C8B-B14F-4D97-AF65-F5344CB8AC3E}">
        <p14:creationId xmlns:p14="http://schemas.microsoft.com/office/powerpoint/2010/main" val="3482551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B015-5129-C41C-46B7-0B07BBC1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430F7D-82A9-086F-0ADC-CC6397CDFF9A}"/>
              </a:ext>
            </a:extLst>
          </p:cNvPr>
          <p:cNvSpPr/>
          <p:nvPr/>
        </p:nvSpPr>
        <p:spPr>
          <a:xfrm>
            <a:off x="4809067" y="1811866"/>
            <a:ext cx="1320800" cy="2053155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C40A-4794-37DD-2D27-D168DD09B984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6792B0F-948D-80CD-8D29-93068AF2A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1216" y="2502696"/>
            <a:ext cx="356130" cy="4748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B15B7D-40B2-8659-AEE1-0DE2D0AD7A9A}"/>
              </a:ext>
            </a:extLst>
          </p:cNvPr>
          <p:cNvCxnSpPr>
            <a:cxnSpLocks/>
          </p:cNvCxnSpPr>
          <p:nvPr/>
        </p:nvCxnSpPr>
        <p:spPr>
          <a:xfrm>
            <a:off x="3603414" y="2657815"/>
            <a:ext cx="731520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EBED2-636C-724C-B8F4-E3A959A3CF77}"/>
              </a:ext>
            </a:extLst>
          </p:cNvPr>
          <p:cNvSpPr/>
          <p:nvPr/>
        </p:nvSpPr>
        <p:spPr>
          <a:xfrm>
            <a:off x="4809067" y="1811867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06F9EC-09D3-F5FB-A0E6-F9C06F3B39A3}"/>
              </a:ext>
            </a:extLst>
          </p:cNvPr>
          <p:cNvSpPr/>
          <p:nvPr/>
        </p:nvSpPr>
        <p:spPr>
          <a:xfrm>
            <a:off x="5278967" y="1606550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A03550-9F8A-AE4F-0753-77485FBA97B9}"/>
              </a:ext>
            </a:extLst>
          </p:cNvPr>
          <p:cNvCxnSpPr/>
          <p:nvPr/>
        </p:nvCxnSpPr>
        <p:spPr>
          <a:xfrm>
            <a:off x="4809067" y="23343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48BB70-C5CD-D3E4-23C2-B960C13C0AF9}"/>
              </a:ext>
            </a:extLst>
          </p:cNvPr>
          <p:cNvCxnSpPr/>
          <p:nvPr/>
        </p:nvCxnSpPr>
        <p:spPr>
          <a:xfrm>
            <a:off x="4809067" y="286455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DEC743-A999-399E-A0EE-CD901B3F3E9C}"/>
              </a:ext>
            </a:extLst>
          </p:cNvPr>
          <p:cNvCxnSpPr/>
          <p:nvPr/>
        </p:nvCxnSpPr>
        <p:spPr>
          <a:xfrm>
            <a:off x="4809067" y="33757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33B0B2-8A8D-8123-B79F-F31D01C3F3AB}"/>
              </a:ext>
            </a:extLst>
          </p:cNvPr>
          <p:cNvSpPr txBox="1"/>
          <p:nvPr/>
        </p:nvSpPr>
        <p:spPr>
          <a:xfrm>
            <a:off x="2512194" y="4299971"/>
            <a:ext cx="7998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Maximally Resourceful </a:t>
            </a:r>
          </a:p>
        </p:txBody>
      </p:sp>
    </p:spTree>
    <p:extLst>
      <p:ext uri="{BB962C8B-B14F-4D97-AF65-F5344CB8AC3E}">
        <p14:creationId xmlns:p14="http://schemas.microsoft.com/office/powerpoint/2010/main" val="390264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5EEA-FCAA-E11D-B1A9-079C602C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F3405-9220-8415-8355-6BA8DBF1E1C6}"/>
              </a:ext>
            </a:extLst>
          </p:cNvPr>
          <p:cNvSpPr/>
          <p:nvPr/>
        </p:nvSpPr>
        <p:spPr>
          <a:xfrm>
            <a:off x="4809067" y="2657815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BA20C-55D8-4F28-B693-D3AD8FF5F567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EB6F60-C797-851A-7D9D-430A7427A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1216" y="2502696"/>
            <a:ext cx="356130" cy="4748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C889C7-CABE-BB32-F961-943C417EF649}"/>
              </a:ext>
            </a:extLst>
          </p:cNvPr>
          <p:cNvCxnSpPr>
            <a:cxnSpLocks/>
          </p:cNvCxnSpPr>
          <p:nvPr/>
        </p:nvCxnSpPr>
        <p:spPr>
          <a:xfrm>
            <a:off x="3603414" y="2657815"/>
            <a:ext cx="731520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43AA5B0-77B3-A282-19D1-F0EA2DE1B383}"/>
              </a:ext>
            </a:extLst>
          </p:cNvPr>
          <p:cNvSpPr/>
          <p:nvPr/>
        </p:nvSpPr>
        <p:spPr>
          <a:xfrm>
            <a:off x="4809067" y="1811867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B5AE32-1C68-7958-25FE-3AADF2100060}"/>
              </a:ext>
            </a:extLst>
          </p:cNvPr>
          <p:cNvSpPr/>
          <p:nvPr/>
        </p:nvSpPr>
        <p:spPr>
          <a:xfrm>
            <a:off x="5278967" y="1606550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6AD2F6-1B00-EDAA-BACB-31951CF905E5}"/>
              </a:ext>
            </a:extLst>
          </p:cNvPr>
          <p:cNvCxnSpPr/>
          <p:nvPr/>
        </p:nvCxnSpPr>
        <p:spPr>
          <a:xfrm>
            <a:off x="4809067" y="23343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D1AC09-027A-8C20-ECE6-2E66731442A6}"/>
              </a:ext>
            </a:extLst>
          </p:cNvPr>
          <p:cNvCxnSpPr/>
          <p:nvPr/>
        </p:nvCxnSpPr>
        <p:spPr>
          <a:xfrm>
            <a:off x="4809067" y="286455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8379F1-6430-57F5-C1B9-0007752258C4}"/>
              </a:ext>
            </a:extLst>
          </p:cNvPr>
          <p:cNvCxnSpPr/>
          <p:nvPr/>
        </p:nvCxnSpPr>
        <p:spPr>
          <a:xfrm>
            <a:off x="4809067" y="33757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5484AB-F540-FA28-B97E-2363E191B449}"/>
              </a:ext>
            </a:extLst>
          </p:cNvPr>
          <p:cNvSpPr txBox="1"/>
          <p:nvPr/>
        </p:nvSpPr>
        <p:spPr>
          <a:xfrm>
            <a:off x="2512194" y="4299971"/>
            <a:ext cx="7998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Partially Resourceful </a:t>
            </a:r>
          </a:p>
        </p:txBody>
      </p:sp>
    </p:spTree>
    <p:extLst>
      <p:ext uri="{BB962C8B-B14F-4D97-AF65-F5344CB8AC3E}">
        <p14:creationId xmlns:p14="http://schemas.microsoft.com/office/powerpoint/2010/main" val="24371277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1D98-62E9-6A60-1F57-2D1BD212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927817-7333-9590-85C0-875059C98895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B672F4-A084-5357-DFD8-1F86203B7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1216" y="2502696"/>
            <a:ext cx="356130" cy="4748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F62CC3-8562-C48D-AAA2-635631C3D4F3}"/>
              </a:ext>
            </a:extLst>
          </p:cNvPr>
          <p:cNvCxnSpPr>
            <a:cxnSpLocks/>
          </p:cNvCxnSpPr>
          <p:nvPr/>
        </p:nvCxnSpPr>
        <p:spPr>
          <a:xfrm>
            <a:off x="3603414" y="2657815"/>
            <a:ext cx="731520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05AD6-8A67-C262-3ACA-753B8FD8C579}"/>
              </a:ext>
            </a:extLst>
          </p:cNvPr>
          <p:cNvSpPr/>
          <p:nvPr/>
        </p:nvSpPr>
        <p:spPr>
          <a:xfrm>
            <a:off x="4809067" y="1811867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5F5F5-507A-F443-8D61-110C837E8715}"/>
              </a:ext>
            </a:extLst>
          </p:cNvPr>
          <p:cNvSpPr/>
          <p:nvPr/>
        </p:nvSpPr>
        <p:spPr>
          <a:xfrm>
            <a:off x="5278967" y="1606550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2940F4-D078-00C4-0252-0CA4614431FA}"/>
              </a:ext>
            </a:extLst>
          </p:cNvPr>
          <p:cNvCxnSpPr/>
          <p:nvPr/>
        </p:nvCxnSpPr>
        <p:spPr>
          <a:xfrm>
            <a:off x="4809067" y="23343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18FC38-BB89-D4C3-07CE-3BFE7EBC3D2F}"/>
              </a:ext>
            </a:extLst>
          </p:cNvPr>
          <p:cNvCxnSpPr/>
          <p:nvPr/>
        </p:nvCxnSpPr>
        <p:spPr>
          <a:xfrm>
            <a:off x="4809067" y="286455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7ACE1D-C59E-D482-7929-EC1C985CD2ED}"/>
              </a:ext>
            </a:extLst>
          </p:cNvPr>
          <p:cNvCxnSpPr/>
          <p:nvPr/>
        </p:nvCxnSpPr>
        <p:spPr>
          <a:xfrm>
            <a:off x="4809067" y="33757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ACC7E82-15BC-9D4D-F3B4-7C673FBD72DC}"/>
              </a:ext>
            </a:extLst>
          </p:cNvPr>
          <p:cNvSpPr txBox="1"/>
          <p:nvPr/>
        </p:nvSpPr>
        <p:spPr>
          <a:xfrm>
            <a:off x="2512194" y="4299971"/>
            <a:ext cx="7998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Resourceless – a free state </a:t>
            </a:r>
          </a:p>
        </p:txBody>
      </p:sp>
    </p:spTree>
    <p:extLst>
      <p:ext uri="{BB962C8B-B14F-4D97-AF65-F5344CB8AC3E}">
        <p14:creationId xmlns:p14="http://schemas.microsoft.com/office/powerpoint/2010/main" val="23331091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7DD-DF4D-C464-6AB0-1127803C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87DDE-9F09-1C1D-5C52-47E7CE8140E1}"/>
              </a:ext>
            </a:extLst>
          </p:cNvPr>
          <p:cNvSpPr/>
          <p:nvPr/>
        </p:nvSpPr>
        <p:spPr>
          <a:xfrm>
            <a:off x="4809067" y="2657815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68C6C-D1CB-D775-E0C0-6D5ADB8D589A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E07D621-7F2D-10F0-35F6-2BE582876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1216" y="2502696"/>
            <a:ext cx="356130" cy="4748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85C5EA-32D7-3C71-A47C-5706C3238468}"/>
              </a:ext>
            </a:extLst>
          </p:cNvPr>
          <p:cNvCxnSpPr>
            <a:cxnSpLocks/>
          </p:cNvCxnSpPr>
          <p:nvPr/>
        </p:nvCxnSpPr>
        <p:spPr>
          <a:xfrm>
            <a:off x="3603414" y="2657815"/>
            <a:ext cx="731520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3335F6C-B128-3DE0-F903-0216EEE185E1}"/>
              </a:ext>
            </a:extLst>
          </p:cNvPr>
          <p:cNvSpPr/>
          <p:nvPr/>
        </p:nvSpPr>
        <p:spPr>
          <a:xfrm>
            <a:off x="4809067" y="1811867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D26B3-22B4-97DA-8EAA-DF3ADFF177A9}"/>
              </a:ext>
            </a:extLst>
          </p:cNvPr>
          <p:cNvSpPr/>
          <p:nvPr/>
        </p:nvSpPr>
        <p:spPr>
          <a:xfrm>
            <a:off x="5278967" y="1606550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4BE946-9B6C-629F-7DDA-003AA27D307D}"/>
              </a:ext>
            </a:extLst>
          </p:cNvPr>
          <p:cNvCxnSpPr/>
          <p:nvPr/>
        </p:nvCxnSpPr>
        <p:spPr>
          <a:xfrm>
            <a:off x="4809067" y="23343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8BC417-FD6E-E225-57A3-01234785C5B5}"/>
              </a:ext>
            </a:extLst>
          </p:cNvPr>
          <p:cNvCxnSpPr/>
          <p:nvPr/>
        </p:nvCxnSpPr>
        <p:spPr>
          <a:xfrm>
            <a:off x="4809067" y="286455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897EA4-3125-A16E-CFD6-DC88390BA4B2}"/>
              </a:ext>
            </a:extLst>
          </p:cNvPr>
          <p:cNvCxnSpPr/>
          <p:nvPr/>
        </p:nvCxnSpPr>
        <p:spPr>
          <a:xfrm>
            <a:off x="4809067" y="337573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1F35621D-3982-1BE9-9572-2322EB528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142949"/>
            <a:ext cx="731519" cy="3465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0593FA-0EC9-4A07-A612-F225AA46FB66}"/>
              </a:ext>
            </a:extLst>
          </p:cNvPr>
          <p:cNvCxnSpPr/>
          <p:nvPr/>
        </p:nvCxnSpPr>
        <p:spPr>
          <a:xfrm flipV="1">
            <a:off x="6421967" y="2705100"/>
            <a:ext cx="0" cy="1159921"/>
          </a:xfrm>
          <a:prstGeom prst="straightConnector1">
            <a:avLst/>
          </a:prstGeom>
          <a:ln w="38100">
            <a:solidFill>
              <a:schemeClr val="tx1">
                <a:alpha val="98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0749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45CE-F5A8-316D-7C66-0403EF3E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617B18-32C8-FD9B-D534-864729AF338A}"/>
              </a:ext>
            </a:extLst>
          </p:cNvPr>
          <p:cNvSpPr/>
          <p:nvPr/>
        </p:nvSpPr>
        <p:spPr>
          <a:xfrm>
            <a:off x="1913467" y="2615482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7AC5E-7B0F-34DB-2BFC-915C4446E4DC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9E2C2C-5B75-2657-96D7-208771A26CFF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033877-C08C-0AB3-840B-FB91EB077BDC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EB1F21-2BB7-92C9-C79F-0E987B7D5707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0D281A-4B40-2121-F7D1-049CA8AE8786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B78ECE-5BBA-579E-1D5C-3D4BAF9B11F4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6B1D845-10E3-01C1-A061-7EC0BA9643CA}"/>
              </a:ext>
            </a:extLst>
          </p:cNvPr>
          <p:cNvSpPr/>
          <p:nvPr/>
        </p:nvSpPr>
        <p:spPr>
          <a:xfrm>
            <a:off x="5719235" y="3445933"/>
            <a:ext cx="1320800" cy="376753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09788-91D7-19A9-7601-B41266E65500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5FBB1-6424-55BD-5B31-1F68A312E3EB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DCBEF-AEB0-4879-12B2-F415449152F9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1DC2EA-DCA3-BBFE-35CE-B76E930A6D3C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04D7DF-3E07-4179-854A-33E72F61E34E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0156B9-6B0B-DCC2-C18A-61379763421D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83952F-914C-7B12-CA93-041F4B07B29A}"/>
              </a:ext>
            </a:extLst>
          </p:cNvPr>
          <p:cNvSpPr txBox="1"/>
          <p:nvPr/>
        </p:nvSpPr>
        <p:spPr>
          <a:xfrm>
            <a:off x="3335866" y="2235214"/>
            <a:ext cx="341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Allowed Operations</a:t>
            </a:r>
          </a:p>
        </p:txBody>
      </p:sp>
    </p:spTree>
    <p:extLst>
      <p:ext uri="{BB962C8B-B14F-4D97-AF65-F5344CB8AC3E}">
        <p14:creationId xmlns:p14="http://schemas.microsoft.com/office/powerpoint/2010/main" val="8295799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002A-A4EE-41CA-BA38-305EB4CD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EA176-2428-FD40-66EB-1F5DDCA7483C}"/>
              </a:ext>
            </a:extLst>
          </p:cNvPr>
          <p:cNvSpPr/>
          <p:nvPr/>
        </p:nvSpPr>
        <p:spPr>
          <a:xfrm>
            <a:off x="1913467" y="2615482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D0A547-EAF5-A3CB-4708-DC27FD9B4E80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EAA746-3A3A-D4B5-FC0E-756536D02D59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0765D5-A7A7-ECD6-80FB-51DD4D47242C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63412-097B-3B7F-1253-AC7E27E72BFD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2BAED3-3CBB-C582-EDB8-E52D4A6F1295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B7F391-FEF5-2168-29C7-185F70CCFA8A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D3E76F0-58AC-E8A6-842D-D2439C152D7C}"/>
              </a:ext>
            </a:extLst>
          </p:cNvPr>
          <p:cNvSpPr/>
          <p:nvPr/>
        </p:nvSpPr>
        <p:spPr>
          <a:xfrm>
            <a:off x="5719235" y="2040469"/>
            <a:ext cx="1320800" cy="1782218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07972-7296-4EC8-8F58-7B86091BFBBA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5A963E-A53B-3CE9-93D5-320F35071952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1D81E8-D552-8006-1A9E-CC70831D550E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51D912-6EC4-2055-58C4-753AE299F5ED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022356-0485-29EA-302F-02076AD9942C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DF3CF5A-9672-9E70-7793-8CD0A7CAF534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AEBB688F-748D-0E88-4C45-49A70D35480F}"/>
              </a:ext>
            </a:extLst>
          </p:cNvPr>
          <p:cNvSpPr/>
          <p:nvPr/>
        </p:nvSpPr>
        <p:spPr>
          <a:xfrm>
            <a:off x="3897206" y="2196386"/>
            <a:ext cx="1134533" cy="990591"/>
          </a:xfrm>
          <a:prstGeom prst="mathMultiply">
            <a:avLst>
              <a:gd name="adj1" fmla="val 13263"/>
            </a:avLst>
          </a:prstGeom>
          <a:solidFill>
            <a:srgbClr val="FF0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793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F687-FC2A-202F-796E-1B0E27C7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0125CC-762A-4C98-4BCF-EB74D6E0B12B}"/>
              </a:ext>
            </a:extLst>
          </p:cNvPr>
          <p:cNvSpPr/>
          <p:nvPr/>
        </p:nvSpPr>
        <p:spPr>
          <a:xfrm>
            <a:off x="1913467" y="2615482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028B2-4718-2C6D-2D19-965829C340C9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F7F2A-CBAF-9497-C3C4-24D215EFEF27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9F66F-522C-E354-6916-19D3E39E1AA2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9923D6-9AD1-1FE1-A173-A32FFC60A4F2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5EC699-5FB7-F987-D4A2-A0C3A950E795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3FB903-4D4F-72EE-2494-B17AA7BE2B6F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F7272F5-85EC-0376-80E7-D684254DE7E6}"/>
              </a:ext>
            </a:extLst>
          </p:cNvPr>
          <p:cNvSpPr/>
          <p:nvPr/>
        </p:nvSpPr>
        <p:spPr>
          <a:xfrm>
            <a:off x="5719235" y="2040469"/>
            <a:ext cx="1320800" cy="1782218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E8209-C41C-2BFA-CC5B-BA26A9A9420E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733B0B-94A2-BB17-A615-D5DA67C55B54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533AF2-D685-8214-B030-63A3A64A6F2C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0C45CC-84B2-2EEF-06F7-63785485BAD6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53F2AE-EF61-109F-B35C-49A59EDBA01D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606280-BD60-273D-5195-4842D0187E28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7756EF2-FF70-0A31-218B-9D5C805ACB71}"/>
              </a:ext>
            </a:extLst>
          </p:cNvPr>
          <p:cNvSpPr/>
          <p:nvPr/>
        </p:nvSpPr>
        <p:spPr>
          <a:xfrm>
            <a:off x="298873" y="2615480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B4281-D3FD-7050-408C-CA1ADCF527D8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4AFF99-C88D-13DB-7746-80312031B545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B75032-E61C-BE21-8B01-318907332D7F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FA34CE-0721-90BC-36F5-310D4ADD02ED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4A0348-D3CC-EFF2-3245-62C8A12957B6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D969ED-A6B6-7989-F5BC-2CA466F02B88}"/>
              </a:ext>
            </a:extLst>
          </p:cNvPr>
          <p:cNvSpPr/>
          <p:nvPr/>
        </p:nvSpPr>
        <p:spPr>
          <a:xfrm>
            <a:off x="7326207" y="3251199"/>
            <a:ext cx="1320800" cy="571485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23CE1F-5A3B-74CA-0308-8428258C3D54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E331D2-0C6F-26EF-58D6-E166A6B55C16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73C9A-4462-66B1-A9D4-0E6A6199CD47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9727119-38A2-C05E-4F43-902988710A3A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B9AD7D-95D0-0455-2666-174E5D4D7BE2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2EE38EA-5885-0F11-B841-030B25897980}"/>
              </a:ext>
            </a:extLst>
          </p:cNvPr>
          <p:cNvSpPr/>
          <p:nvPr/>
        </p:nvSpPr>
        <p:spPr>
          <a:xfrm>
            <a:off x="115781" y="1264716"/>
            <a:ext cx="3406351" cy="2867016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3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23" grpId="0" animBg="1"/>
      <p:bldP spid="24" grpId="0" animBg="1"/>
      <p:bldP spid="25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BF92-0CA0-AB85-E9D5-4AA69C43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E79995-58C0-8449-6F7C-902137527AEB}"/>
              </a:ext>
            </a:extLst>
          </p:cNvPr>
          <p:cNvSpPr/>
          <p:nvPr/>
        </p:nvSpPr>
        <p:spPr>
          <a:xfrm>
            <a:off x="1913467" y="2615482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C6D6BE-F6CF-BF4A-FBEB-D2C6A80755C5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718D39-22CA-008A-B000-E04A789575B0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FF50AB-01DF-A92B-2BE0-6D6FA83D4559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4E1DF9-552E-E3D8-0E36-CC22143416CE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08FE50-E43B-C8AB-95AA-8A0BFE1569D8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284C44-3050-61D4-2667-57B9FB6650FA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F6F8B04-C508-79CB-9BFA-A312EB8DD41E}"/>
              </a:ext>
            </a:extLst>
          </p:cNvPr>
          <p:cNvSpPr/>
          <p:nvPr/>
        </p:nvSpPr>
        <p:spPr>
          <a:xfrm>
            <a:off x="5719235" y="2040469"/>
            <a:ext cx="1320800" cy="1782218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B124F9-A2B4-5284-6C43-8C37884273E4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8CC0D-18D1-ECC4-D66F-300BCD29085E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ED957A-4962-20B0-ACA8-E3B46E5E5689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46EB38-EEE2-7700-C038-3D7E220DE67F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02533F-2B73-40C4-C874-A446C8FC9205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D8CA89-82D1-016C-8D62-10575B982C40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1D3A64C-EE9D-137F-D159-344DABE72235}"/>
              </a:ext>
            </a:extLst>
          </p:cNvPr>
          <p:cNvSpPr/>
          <p:nvPr/>
        </p:nvSpPr>
        <p:spPr>
          <a:xfrm>
            <a:off x="298873" y="2615480"/>
            <a:ext cx="1320800" cy="120720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B27EB-8893-3334-CDA4-F33FB12251A4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A67DD-0D85-D1F0-121D-5DA41687F975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5F37FD-F352-806F-E343-08F31A91962A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0400BE-FE7D-65B8-F813-6DCC58A86905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E4563A-44F8-0ACC-51B6-810482CA1941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6B367FE-57A5-8C1B-992B-772707EE792C}"/>
              </a:ext>
            </a:extLst>
          </p:cNvPr>
          <p:cNvSpPr/>
          <p:nvPr/>
        </p:nvSpPr>
        <p:spPr>
          <a:xfrm>
            <a:off x="7326207" y="3251199"/>
            <a:ext cx="1320800" cy="571485"/>
          </a:xfrm>
          <a:prstGeom prst="rect">
            <a:avLst/>
          </a:prstGeom>
          <a:solidFill>
            <a:srgbClr val="FFC000">
              <a:alpha val="30000"/>
            </a:srgbClr>
          </a:solidFill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304FA6-EB16-9912-15EF-6FB4640BF9EB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1BC21E-A393-8F63-AC70-6E5B95FBF3E3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4D9796-7C87-EED3-7E5B-D2CC0DB36ED4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E6779E9-CAB1-FC72-912F-49C4A37D3FE1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5A89BC-FC00-62CC-23A2-4CE77AF355B3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C5A078A-8CEE-836C-463B-1E83CB2A3A0D}"/>
              </a:ext>
            </a:extLst>
          </p:cNvPr>
          <p:cNvSpPr/>
          <p:nvPr/>
        </p:nvSpPr>
        <p:spPr>
          <a:xfrm>
            <a:off x="115781" y="1264716"/>
            <a:ext cx="3406351" cy="2867016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17D3B147-DAFD-55B4-DCDE-2C50FB79354E}"/>
              </a:ext>
            </a:extLst>
          </p:cNvPr>
          <p:cNvSpPr/>
          <p:nvPr/>
        </p:nvSpPr>
        <p:spPr>
          <a:xfrm rot="5400000">
            <a:off x="7034174" y="-362878"/>
            <a:ext cx="299583" cy="3107267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313C10-7988-AEF4-D976-CF1486CDADAA}"/>
              </a:ext>
            </a:extLst>
          </p:cNvPr>
          <p:cNvSpPr txBox="1"/>
          <p:nvPr/>
        </p:nvSpPr>
        <p:spPr>
          <a:xfrm>
            <a:off x="5473063" y="611978"/>
            <a:ext cx="407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Total resource not increased 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9F0F94B2-D6FA-2E95-79ED-0BEBBF5AED15}"/>
              </a:ext>
            </a:extLst>
          </p:cNvPr>
          <p:cNvSpPr/>
          <p:nvPr/>
        </p:nvSpPr>
        <p:spPr>
          <a:xfrm rot="16200000">
            <a:off x="6208933" y="3525403"/>
            <a:ext cx="337810" cy="1317205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73AEB6-4563-1176-E055-665C5FD63F7A}"/>
              </a:ext>
            </a:extLst>
          </p:cNvPr>
          <p:cNvSpPr txBox="1"/>
          <p:nvPr/>
        </p:nvSpPr>
        <p:spPr>
          <a:xfrm>
            <a:off x="4665130" y="4381778"/>
            <a:ext cx="407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Local resource has increased</a:t>
            </a:r>
          </a:p>
        </p:txBody>
      </p:sp>
    </p:spTree>
    <p:extLst>
      <p:ext uri="{BB962C8B-B14F-4D97-AF65-F5344CB8AC3E}">
        <p14:creationId xmlns:p14="http://schemas.microsoft.com/office/powerpoint/2010/main" val="2202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 animBg="1"/>
      <p:bldP spid="3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D06E-BE6A-F94B-F764-4CF24372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31F29-5F39-D5CA-B84C-C763D2FF9E2C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EB6482-C807-82F1-EFA3-A7790DFA0D11}"/>
              </a:ext>
            </a:extLst>
          </p:cNvPr>
          <p:cNvCxnSpPr>
            <a:cxnSpLocks/>
          </p:cNvCxnSpPr>
          <p:nvPr/>
        </p:nvCxnSpPr>
        <p:spPr>
          <a:xfrm>
            <a:off x="4477009" y="1942382"/>
            <a:ext cx="0" cy="53411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C1284B-B7C7-059E-361E-E93333A9C607}"/>
              </a:ext>
            </a:extLst>
          </p:cNvPr>
          <p:cNvCxnSpPr>
            <a:cxnSpLocks/>
          </p:cNvCxnSpPr>
          <p:nvPr/>
        </p:nvCxnSpPr>
        <p:spPr>
          <a:xfrm>
            <a:off x="4477268" y="3161582"/>
            <a:ext cx="0" cy="53411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Graphic 42">
            <a:extLst>
              <a:ext uri="{FF2B5EF4-FFF2-40B4-BE49-F238E27FC236}">
                <a16:creationId xmlns:a16="http://schemas.microsoft.com/office/drawing/2014/main" id="{C74506CF-E777-7194-008A-CE7346E35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4247" y="1437256"/>
            <a:ext cx="1505523" cy="352857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973288E9-B022-6CAF-27F4-5E6E5A444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1769" y="2606113"/>
            <a:ext cx="2093627" cy="42343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B46406C-78AE-0A25-9792-A8EC02F72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8729" y="2086637"/>
            <a:ext cx="842081" cy="245607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5F89B8D-3D14-D371-4354-98617B52FC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2409" y="3872108"/>
            <a:ext cx="2999182" cy="50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2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5662-6C63-5B0A-229E-7B441341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3000B-FF86-ABC8-19E4-7C5F99CCDD88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B67DF01-B677-14E5-0F73-779C43221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88743" r="64865"/>
          <a:stretch>
            <a:fillRect/>
          </a:stretch>
        </p:blipFill>
        <p:spPr>
          <a:xfrm>
            <a:off x="5970893" y="1936558"/>
            <a:ext cx="528971" cy="66598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161A6576-DE59-BBAF-5983-763575617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0268" y="2166430"/>
            <a:ext cx="2999182" cy="507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B31AD-05B1-4313-1A1E-FB854909C5AA}"/>
              </a:ext>
            </a:extLst>
          </p:cNvPr>
          <p:cNvSpPr txBox="1"/>
          <p:nvPr/>
        </p:nvSpPr>
        <p:spPr>
          <a:xfrm>
            <a:off x="5439450" y="2158597"/>
            <a:ext cx="435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60BA8-FD5D-F74A-4B96-6EF703E37431}"/>
              </a:ext>
            </a:extLst>
          </p:cNvPr>
          <p:cNvSpPr/>
          <p:nvPr/>
        </p:nvSpPr>
        <p:spPr>
          <a:xfrm>
            <a:off x="2270960" y="1936558"/>
            <a:ext cx="4434641" cy="905934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45928-87D0-8B74-F5AD-4AA71FCBF692}"/>
              </a:ext>
            </a:extLst>
          </p:cNvPr>
          <p:cNvSpPr txBox="1"/>
          <p:nvPr/>
        </p:nvSpPr>
        <p:spPr>
          <a:xfrm>
            <a:off x="4298530" y="1171104"/>
            <a:ext cx="2201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C000"/>
                </a:solidFill>
                <a:latin typeface="Rockwell" panose="020606030202050204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32435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C345-00C4-AF2B-A45D-4D7F12FC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8C83E-4E4C-7DC1-85F8-8C2DDD392B8F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3B3F74-A975-02E4-841E-0139F651458A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17D579E-0F32-C276-074F-7A3B25EB056B}"/>
              </a:ext>
            </a:extLst>
          </p:cNvPr>
          <p:cNvSpPr/>
          <p:nvPr/>
        </p:nvSpPr>
        <p:spPr>
          <a:xfrm>
            <a:off x="295311" y="1718909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549D4-9F09-083D-E1B4-EE5A9D8A8429}"/>
              </a:ext>
            </a:extLst>
          </p:cNvPr>
          <p:cNvSpPr/>
          <p:nvPr/>
        </p:nvSpPr>
        <p:spPr>
          <a:xfrm>
            <a:off x="317536" y="1369844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207B58-5B5E-39B4-330A-5972FDF228FE}"/>
              </a:ext>
            </a:extLst>
          </p:cNvPr>
          <p:cNvSpPr/>
          <p:nvPr/>
        </p:nvSpPr>
        <p:spPr>
          <a:xfrm>
            <a:off x="533509" y="1267183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479996-8D17-8270-3092-7C65DE51656A}"/>
              </a:ext>
            </a:extLst>
          </p:cNvPr>
          <p:cNvCxnSpPr>
            <a:cxnSpLocks/>
          </p:cNvCxnSpPr>
          <p:nvPr/>
        </p:nvCxnSpPr>
        <p:spPr>
          <a:xfrm>
            <a:off x="317536" y="154940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F356AD-82B7-1B5E-D839-4BF659F2903A}"/>
              </a:ext>
            </a:extLst>
          </p:cNvPr>
          <p:cNvCxnSpPr>
            <a:cxnSpLocks/>
          </p:cNvCxnSpPr>
          <p:nvPr/>
        </p:nvCxnSpPr>
        <p:spPr>
          <a:xfrm>
            <a:off x="317536" y="180869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A03371-9A60-AB12-7798-F83A12654EDF}"/>
              </a:ext>
            </a:extLst>
          </p:cNvPr>
          <p:cNvCxnSpPr>
            <a:cxnSpLocks/>
          </p:cNvCxnSpPr>
          <p:nvPr/>
        </p:nvCxnSpPr>
        <p:spPr>
          <a:xfrm>
            <a:off x="317536" y="2074339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39B5B1E-3449-1DC6-5116-E62C9EA36BD9}"/>
              </a:ext>
            </a:extLst>
          </p:cNvPr>
          <p:cNvSpPr/>
          <p:nvPr/>
        </p:nvSpPr>
        <p:spPr>
          <a:xfrm>
            <a:off x="1065037" y="1718908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004E71-7B6F-4BF4-E7F3-D71C24A97B02}"/>
              </a:ext>
            </a:extLst>
          </p:cNvPr>
          <p:cNvSpPr/>
          <p:nvPr/>
        </p:nvSpPr>
        <p:spPr>
          <a:xfrm>
            <a:off x="1087262" y="1369843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9D2B9E-C67A-9311-9D29-F1B476113769}"/>
              </a:ext>
            </a:extLst>
          </p:cNvPr>
          <p:cNvSpPr/>
          <p:nvPr/>
        </p:nvSpPr>
        <p:spPr>
          <a:xfrm>
            <a:off x="1303235" y="1267182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6FCB3D-74A8-6ECC-3F6A-3CD2E0ECD79B}"/>
              </a:ext>
            </a:extLst>
          </p:cNvPr>
          <p:cNvCxnSpPr>
            <a:cxnSpLocks/>
          </p:cNvCxnSpPr>
          <p:nvPr/>
        </p:nvCxnSpPr>
        <p:spPr>
          <a:xfrm>
            <a:off x="1087262" y="15494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4A0E71-42CC-D231-9AE3-2682BCAF2FA0}"/>
              </a:ext>
            </a:extLst>
          </p:cNvPr>
          <p:cNvCxnSpPr>
            <a:cxnSpLocks/>
          </p:cNvCxnSpPr>
          <p:nvPr/>
        </p:nvCxnSpPr>
        <p:spPr>
          <a:xfrm>
            <a:off x="1087262" y="180869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E779A8-C2C3-816E-9F69-4F5D6686B90B}"/>
              </a:ext>
            </a:extLst>
          </p:cNvPr>
          <p:cNvCxnSpPr>
            <a:cxnSpLocks/>
          </p:cNvCxnSpPr>
          <p:nvPr/>
        </p:nvCxnSpPr>
        <p:spPr>
          <a:xfrm>
            <a:off x="1087262" y="207433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89529AB-5FCA-5EBD-CB98-6E81847B6556}"/>
              </a:ext>
            </a:extLst>
          </p:cNvPr>
          <p:cNvSpPr/>
          <p:nvPr/>
        </p:nvSpPr>
        <p:spPr>
          <a:xfrm>
            <a:off x="1838467" y="1718908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BF2A2F-CF37-0267-299D-76ACAD17BFE0}"/>
              </a:ext>
            </a:extLst>
          </p:cNvPr>
          <p:cNvSpPr/>
          <p:nvPr/>
        </p:nvSpPr>
        <p:spPr>
          <a:xfrm>
            <a:off x="1860692" y="1369843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5D485B-0868-C194-397C-89B9A2598CDA}"/>
              </a:ext>
            </a:extLst>
          </p:cNvPr>
          <p:cNvSpPr/>
          <p:nvPr/>
        </p:nvSpPr>
        <p:spPr>
          <a:xfrm>
            <a:off x="2076665" y="1267182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7C6956-BD71-C536-CBCB-304DED08D9E5}"/>
              </a:ext>
            </a:extLst>
          </p:cNvPr>
          <p:cNvCxnSpPr>
            <a:cxnSpLocks/>
          </p:cNvCxnSpPr>
          <p:nvPr/>
        </p:nvCxnSpPr>
        <p:spPr>
          <a:xfrm>
            <a:off x="1860692" y="15494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18F23C-B882-0410-CE10-15FC128E7180}"/>
              </a:ext>
            </a:extLst>
          </p:cNvPr>
          <p:cNvCxnSpPr>
            <a:cxnSpLocks/>
          </p:cNvCxnSpPr>
          <p:nvPr/>
        </p:nvCxnSpPr>
        <p:spPr>
          <a:xfrm>
            <a:off x="1860692" y="180869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580989E-846A-0BA6-9FF7-4A302532C2AB}"/>
              </a:ext>
            </a:extLst>
          </p:cNvPr>
          <p:cNvCxnSpPr>
            <a:cxnSpLocks/>
          </p:cNvCxnSpPr>
          <p:nvPr/>
        </p:nvCxnSpPr>
        <p:spPr>
          <a:xfrm>
            <a:off x="1860692" y="207433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6DCC865-411A-5F3C-8FE9-1DF5D2C29E03}"/>
              </a:ext>
            </a:extLst>
          </p:cNvPr>
          <p:cNvSpPr/>
          <p:nvPr/>
        </p:nvSpPr>
        <p:spPr>
          <a:xfrm>
            <a:off x="2629111" y="171890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FCF4BE-5B03-7481-EB0E-45249290A609}"/>
              </a:ext>
            </a:extLst>
          </p:cNvPr>
          <p:cNvSpPr/>
          <p:nvPr/>
        </p:nvSpPr>
        <p:spPr>
          <a:xfrm>
            <a:off x="2651336" y="136984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AF5D8C4-3485-1AD2-CEF4-5ED93874A9F0}"/>
              </a:ext>
            </a:extLst>
          </p:cNvPr>
          <p:cNvSpPr/>
          <p:nvPr/>
        </p:nvSpPr>
        <p:spPr>
          <a:xfrm>
            <a:off x="2867309" y="126718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809ACC-2266-E3C7-7BAB-657D3B89CDCE}"/>
              </a:ext>
            </a:extLst>
          </p:cNvPr>
          <p:cNvCxnSpPr>
            <a:cxnSpLocks/>
          </p:cNvCxnSpPr>
          <p:nvPr/>
        </p:nvCxnSpPr>
        <p:spPr>
          <a:xfrm>
            <a:off x="2651336" y="154940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F1F69D-F1D0-190A-A24C-D93A408490D5}"/>
              </a:ext>
            </a:extLst>
          </p:cNvPr>
          <p:cNvCxnSpPr>
            <a:cxnSpLocks/>
          </p:cNvCxnSpPr>
          <p:nvPr/>
        </p:nvCxnSpPr>
        <p:spPr>
          <a:xfrm>
            <a:off x="2651336" y="180869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A3DB48D-2E08-25D3-01B9-F0B323807951}"/>
              </a:ext>
            </a:extLst>
          </p:cNvPr>
          <p:cNvCxnSpPr>
            <a:cxnSpLocks/>
          </p:cNvCxnSpPr>
          <p:nvPr/>
        </p:nvCxnSpPr>
        <p:spPr>
          <a:xfrm>
            <a:off x="2651336" y="207433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E2CEE41-0FB7-8296-FA4B-9F090601B14A}"/>
              </a:ext>
            </a:extLst>
          </p:cNvPr>
          <p:cNvSpPr/>
          <p:nvPr/>
        </p:nvSpPr>
        <p:spPr>
          <a:xfrm>
            <a:off x="292772" y="292081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1FF65E-FF59-7A21-2352-6A79B113E154}"/>
              </a:ext>
            </a:extLst>
          </p:cNvPr>
          <p:cNvSpPr/>
          <p:nvPr/>
        </p:nvSpPr>
        <p:spPr>
          <a:xfrm>
            <a:off x="314997" y="257175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5F7CDEF-9F96-5EE4-EAAA-F34DF1C1BBA6}"/>
              </a:ext>
            </a:extLst>
          </p:cNvPr>
          <p:cNvSpPr/>
          <p:nvPr/>
        </p:nvSpPr>
        <p:spPr>
          <a:xfrm>
            <a:off x="530970" y="246909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0E3BB2-4F03-8C9A-BA0A-6DAAB7A501A5}"/>
              </a:ext>
            </a:extLst>
          </p:cNvPr>
          <p:cNvCxnSpPr>
            <a:cxnSpLocks/>
          </p:cNvCxnSpPr>
          <p:nvPr/>
        </p:nvCxnSpPr>
        <p:spPr>
          <a:xfrm>
            <a:off x="314997" y="275131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643F6D7-A07B-7FFF-C8E6-164E4F46A975}"/>
              </a:ext>
            </a:extLst>
          </p:cNvPr>
          <p:cNvCxnSpPr>
            <a:cxnSpLocks/>
          </p:cNvCxnSpPr>
          <p:nvPr/>
        </p:nvCxnSpPr>
        <p:spPr>
          <a:xfrm>
            <a:off x="314997" y="301060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FB77C00-9D53-7CA8-739F-58FFE855866C}"/>
              </a:ext>
            </a:extLst>
          </p:cNvPr>
          <p:cNvCxnSpPr>
            <a:cxnSpLocks/>
          </p:cNvCxnSpPr>
          <p:nvPr/>
        </p:nvCxnSpPr>
        <p:spPr>
          <a:xfrm>
            <a:off x="314997" y="327624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1F78A9E-76ED-2826-2C8C-DD7C57C84541}"/>
              </a:ext>
            </a:extLst>
          </p:cNvPr>
          <p:cNvSpPr/>
          <p:nvPr/>
        </p:nvSpPr>
        <p:spPr>
          <a:xfrm>
            <a:off x="1062498" y="292081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993035-AF37-013F-B822-5447380E3D94}"/>
              </a:ext>
            </a:extLst>
          </p:cNvPr>
          <p:cNvSpPr/>
          <p:nvPr/>
        </p:nvSpPr>
        <p:spPr>
          <a:xfrm>
            <a:off x="1084723" y="257175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43A9F5-5749-6A48-776A-6B73C7D9BB5E}"/>
              </a:ext>
            </a:extLst>
          </p:cNvPr>
          <p:cNvSpPr/>
          <p:nvPr/>
        </p:nvSpPr>
        <p:spPr>
          <a:xfrm>
            <a:off x="1300696" y="246909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C88C5D7-A137-64BC-F86B-5B0DC282F9A1}"/>
              </a:ext>
            </a:extLst>
          </p:cNvPr>
          <p:cNvCxnSpPr>
            <a:cxnSpLocks/>
          </p:cNvCxnSpPr>
          <p:nvPr/>
        </p:nvCxnSpPr>
        <p:spPr>
          <a:xfrm>
            <a:off x="1084723" y="275131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A7A6067-7D48-E2CC-C5EA-EF1CA832B814}"/>
              </a:ext>
            </a:extLst>
          </p:cNvPr>
          <p:cNvCxnSpPr>
            <a:cxnSpLocks/>
          </p:cNvCxnSpPr>
          <p:nvPr/>
        </p:nvCxnSpPr>
        <p:spPr>
          <a:xfrm>
            <a:off x="1084723" y="30106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F7598D8-B813-848C-53CE-E3DEF7A54114}"/>
              </a:ext>
            </a:extLst>
          </p:cNvPr>
          <p:cNvCxnSpPr>
            <a:cxnSpLocks/>
          </p:cNvCxnSpPr>
          <p:nvPr/>
        </p:nvCxnSpPr>
        <p:spPr>
          <a:xfrm>
            <a:off x="1084723" y="327624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4FC3075-0FBD-F84B-C5A4-3C6BFBD748EA}"/>
              </a:ext>
            </a:extLst>
          </p:cNvPr>
          <p:cNvSpPr/>
          <p:nvPr/>
        </p:nvSpPr>
        <p:spPr>
          <a:xfrm>
            <a:off x="1835928" y="292081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C1E943-3733-85A7-92F8-9F5D91608AE2}"/>
              </a:ext>
            </a:extLst>
          </p:cNvPr>
          <p:cNvSpPr/>
          <p:nvPr/>
        </p:nvSpPr>
        <p:spPr>
          <a:xfrm>
            <a:off x="1858153" y="257175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5243C8C-69D1-AD84-4C42-A4769E3F644F}"/>
              </a:ext>
            </a:extLst>
          </p:cNvPr>
          <p:cNvSpPr/>
          <p:nvPr/>
        </p:nvSpPr>
        <p:spPr>
          <a:xfrm>
            <a:off x="2074126" y="246909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E517828-84F8-F3E8-76E6-5B3E9B29A00E}"/>
              </a:ext>
            </a:extLst>
          </p:cNvPr>
          <p:cNvCxnSpPr>
            <a:cxnSpLocks/>
          </p:cNvCxnSpPr>
          <p:nvPr/>
        </p:nvCxnSpPr>
        <p:spPr>
          <a:xfrm>
            <a:off x="1858153" y="275131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C05FB25-581F-F97D-217B-E765B752D7D6}"/>
              </a:ext>
            </a:extLst>
          </p:cNvPr>
          <p:cNvCxnSpPr>
            <a:cxnSpLocks/>
          </p:cNvCxnSpPr>
          <p:nvPr/>
        </p:nvCxnSpPr>
        <p:spPr>
          <a:xfrm>
            <a:off x="1858153" y="30106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3B89355-11F3-F1BF-B1C6-E32AF3C15483}"/>
              </a:ext>
            </a:extLst>
          </p:cNvPr>
          <p:cNvCxnSpPr>
            <a:cxnSpLocks/>
          </p:cNvCxnSpPr>
          <p:nvPr/>
        </p:nvCxnSpPr>
        <p:spPr>
          <a:xfrm>
            <a:off x="1858153" y="327624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7589EC4C-41ED-73E7-CF6A-CEAC93FB9FA5}"/>
              </a:ext>
            </a:extLst>
          </p:cNvPr>
          <p:cNvSpPr/>
          <p:nvPr/>
        </p:nvSpPr>
        <p:spPr>
          <a:xfrm>
            <a:off x="2626572" y="2920815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74C6D84-50F0-6015-78BF-7B329211CE6F}"/>
              </a:ext>
            </a:extLst>
          </p:cNvPr>
          <p:cNvSpPr/>
          <p:nvPr/>
        </p:nvSpPr>
        <p:spPr>
          <a:xfrm>
            <a:off x="2648797" y="257175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F15750-B7A3-FB03-1BFC-03481C1747AD}"/>
              </a:ext>
            </a:extLst>
          </p:cNvPr>
          <p:cNvSpPr/>
          <p:nvPr/>
        </p:nvSpPr>
        <p:spPr>
          <a:xfrm>
            <a:off x="2864770" y="246908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8964414-A3CD-4A03-29EB-2ED65E3CD797}"/>
              </a:ext>
            </a:extLst>
          </p:cNvPr>
          <p:cNvCxnSpPr>
            <a:cxnSpLocks/>
          </p:cNvCxnSpPr>
          <p:nvPr/>
        </p:nvCxnSpPr>
        <p:spPr>
          <a:xfrm>
            <a:off x="2648797" y="275131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727EF76-D217-468A-3499-B0954F025597}"/>
              </a:ext>
            </a:extLst>
          </p:cNvPr>
          <p:cNvCxnSpPr>
            <a:cxnSpLocks/>
          </p:cNvCxnSpPr>
          <p:nvPr/>
        </p:nvCxnSpPr>
        <p:spPr>
          <a:xfrm>
            <a:off x="2648797" y="301060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5156534-9508-7ED5-88CF-E650DDD87779}"/>
              </a:ext>
            </a:extLst>
          </p:cNvPr>
          <p:cNvCxnSpPr>
            <a:cxnSpLocks/>
          </p:cNvCxnSpPr>
          <p:nvPr/>
        </p:nvCxnSpPr>
        <p:spPr>
          <a:xfrm>
            <a:off x="2648797" y="327624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5BDD57E-C9FF-6D05-381E-684B97C09189}"/>
              </a:ext>
            </a:extLst>
          </p:cNvPr>
          <p:cNvSpPr/>
          <p:nvPr/>
        </p:nvSpPr>
        <p:spPr>
          <a:xfrm>
            <a:off x="270547" y="408424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49A194-6EC5-E7A8-3572-2EE9F0F55EB8}"/>
              </a:ext>
            </a:extLst>
          </p:cNvPr>
          <p:cNvSpPr/>
          <p:nvPr/>
        </p:nvSpPr>
        <p:spPr>
          <a:xfrm>
            <a:off x="292772" y="373518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123C69E-EC25-A82F-9979-80CC589DE385}"/>
              </a:ext>
            </a:extLst>
          </p:cNvPr>
          <p:cNvSpPr/>
          <p:nvPr/>
        </p:nvSpPr>
        <p:spPr>
          <a:xfrm>
            <a:off x="508745" y="363252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DA4E4AF-9264-01A6-A37F-0C10BD3E8C83}"/>
              </a:ext>
            </a:extLst>
          </p:cNvPr>
          <p:cNvCxnSpPr>
            <a:cxnSpLocks/>
          </p:cNvCxnSpPr>
          <p:nvPr/>
        </p:nvCxnSpPr>
        <p:spPr>
          <a:xfrm>
            <a:off x="292772" y="391474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495E9FF-E19A-4278-ED00-D3B9710847B4}"/>
              </a:ext>
            </a:extLst>
          </p:cNvPr>
          <p:cNvCxnSpPr>
            <a:cxnSpLocks/>
          </p:cNvCxnSpPr>
          <p:nvPr/>
        </p:nvCxnSpPr>
        <p:spPr>
          <a:xfrm>
            <a:off x="292772" y="417403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0450FD0-E041-9F95-5BEC-B3350664637B}"/>
              </a:ext>
            </a:extLst>
          </p:cNvPr>
          <p:cNvCxnSpPr>
            <a:cxnSpLocks/>
          </p:cNvCxnSpPr>
          <p:nvPr/>
        </p:nvCxnSpPr>
        <p:spPr>
          <a:xfrm>
            <a:off x="292772" y="443967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B45B755-D709-11BD-E007-353F6E59C58D}"/>
              </a:ext>
            </a:extLst>
          </p:cNvPr>
          <p:cNvSpPr/>
          <p:nvPr/>
        </p:nvSpPr>
        <p:spPr>
          <a:xfrm>
            <a:off x="1040273" y="408424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64BAA2-D401-BF5C-5F06-88091298B69C}"/>
              </a:ext>
            </a:extLst>
          </p:cNvPr>
          <p:cNvSpPr/>
          <p:nvPr/>
        </p:nvSpPr>
        <p:spPr>
          <a:xfrm>
            <a:off x="1062498" y="373518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4A7C010-884B-0174-92F3-C97556214DCB}"/>
              </a:ext>
            </a:extLst>
          </p:cNvPr>
          <p:cNvSpPr/>
          <p:nvPr/>
        </p:nvSpPr>
        <p:spPr>
          <a:xfrm>
            <a:off x="1278471" y="363252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072A067-2638-FC8B-3AA0-8BE7C142FB28}"/>
              </a:ext>
            </a:extLst>
          </p:cNvPr>
          <p:cNvCxnSpPr>
            <a:cxnSpLocks/>
          </p:cNvCxnSpPr>
          <p:nvPr/>
        </p:nvCxnSpPr>
        <p:spPr>
          <a:xfrm>
            <a:off x="1062498" y="391474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B7726E-431F-0CE6-B1FF-46EF018013E7}"/>
              </a:ext>
            </a:extLst>
          </p:cNvPr>
          <p:cNvCxnSpPr>
            <a:cxnSpLocks/>
          </p:cNvCxnSpPr>
          <p:nvPr/>
        </p:nvCxnSpPr>
        <p:spPr>
          <a:xfrm>
            <a:off x="1062498" y="417403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CEF27FF-0E79-4FCA-FC31-2CA675FE1C15}"/>
              </a:ext>
            </a:extLst>
          </p:cNvPr>
          <p:cNvCxnSpPr>
            <a:cxnSpLocks/>
          </p:cNvCxnSpPr>
          <p:nvPr/>
        </p:nvCxnSpPr>
        <p:spPr>
          <a:xfrm>
            <a:off x="1062498" y="443967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0BEEDB0-749D-6D0E-C065-B9A928BABC13}"/>
              </a:ext>
            </a:extLst>
          </p:cNvPr>
          <p:cNvSpPr/>
          <p:nvPr/>
        </p:nvSpPr>
        <p:spPr>
          <a:xfrm>
            <a:off x="1813703" y="408424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98DD5E-9EE4-DC69-18A0-F7EEF7464209}"/>
              </a:ext>
            </a:extLst>
          </p:cNvPr>
          <p:cNvSpPr/>
          <p:nvPr/>
        </p:nvSpPr>
        <p:spPr>
          <a:xfrm>
            <a:off x="1835928" y="373518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208FBC8-63FD-DD62-5D79-66CA565F7470}"/>
              </a:ext>
            </a:extLst>
          </p:cNvPr>
          <p:cNvSpPr/>
          <p:nvPr/>
        </p:nvSpPr>
        <p:spPr>
          <a:xfrm>
            <a:off x="2051901" y="363252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E7E098D-1FDB-AAEC-543F-0CF657E18311}"/>
              </a:ext>
            </a:extLst>
          </p:cNvPr>
          <p:cNvCxnSpPr>
            <a:cxnSpLocks/>
          </p:cNvCxnSpPr>
          <p:nvPr/>
        </p:nvCxnSpPr>
        <p:spPr>
          <a:xfrm>
            <a:off x="1835928" y="391474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48AB6B5-9AC0-511B-7111-BE4D887BC8B7}"/>
              </a:ext>
            </a:extLst>
          </p:cNvPr>
          <p:cNvCxnSpPr>
            <a:cxnSpLocks/>
          </p:cNvCxnSpPr>
          <p:nvPr/>
        </p:nvCxnSpPr>
        <p:spPr>
          <a:xfrm>
            <a:off x="1835928" y="417403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27B8347-5B39-5153-CDE5-4EB411F85B6C}"/>
              </a:ext>
            </a:extLst>
          </p:cNvPr>
          <p:cNvCxnSpPr>
            <a:cxnSpLocks/>
          </p:cNvCxnSpPr>
          <p:nvPr/>
        </p:nvCxnSpPr>
        <p:spPr>
          <a:xfrm>
            <a:off x="1835928" y="443967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AE0F0E0-0E08-2EFF-EACD-EA12C06CD550}"/>
              </a:ext>
            </a:extLst>
          </p:cNvPr>
          <p:cNvSpPr/>
          <p:nvPr/>
        </p:nvSpPr>
        <p:spPr>
          <a:xfrm>
            <a:off x="2604347" y="4084245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08465B6-2463-9EF9-C72A-5B9ADC0E267C}"/>
              </a:ext>
            </a:extLst>
          </p:cNvPr>
          <p:cNvSpPr/>
          <p:nvPr/>
        </p:nvSpPr>
        <p:spPr>
          <a:xfrm>
            <a:off x="2626572" y="373518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AF30A7-E520-0796-2C2D-E9624D812982}"/>
              </a:ext>
            </a:extLst>
          </p:cNvPr>
          <p:cNvSpPr/>
          <p:nvPr/>
        </p:nvSpPr>
        <p:spPr>
          <a:xfrm>
            <a:off x="2842545" y="363251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A672AB6-4174-9594-17F5-4EA2D7B32872}"/>
              </a:ext>
            </a:extLst>
          </p:cNvPr>
          <p:cNvCxnSpPr>
            <a:cxnSpLocks/>
          </p:cNvCxnSpPr>
          <p:nvPr/>
        </p:nvCxnSpPr>
        <p:spPr>
          <a:xfrm>
            <a:off x="2626572" y="391474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32370F2-7CDA-5B00-3245-BCC6254AF8E2}"/>
              </a:ext>
            </a:extLst>
          </p:cNvPr>
          <p:cNvCxnSpPr>
            <a:cxnSpLocks/>
          </p:cNvCxnSpPr>
          <p:nvPr/>
        </p:nvCxnSpPr>
        <p:spPr>
          <a:xfrm>
            <a:off x="2626572" y="417403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A55026B-9159-0C6B-9E05-893739BCA3B6}"/>
              </a:ext>
            </a:extLst>
          </p:cNvPr>
          <p:cNvCxnSpPr>
            <a:cxnSpLocks/>
          </p:cNvCxnSpPr>
          <p:nvPr/>
        </p:nvCxnSpPr>
        <p:spPr>
          <a:xfrm>
            <a:off x="2626572" y="443967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0DDAC50-1155-CB66-6B00-F270383FE638}"/>
              </a:ext>
            </a:extLst>
          </p:cNvPr>
          <p:cNvSpPr/>
          <p:nvPr/>
        </p:nvSpPr>
        <p:spPr>
          <a:xfrm>
            <a:off x="5700713" y="1508078"/>
            <a:ext cx="607060" cy="722150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AC5FE53-4E6E-A739-5F51-32F053D49E91}"/>
              </a:ext>
            </a:extLst>
          </p:cNvPr>
          <p:cNvSpPr/>
          <p:nvPr/>
        </p:nvSpPr>
        <p:spPr>
          <a:xfrm>
            <a:off x="5722938" y="133896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04DE46E-32EC-3B30-69F0-3D007D8CDA12}"/>
              </a:ext>
            </a:extLst>
          </p:cNvPr>
          <p:cNvSpPr/>
          <p:nvPr/>
        </p:nvSpPr>
        <p:spPr>
          <a:xfrm>
            <a:off x="5938911" y="123630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2321556-707F-D6EB-67B5-0FB4A90AAA74}"/>
              </a:ext>
            </a:extLst>
          </p:cNvPr>
          <p:cNvCxnSpPr>
            <a:cxnSpLocks/>
          </p:cNvCxnSpPr>
          <p:nvPr/>
        </p:nvCxnSpPr>
        <p:spPr>
          <a:xfrm>
            <a:off x="5722938" y="151852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7A1A8E6-8A46-C0BE-EF86-DCFFFF05C8C5}"/>
              </a:ext>
            </a:extLst>
          </p:cNvPr>
          <p:cNvCxnSpPr>
            <a:cxnSpLocks/>
          </p:cNvCxnSpPr>
          <p:nvPr/>
        </p:nvCxnSpPr>
        <p:spPr>
          <a:xfrm>
            <a:off x="5722938" y="177781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52F2327-F6ED-5E08-EB15-FC73FF7C3ABD}"/>
              </a:ext>
            </a:extLst>
          </p:cNvPr>
          <p:cNvCxnSpPr>
            <a:cxnSpLocks/>
          </p:cNvCxnSpPr>
          <p:nvPr/>
        </p:nvCxnSpPr>
        <p:spPr>
          <a:xfrm>
            <a:off x="5722938" y="204345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E69D6FC-D562-17B9-58BE-2E4CB3D88B8F}"/>
              </a:ext>
            </a:extLst>
          </p:cNvPr>
          <p:cNvSpPr/>
          <p:nvPr/>
        </p:nvSpPr>
        <p:spPr>
          <a:xfrm>
            <a:off x="6470439" y="1955799"/>
            <a:ext cx="607060" cy="274427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3350E84-BB1B-7948-A205-2105F47C6C66}"/>
              </a:ext>
            </a:extLst>
          </p:cNvPr>
          <p:cNvSpPr/>
          <p:nvPr/>
        </p:nvSpPr>
        <p:spPr>
          <a:xfrm>
            <a:off x="6492664" y="1338960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F8B0671-B630-E5A5-B23A-E081B3170955}"/>
              </a:ext>
            </a:extLst>
          </p:cNvPr>
          <p:cNvSpPr/>
          <p:nvPr/>
        </p:nvSpPr>
        <p:spPr>
          <a:xfrm>
            <a:off x="6708637" y="1236299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5CC7072-7318-4EA3-0CE5-CC2C0614C5A2}"/>
              </a:ext>
            </a:extLst>
          </p:cNvPr>
          <p:cNvCxnSpPr>
            <a:cxnSpLocks/>
          </p:cNvCxnSpPr>
          <p:nvPr/>
        </p:nvCxnSpPr>
        <p:spPr>
          <a:xfrm>
            <a:off x="6492664" y="15185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0E099AA-16C8-0A6F-8006-69D190FA273C}"/>
              </a:ext>
            </a:extLst>
          </p:cNvPr>
          <p:cNvCxnSpPr>
            <a:cxnSpLocks/>
          </p:cNvCxnSpPr>
          <p:nvPr/>
        </p:nvCxnSpPr>
        <p:spPr>
          <a:xfrm>
            <a:off x="6492664" y="177781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5523831-ABB6-5BE8-A80B-5DE48A720602}"/>
              </a:ext>
            </a:extLst>
          </p:cNvPr>
          <p:cNvCxnSpPr>
            <a:cxnSpLocks/>
          </p:cNvCxnSpPr>
          <p:nvPr/>
        </p:nvCxnSpPr>
        <p:spPr>
          <a:xfrm>
            <a:off x="6492664" y="2043455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AAF45AF-3B64-B3C3-6FF1-93A74CB42A2F}"/>
              </a:ext>
            </a:extLst>
          </p:cNvPr>
          <p:cNvSpPr/>
          <p:nvPr/>
        </p:nvSpPr>
        <p:spPr>
          <a:xfrm>
            <a:off x="7243869" y="1964267"/>
            <a:ext cx="607060" cy="26596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0509E21-D954-EFEB-DD26-38BACB4FB0BB}"/>
              </a:ext>
            </a:extLst>
          </p:cNvPr>
          <p:cNvSpPr/>
          <p:nvPr/>
        </p:nvSpPr>
        <p:spPr>
          <a:xfrm>
            <a:off x="7266094" y="1338960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1324AA7-58BE-D8ED-BDED-5A2F1DF68D8E}"/>
              </a:ext>
            </a:extLst>
          </p:cNvPr>
          <p:cNvSpPr/>
          <p:nvPr/>
        </p:nvSpPr>
        <p:spPr>
          <a:xfrm>
            <a:off x="7482067" y="1236299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09FC132-97B6-62C8-4A46-596964DA6701}"/>
              </a:ext>
            </a:extLst>
          </p:cNvPr>
          <p:cNvCxnSpPr>
            <a:cxnSpLocks/>
          </p:cNvCxnSpPr>
          <p:nvPr/>
        </p:nvCxnSpPr>
        <p:spPr>
          <a:xfrm>
            <a:off x="7266094" y="15185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E15EA7C-DA4D-FF0A-B643-61B933BA2BDB}"/>
              </a:ext>
            </a:extLst>
          </p:cNvPr>
          <p:cNvCxnSpPr>
            <a:cxnSpLocks/>
          </p:cNvCxnSpPr>
          <p:nvPr/>
        </p:nvCxnSpPr>
        <p:spPr>
          <a:xfrm>
            <a:off x="7266094" y="177781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E47CB67-81B9-A784-117E-7AAC46345066}"/>
              </a:ext>
            </a:extLst>
          </p:cNvPr>
          <p:cNvCxnSpPr>
            <a:cxnSpLocks/>
          </p:cNvCxnSpPr>
          <p:nvPr/>
        </p:nvCxnSpPr>
        <p:spPr>
          <a:xfrm>
            <a:off x="7266094" y="2043455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E13997-73E0-41BE-3B29-3D1F60F821F2}"/>
              </a:ext>
            </a:extLst>
          </p:cNvPr>
          <p:cNvSpPr/>
          <p:nvPr/>
        </p:nvSpPr>
        <p:spPr>
          <a:xfrm>
            <a:off x="8034513" y="2074336"/>
            <a:ext cx="607060" cy="155889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909B301-7C16-22DC-36C6-84519A9751CF}"/>
              </a:ext>
            </a:extLst>
          </p:cNvPr>
          <p:cNvSpPr/>
          <p:nvPr/>
        </p:nvSpPr>
        <p:spPr>
          <a:xfrm>
            <a:off x="8056738" y="1338959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D282569-0561-BF88-C94D-5F686765B788}"/>
              </a:ext>
            </a:extLst>
          </p:cNvPr>
          <p:cNvSpPr/>
          <p:nvPr/>
        </p:nvSpPr>
        <p:spPr>
          <a:xfrm>
            <a:off x="8272711" y="1236298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C98B373-B423-E46E-9C66-E838C0CD5575}"/>
              </a:ext>
            </a:extLst>
          </p:cNvPr>
          <p:cNvCxnSpPr>
            <a:cxnSpLocks/>
          </p:cNvCxnSpPr>
          <p:nvPr/>
        </p:nvCxnSpPr>
        <p:spPr>
          <a:xfrm>
            <a:off x="8056738" y="151852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1887566-228D-E8FF-BBD3-7FD4C7170581}"/>
              </a:ext>
            </a:extLst>
          </p:cNvPr>
          <p:cNvCxnSpPr>
            <a:cxnSpLocks/>
          </p:cNvCxnSpPr>
          <p:nvPr/>
        </p:nvCxnSpPr>
        <p:spPr>
          <a:xfrm>
            <a:off x="8056738" y="177781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134E808-CEFC-E93E-27C2-B2AD30C35043}"/>
              </a:ext>
            </a:extLst>
          </p:cNvPr>
          <p:cNvCxnSpPr>
            <a:cxnSpLocks/>
          </p:cNvCxnSpPr>
          <p:nvPr/>
        </p:nvCxnSpPr>
        <p:spPr>
          <a:xfrm>
            <a:off x="8056738" y="204345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DCD1BCA-5CB3-88C1-C989-CC7D1137C700}"/>
              </a:ext>
            </a:extLst>
          </p:cNvPr>
          <p:cNvSpPr/>
          <p:nvPr/>
        </p:nvSpPr>
        <p:spPr>
          <a:xfrm>
            <a:off x="5698174" y="3115732"/>
            <a:ext cx="607060" cy="316403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8F1616E-CDF6-A8BC-3AAB-62A2DEE72409}"/>
              </a:ext>
            </a:extLst>
          </p:cNvPr>
          <p:cNvSpPr/>
          <p:nvPr/>
        </p:nvSpPr>
        <p:spPr>
          <a:xfrm>
            <a:off x="5720399" y="2540869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A3F1E5F-6775-0AB0-FCFA-D24AB82D1B7B}"/>
              </a:ext>
            </a:extLst>
          </p:cNvPr>
          <p:cNvSpPr/>
          <p:nvPr/>
        </p:nvSpPr>
        <p:spPr>
          <a:xfrm>
            <a:off x="5936372" y="2438208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BB91013-C892-B616-02C6-43048BB61284}"/>
              </a:ext>
            </a:extLst>
          </p:cNvPr>
          <p:cNvCxnSpPr>
            <a:cxnSpLocks/>
          </p:cNvCxnSpPr>
          <p:nvPr/>
        </p:nvCxnSpPr>
        <p:spPr>
          <a:xfrm>
            <a:off x="5720399" y="272043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1764E39-F742-36E2-F699-094242219908}"/>
              </a:ext>
            </a:extLst>
          </p:cNvPr>
          <p:cNvCxnSpPr>
            <a:cxnSpLocks/>
          </p:cNvCxnSpPr>
          <p:nvPr/>
        </p:nvCxnSpPr>
        <p:spPr>
          <a:xfrm>
            <a:off x="5720399" y="297972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E0E67E9-5F71-19DE-F073-CCF5DE3EA4F4}"/>
              </a:ext>
            </a:extLst>
          </p:cNvPr>
          <p:cNvCxnSpPr>
            <a:cxnSpLocks/>
          </p:cNvCxnSpPr>
          <p:nvPr/>
        </p:nvCxnSpPr>
        <p:spPr>
          <a:xfrm>
            <a:off x="5720399" y="324536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AB1AB28-6383-3292-5166-EC81F668FF37}"/>
              </a:ext>
            </a:extLst>
          </p:cNvPr>
          <p:cNvSpPr/>
          <p:nvPr/>
        </p:nvSpPr>
        <p:spPr>
          <a:xfrm>
            <a:off x="6467900" y="327624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A3C5E5B-2E0F-589E-DB95-7AC3ABA0CE52}"/>
              </a:ext>
            </a:extLst>
          </p:cNvPr>
          <p:cNvSpPr/>
          <p:nvPr/>
        </p:nvSpPr>
        <p:spPr>
          <a:xfrm>
            <a:off x="6490125" y="254086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AD418A3-70ED-5EC6-E671-DA7640AAA9B8}"/>
              </a:ext>
            </a:extLst>
          </p:cNvPr>
          <p:cNvSpPr/>
          <p:nvPr/>
        </p:nvSpPr>
        <p:spPr>
          <a:xfrm>
            <a:off x="6706098" y="243820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FF2F1BA-A5C9-E530-0B3C-3A53B1742077}"/>
              </a:ext>
            </a:extLst>
          </p:cNvPr>
          <p:cNvCxnSpPr>
            <a:cxnSpLocks/>
          </p:cNvCxnSpPr>
          <p:nvPr/>
        </p:nvCxnSpPr>
        <p:spPr>
          <a:xfrm>
            <a:off x="6490125" y="272043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DD58A0D-9AB2-0C17-E9C8-7853BB4D1193}"/>
              </a:ext>
            </a:extLst>
          </p:cNvPr>
          <p:cNvCxnSpPr>
            <a:cxnSpLocks/>
          </p:cNvCxnSpPr>
          <p:nvPr/>
        </p:nvCxnSpPr>
        <p:spPr>
          <a:xfrm>
            <a:off x="6490125" y="29797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DE2D18A-8B56-1599-9F39-4BDC1E5A244A}"/>
              </a:ext>
            </a:extLst>
          </p:cNvPr>
          <p:cNvCxnSpPr>
            <a:cxnSpLocks/>
          </p:cNvCxnSpPr>
          <p:nvPr/>
        </p:nvCxnSpPr>
        <p:spPr>
          <a:xfrm>
            <a:off x="6490125" y="324536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31AA589-6F24-0D32-9CB1-FB43B45E6C13}"/>
              </a:ext>
            </a:extLst>
          </p:cNvPr>
          <p:cNvSpPr/>
          <p:nvPr/>
        </p:nvSpPr>
        <p:spPr>
          <a:xfrm>
            <a:off x="7241330" y="327624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EE7391A-80FB-9302-B4B7-DF5FDA751DBE}"/>
              </a:ext>
            </a:extLst>
          </p:cNvPr>
          <p:cNvSpPr/>
          <p:nvPr/>
        </p:nvSpPr>
        <p:spPr>
          <a:xfrm>
            <a:off x="7263555" y="254086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FCE4394-3351-8CEA-2942-14EC2025D950}"/>
              </a:ext>
            </a:extLst>
          </p:cNvPr>
          <p:cNvSpPr/>
          <p:nvPr/>
        </p:nvSpPr>
        <p:spPr>
          <a:xfrm>
            <a:off x="7479528" y="243820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A8D14EB-B333-14C2-3FA3-7829E8124FF1}"/>
              </a:ext>
            </a:extLst>
          </p:cNvPr>
          <p:cNvCxnSpPr>
            <a:cxnSpLocks/>
          </p:cNvCxnSpPr>
          <p:nvPr/>
        </p:nvCxnSpPr>
        <p:spPr>
          <a:xfrm>
            <a:off x="7263555" y="272043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E308ECC-386A-EC3D-5DB6-4B1766AD7DF0}"/>
              </a:ext>
            </a:extLst>
          </p:cNvPr>
          <p:cNvCxnSpPr>
            <a:cxnSpLocks/>
          </p:cNvCxnSpPr>
          <p:nvPr/>
        </p:nvCxnSpPr>
        <p:spPr>
          <a:xfrm>
            <a:off x="7263555" y="29797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C3182E9-7BA9-2401-B636-8CFF2F7C5040}"/>
              </a:ext>
            </a:extLst>
          </p:cNvPr>
          <p:cNvCxnSpPr>
            <a:cxnSpLocks/>
          </p:cNvCxnSpPr>
          <p:nvPr/>
        </p:nvCxnSpPr>
        <p:spPr>
          <a:xfrm>
            <a:off x="7263555" y="324536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4DEEF36-9D29-8CA4-D75B-85CA4D1E7D2C}"/>
              </a:ext>
            </a:extLst>
          </p:cNvPr>
          <p:cNvSpPr/>
          <p:nvPr/>
        </p:nvSpPr>
        <p:spPr>
          <a:xfrm>
            <a:off x="8031974" y="3010604"/>
            <a:ext cx="607060" cy="42153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1DAC764-43DE-637D-5391-4B9A599475C4}"/>
              </a:ext>
            </a:extLst>
          </p:cNvPr>
          <p:cNvSpPr/>
          <p:nvPr/>
        </p:nvSpPr>
        <p:spPr>
          <a:xfrm>
            <a:off x="8054199" y="2540867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5EFBE3E-EFC1-02B7-CF0A-9012F115CAE5}"/>
              </a:ext>
            </a:extLst>
          </p:cNvPr>
          <p:cNvSpPr/>
          <p:nvPr/>
        </p:nvSpPr>
        <p:spPr>
          <a:xfrm>
            <a:off x="8270172" y="2438206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E2995E5-80A2-6297-FA86-D56B0A291F87}"/>
              </a:ext>
            </a:extLst>
          </p:cNvPr>
          <p:cNvCxnSpPr>
            <a:cxnSpLocks/>
          </p:cNvCxnSpPr>
          <p:nvPr/>
        </p:nvCxnSpPr>
        <p:spPr>
          <a:xfrm>
            <a:off x="8054199" y="2720429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C96E79B-BFE9-1D91-846B-B4DD85636C2D}"/>
              </a:ext>
            </a:extLst>
          </p:cNvPr>
          <p:cNvCxnSpPr>
            <a:cxnSpLocks/>
          </p:cNvCxnSpPr>
          <p:nvPr/>
        </p:nvCxnSpPr>
        <p:spPr>
          <a:xfrm>
            <a:off x="8054199" y="297972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9B115F3-757D-5EB2-97D5-5A5F0FD747DE}"/>
              </a:ext>
            </a:extLst>
          </p:cNvPr>
          <p:cNvCxnSpPr>
            <a:cxnSpLocks/>
          </p:cNvCxnSpPr>
          <p:nvPr/>
        </p:nvCxnSpPr>
        <p:spPr>
          <a:xfrm>
            <a:off x="8054199" y="324536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D51EDDF-0FDC-00E1-BA2C-30450FF6FCCB}"/>
              </a:ext>
            </a:extLst>
          </p:cNvPr>
          <p:cNvSpPr/>
          <p:nvPr/>
        </p:nvSpPr>
        <p:spPr>
          <a:xfrm>
            <a:off x="5675949" y="4275666"/>
            <a:ext cx="607060" cy="319899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C0D7A33-4C74-42D2-08FD-953A3518FD7F}"/>
              </a:ext>
            </a:extLst>
          </p:cNvPr>
          <p:cNvSpPr/>
          <p:nvPr/>
        </p:nvSpPr>
        <p:spPr>
          <a:xfrm>
            <a:off x="5698174" y="3704299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F132264-8DEB-0ABE-ADBB-DEDC7AED9F04}"/>
              </a:ext>
            </a:extLst>
          </p:cNvPr>
          <p:cNvSpPr/>
          <p:nvPr/>
        </p:nvSpPr>
        <p:spPr>
          <a:xfrm>
            <a:off x="5914147" y="3601638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D466536-8452-D21B-94BB-8C973BFB67F2}"/>
              </a:ext>
            </a:extLst>
          </p:cNvPr>
          <p:cNvCxnSpPr>
            <a:cxnSpLocks/>
          </p:cNvCxnSpPr>
          <p:nvPr/>
        </p:nvCxnSpPr>
        <p:spPr>
          <a:xfrm>
            <a:off x="5698174" y="388386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C7B6617-CF21-2D19-F454-E1B0E4E7415A}"/>
              </a:ext>
            </a:extLst>
          </p:cNvPr>
          <p:cNvCxnSpPr>
            <a:cxnSpLocks/>
          </p:cNvCxnSpPr>
          <p:nvPr/>
        </p:nvCxnSpPr>
        <p:spPr>
          <a:xfrm>
            <a:off x="5698174" y="414315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F6DCE6C-56CB-B23E-E62A-1047390EA85E}"/>
              </a:ext>
            </a:extLst>
          </p:cNvPr>
          <p:cNvCxnSpPr>
            <a:cxnSpLocks/>
          </p:cNvCxnSpPr>
          <p:nvPr/>
        </p:nvCxnSpPr>
        <p:spPr>
          <a:xfrm>
            <a:off x="5698174" y="440879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4CCF7FB-EFEF-FF33-60D1-14C3F95980AA}"/>
              </a:ext>
            </a:extLst>
          </p:cNvPr>
          <p:cNvSpPr/>
          <p:nvPr/>
        </p:nvSpPr>
        <p:spPr>
          <a:xfrm>
            <a:off x="6445675" y="443967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6DE05A1-C4B8-D76A-5B58-F85AE4620921}"/>
              </a:ext>
            </a:extLst>
          </p:cNvPr>
          <p:cNvSpPr/>
          <p:nvPr/>
        </p:nvSpPr>
        <p:spPr>
          <a:xfrm>
            <a:off x="6467900" y="370429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405B057-3D11-17F1-5CD7-C3AC096BFF3B}"/>
              </a:ext>
            </a:extLst>
          </p:cNvPr>
          <p:cNvSpPr/>
          <p:nvPr/>
        </p:nvSpPr>
        <p:spPr>
          <a:xfrm>
            <a:off x="6683873" y="360163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F35BC2A-5CF1-F0B5-4C26-D25731136E7E}"/>
              </a:ext>
            </a:extLst>
          </p:cNvPr>
          <p:cNvCxnSpPr>
            <a:cxnSpLocks/>
          </p:cNvCxnSpPr>
          <p:nvPr/>
        </p:nvCxnSpPr>
        <p:spPr>
          <a:xfrm>
            <a:off x="6467900" y="388386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5A36326-3E0B-0C23-29B5-EBD37DA5DB77}"/>
              </a:ext>
            </a:extLst>
          </p:cNvPr>
          <p:cNvCxnSpPr>
            <a:cxnSpLocks/>
          </p:cNvCxnSpPr>
          <p:nvPr/>
        </p:nvCxnSpPr>
        <p:spPr>
          <a:xfrm>
            <a:off x="6467900" y="414315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8852D06-D0D6-399B-F3DD-CF2B45031225}"/>
              </a:ext>
            </a:extLst>
          </p:cNvPr>
          <p:cNvCxnSpPr>
            <a:cxnSpLocks/>
          </p:cNvCxnSpPr>
          <p:nvPr/>
        </p:nvCxnSpPr>
        <p:spPr>
          <a:xfrm>
            <a:off x="6467900" y="440879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60B8C68-7583-E3A2-9025-6B9A2D122577}"/>
              </a:ext>
            </a:extLst>
          </p:cNvPr>
          <p:cNvSpPr/>
          <p:nvPr/>
        </p:nvSpPr>
        <p:spPr>
          <a:xfrm>
            <a:off x="7219105" y="4377267"/>
            <a:ext cx="607060" cy="21829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CB4C94A-BA54-A25F-B892-C68902DDDD49}"/>
              </a:ext>
            </a:extLst>
          </p:cNvPr>
          <p:cNvSpPr/>
          <p:nvPr/>
        </p:nvSpPr>
        <p:spPr>
          <a:xfrm>
            <a:off x="7241330" y="370429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4A3FA56-AFC9-2B7D-971E-958F00E9244E}"/>
              </a:ext>
            </a:extLst>
          </p:cNvPr>
          <p:cNvSpPr/>
          <p:nvPr/>
        </p:nvSpPr>
        <p:spPr>
          <a:xfrm>
            <a:off x="7457303" y="360163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0F4377C-BFBE-31D5-90C6-C13F4D81A317}"/>
              </a:ext>
            </a:extLst>
          </p:cNvPr>
          <p:cNvCxnSpPr>
            <a:cxnSpLocks/>
          </p:cNvCxnSpPr>
          <p:nvPr/>
        </p:nvCxnSpPr>
        <p:spPr>
          <a:xfrm>
            <a:off x="7241330" y="388386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7C50C4B-AF6B-7685-7137-90A36A248400}"/>
              </a:ext>
            </a:extLst>
          </p:cNvPr>
          <p:cNvCxnSpPr>
            <a:cxnSpLocks/>
          </p:cNvCxnSpPr>
          <p:nvPr/>
        </p:nvCxnSpPr>
        <p:spPr>
          <a:xfrm>
            <a:off x="7241330" y="414315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0107DE8-2A4F-965C-988E-72940B0D2A2A}"/>
              </a:ext>
            </a:extLst>
          </p:cNvPr>
          <p:cNvCxnSpPr>
            <a:cxnSpLocks/>
          </p:cNvCxnSpPr>
          <p:nvPr/>
        </p:nvCxnSpPr>
        <p:spPr>
          <a:xfrm>
            <a:off x="7241330" y="440879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46D6050-2EA5-BB89-3EA7-2AD18BB822F2}"/>
              </a:ext>
            </a:extLst>
          </p:cNvPr>
          <p:cNvSpPr/>
          <p:nvPr/>
        </p:nvSpPr>
        <p:spPr>
          <a:xfrm>
            <a:off x="8009749" y="4439674"/>
            <a:ext cx="607060" cy="155889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7C4598C-392D-E7E0-DA5C-C4E83B4DE8D2}"/>
              </a:ext>
            </a:extLst>
          </p:cNvPr>
          <p:cNvSpPr/>
          <p:nvPr/>
        </p:nvSpPr>
        <p:spPr>
          <a:xfrm>
            <a:off x="8031974" y="3704297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C4D9331-4AB2-F19F-088D-410A36963A99}"/>
              </a:ext>
            </a:extLst>
          </p:cNvPr>
          <p:cNvSpPr/>
          <p:nvPr/>
        </p:nvSpPr>
        <p:spPr>
          <a:xfrm>
            <a:off x="8247947" y="3601636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C1DE8FAA-64C5-A041-FA10-5B36AD3BCEF3}"/>
              </a:ext>
            </a:extLst>
          </p:cNvPr>
          <p:cNvCxnSpPr>
            <a:cxnSpLocks/>
          </p:cNvCxnSpPr>
          <p:nvPr/>
        </p:nvCxnSpPr>
        <p:spPr>
          <a:xfrm>
            <a:off x="8031974" y="3883859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1979385-24DE-A993-A75E-027C37FD59D0}"/>
              </a:ext>
            </a:extLst>
          </p:cNvPr>
          <p:cNvCxnSpPr>
            <a:cxnSpLocks/>
          </p:cNvCxnSpPr>
          <p:nvPr/>
        </p:nvCxnSpPr>
        <p:spPr>
          <a:xfrm>
            <a:off x="8031974" y="414315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EA4E0E6-919D-1003-5441-52C3212A128E}"/>
              </a:ext>
            </a:extLst>
          </p:cNvPr>
          <p:cNvCxnSpPr>
            <a:cxnSpLocks/>
          </p:cNvCxnSpPr>
          <p:nvPr/>
        </p:nvCxnSpPr>
        <p:spPr>
          <a:xfrm>
            <a:off x="8031974" y="440879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274918A-FE38-50D3-ED2A-833A440A536C}"/>
              </a:ext>
            </a:extLst>
          </p:cNvPr>
          <p:cNvSpPr/>
          <p:nvPr/>
        </p:nvSpPr>
        <p:spPr>
          <a:xfrm>
            <a:off x="110527" y="1079229"/>
            <a:ext cx="3332761" cy="3856835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54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  <p:bldP spid="100" grpId="0" animBg="1"/>
      <p:bldP spid="104" grpId="0" animBg="1"/>
      <p:bldP spid="105" grpId="0" animBg="1"/>
      <p:bldP spid="106" grpId="0" animBg="1"/>
      <p:bldP spid="110" grpId="0" animBg="1"/>
      <p:bldP spid="111" grpId="0" animBg="1"/>
      <p:bldP spid="112" grpId="0" animBg="1"/>
      <p:bldP spid="116" grpId="0" animBg="1"/>
      <p:bldP spid="117" grpId="0" animBg="1"/>
      <p:bldP spid="118" grpId="0" animBg="1"/>
      <p:bldP spid="122" grpId="0" animBg="1"/>
      <p:bldP spid="123" grpId="0" animBg="1"/>
      <p:bldP spid="124" grpId="0" animBg="1"/>
      <p:bldP spid="128" grpId="0" animBg="1"/>
      <p:bldP spid="129" grpId="0" animBg="1"/>
      <p:bldP spid="130" grpId="0" animBg="1"/>
      <p:bldP spid="134" grpId="0" animBg="1"/>
      <p:bldP spid="135" grpId="0" animBg="1"/>
      <p:bldP spid="136" grpId="0" animBg="1"/>
      <p:bldP spid="140" grpId="0" animBg="1"/>
      <p:bldP spid="141" grpId="0" animBg="1"/>
      <p:bldP spid="142" grpId="0" animBg="1"/>
      <p:bldP spid="146" grpId="0" animBg="1"/>
      <p:bldP spid="147" grpId="0" animBg="1"/>
      <p:bldP spid="148" grpId="0" animBg="1"/>
      <p:bldP spid="152" grpId="0" animBg="1"/>
      <p:bldP spid="153" grpId="0" animBg="1"/>
      <p:bldP spid="154" grpId="0" animBg="1"/>
      <p:bldP spid="158" grpId="0" animBg="1"/>
      <p:bldP spid="159" grpId="0" animBg="1"/>
      <p:bldP spid="160" grpId="0" animBg="1"/>
      <p:bldP spid="164" grpId="0" animBg="1"/>
      <p:bldP spid="165" grpId="0" animBg="1"/>
      <p:bldP spid="166" grpId="0" animBg="1"/>
      <p:bldP spid="17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8924-EA03-06EC-A237-2E47B9F4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5F8E66-0292-DEF2-DDA1-ABAE45627936}"/>
              </a:ext>
            </a:extLst>
          </p:cNvPr>
          <p:cNvSpPr/>
          <p:nvPr/>
        </p:nvSpPr>
        <p:spPr>
          <a:xfrm>
            <a:off x="8078963" y="1532673"/>
            <a:ext cx="607060" cy="7012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520F0-2BC5-3690-BED7-9D88A1D55566}"/>
              </a:ext>
            </a:extLst>
          </p:cNvPr>
          <p:cNvSpPr/>
          <p:nvPr/>
        </p:nvSpPr>
        <p:spPr>
          <a:xfrm>
            <a:off x="7259776" y="1530367"/>
            <a:ext cx="607060" cy="7012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742B3-02B9-963F-E5A0-A3C872FDC037}"/>
              </a:ext>
            </a:extLst>
          </p:cNvPr>
          <p:cNvSpPr/>
          <p:nvPr/>
        </p:nvSpPr>
        <p:spPr>
          <a:xfrm>
            <a:off x="6491357" y="1528969"/>
            <a:ext cx="607060" cy="7012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859C0-60D1-6CA8-8F8C-A0232307C4DD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5B9089-290C-8C8E-11F8-C891098054BA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68A672D-29D9-6BB6-74F3-3C94EE102919}"/>
              </a:ext>
            </a:extLst>
          </p:cNvPr>
          <p:cNvSpPr/>
          <p:nvPr/>
        </p:nvSpPr>
        <p:spPr>
          <a:xfrm>
            <a:off x="295311" y="1718909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21F2A-CE9E-9C3D-1983-893978BC94A0}"/>
              </a:ext>
            </a:extLst>
          </p:cNvPr>
          <p:cNvSpPr/>
          <p:nvPr/>
        </p:nvSpPr>
        <p:spPr>
          <a:xfrm>
            <a:off x="317536" y="1369844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18A97-DEC8-077C-F732-677E021FCE51}"/>
              </a:ext>
            </a:extLst>
          </p:cNvPr>
          <p:cNvSpPr/>
          <p:nvPr/>
        </p:nvSpPr>
        <p:spPr>
          <a:xfrm>
            <a:off x="533509" y="1267183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D5FC2E-8046-E88F-CE84-BF277D8F9516}"/>
              </a:ext>
            </a:extLst>
          </p:cNvPr>
          <p:cNvCxnSpPr>
            <a:cxnSpLocks/>
          </p:cNvCxnSpPr>
          <p:nvPr/>
        </p:nvCxnSpPr>
        <p:spPr>
          <a:xfrm>
            <a:off x="317536" y="154940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F16E714-1062-82A5-4A09-0D5BEB7233B2}"/>
              </a:ext>
            </a:extLst>
          </p:cNvPr>
          <p:cNvCxnSpPr>
            <a:cxnSpLocks/>
          </p:cNvCxnSpPr>
          <p:nvPr/>
        </p:nvCxnSpPr>
        <p:spPr>
          <a:xfrm>
            <a:off x="317536" y="180869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BA111D-75EA-408C-F3C5-61CB6567B6FE}"/>
              </a:ext>
            </a:extLst>
          </p:cNvPr>
          <p:cNvCxnSpPr>
            <a:cxnSpLocks/>
          </p:cNvCxnSpPr>
          <p:nvPr/>
        </p:nvCxnSpPr>
        <p:spPr>
          <a:xfrm>
            <a:off x="317536" y="2074339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D52C8B2-34C6-C9A4-317D-28CCFBA054CC}"/>
              </a:ext>
            </a:extLst>
          </p:cNvPr>
          <p:cNvSpPr/>
          <p:nvPr/>
        </p:nvSpPr>
        <p:spPr>
          <a:xfrm>
            <a:off x="1065037" y="1718908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957EA3-1643-6A4C-4E0A-0E713976A165}"/>
              </a:ext>
            </a:extLst>
          </p:cNvPr>
          <p:cNvSpPr/>
          <p:nvPr/>
        </p:nvSpPr>
        <p:spPr>
          <a:xfrm>
            <a:off x="1087262" y="1369843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ACB9D6-C191-3F5C-0643-9D19E1188ECD}"/>
              </a:ext>
            </a:extLst>
          </p:cNvPr>
          <p:cNvSpPr/>
          <p:nvPr/>
        </p:nvSpPr>
        <p:spPr>
          <a:xfrm>
            <a:off x="1303235" y="1267182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6139DF-5200-9EB4-623C-71CBA36B47EE}"/>
              </a:ext>
            </a:extLst>
          </p:cNvPr>
          <p:cNvCxnSpPr>
            <a:cxnSpLocks/>
          </p:cNvCxnSpPr>
          <p:nvPr/>
        </p:nvCxnSpPr>
        <p:spPr>
          <a:xfrm>
            <a:off x="1087262" y="15494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9BE370-DCB6-D104-D724-E2C9C50A4690}"/>
              </a:ext>
            </a:extLst>
          </p:cNvPr>
          <p:cNvCxnSpPr>
            <a:cxnSpLocks/>
          </p:cNvCxnSpPr>
          <p:nvPr/>
        </p:nvCxnSpPr>
        <p:spPr>
          <a:xfrm>
            <a:off x="1087262" y="180869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F612304-099B-D638-158B-F108DFF8E357}"/>
              </a:ext>
            </a:extLst>
          </p:cNvPr>
          <p:cNvCxnSpPr>
            <a:cxnSpLocks/>
          </p:cNvCxnSpPr>
          <p:nvPr/>
        </p:nvCxnSpPr>
        <p:spPr>
          <a:xfrm>
            <a:off x="1087262" y="207433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50FF7E4-3831-B4CD-24E2-6033D61F0DF3}"/>
              </a:ext>
            </a:extLst>
          </p:cNvPr>
          <p:cNvSpPr/>
          <p:nvPr/>
        </p:nvSpPr>
        <p:spPr>
          <a:xfrm>
            <a:off x="1838467" y="1718908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77DDF9-CCEE-C4EF-709C-C148ADE66845}"/>
              </a:ext>
            </a:extLst>
          </p:cNvPr>
          <p:cNvSpPr/>
          <p:nvPr/>
        </p:nvSpPr>
        <p:spPr>
          <a:xfrm>
            <a:off x="1860692" y="1369843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5FABC9-17DA-D653-08D0-532C921CB522}"/>
              </a:ext>
            </a:extLst>
          </p:cNvPr>
          <p:cNvSpPr/>
          <p:nvPr/>
        </p:nvSpPr>
        <p:spPr>
          <a:xfrm>
            <a:off x="2076665" y="1267182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A231A5-794D-0997-1FBB-3A12D9257423}"/>
              </a:ext>
            </a:extLst>
          </p:cNvPr>
          <p:cNvCxnSpPr>
            <a:cxnSpLocks/>
          </p:cNvCxnSpPr>
          <p:nvPr/>
        </p:nvCxnSpPr>
        <p:spPr>
          <a:xfrm>
            <a:off x="1860692" y="15494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88CB34-488A-7EC7-7B0E-4A70B8C979F9}"/>
              </a:ext>
            </a:extLst>
          </p:cNvPr>
          <p:cNvCxnSpPr>
            <a:cxnSpLocks/>
          </p:cNvCxnSpPr>
          <p:nvPr/>
        </p:nvCxnSpPr>
        <p:spPr>
          <a:xfrm>
            <a:off x="1860692" y="180869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2561D0-91D7-46A7-FC2D-0BC92BC9D55F}"/>
              </a:ext>
            </a:extLst>
          </p:cNvPr>
          <p:cNvCxnSpPr>
            <a:cxnSpLocks/>
          </p:cNvCxnSpPr>
          <p:nvPr/>
        </p:nvCxnSpPr>
        <p:spPr>
          <a:xfrm>
            <a:off x="1860692" y="2074338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7293A79-493F-BC2F-B492-A06E7435C7E4}"/>
              </a:ext>
            </a:extLst>
          </p:cNvPr>
          <p:cNvSpPr/>
          <p:nvPr/>
        </p:nvSpPr>
        <p:spPr>
          <a:xfrm>
            <a:off x="2629111" y="171890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A5663B-D6F2-D297-87A8-2C76D62EC9C9}"/>
              </a:ext>
            </a:extLst>
          </p:cNvPr>
          <p:cNvSpPr/>
          <p:nvPr/>
        </p:nvSpPr>
        <p:spPr>
          <a:xfrm>
            <a:off x="2651336" y="136984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5516C88-3390-39BC-FA3D-F44509B6B8C2}"/>
              </a:ext>
            </a:extLst>
          </p:cNvPr>
          <p:cNvSpPr/>
          <p:nvPr/>
        </p:nvSpPr>
        <p:spPr>
          <a:xfrm>
            <a:off x="2867309" y="126718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65385C7-C221-2AF8-C759-79AC740F4825}"/>
              </a:ext>
            </a:extLst>
          </p:cNvPr>
          <p:cNvCxnSpPr>
            <a:cxnSpLocks/>
          </p:cNvCxnSpPr>
          <p:nvPr/>
        </p:nvCxnSpPr>
        <p:spPr>
          <a:xfrm>
            <a:off x="2651336" y="154940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552832C-FDF5-249A-EE7A-538DDD3572A0}"/>
              </a:ext>
            </a:extLst>
          </p:cNvPr>
          <p:cNvCxnSpPr>
            <a:cxnSpLocks/>
          </p:cNvCxnSpPr>
          <p:nvPr/>
        </p:nvCxnSpPr>
        <p:spPr>
          <a:xfrm>
            <a:off x="2651336" y="180869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F1586B1-725F-95EE-98DA-E2BE0CEA509B}"/>
              </a:ext>
            </a:extLst>
          </p:cNvPr>
          <p:cNvCxnSpPr>
            <a:cxnSpLocks/>
          </p:cNvCxnSpPr>
          <p:nvPr/>
        </p:nvCxnSpPr>
        <p:spPr>
          <a:xfrm>
            <a:off x="2651336" y="207433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249D82E-2C08-440D-AD46-02C585926B85}"/>
              </a:ext>
            </a:extLst>
          </p:cNvPr>
          <p:cNvSpPr/>
          <p:nvPr/>
        </p:nvSpPr>
        <p:spPr>
          <a:xfrm>
            <a:off x="292772" y="292081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593FF87-53F9-CEED-A59E-84D40BE3BF33}"/>
              </a:ext>
            </a:extLst>
          </p:cNvPr>
          <p:cNvSpPr/>
          <p:nvPr/>
        </p:nvSpPr>
        <p:spPr>
          <a:xfrm>
            <a:off x="314997" y="257175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02A5F8-3776-CB8A-F300-08ED0CDDEB98}"/>
              </a:ext>
            </a:extLst>
          </p:cNvPr>
          <p:cNvSpPr/>
          <p:nvPr/>
        </p:nvSpPr>
        <p:spPr>
          <a:xfrm>
            <a:off x="530970" y="246909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AC6C552-DE5C-4921-235F-A4851971162F}"/>
              </a:ext>
            </a:extLst>
          </p:cNvPr>
          <p:cNvCxnSpPr>
            <a:cxnSpLocks/>
          </p:cNvCxnSpPr>
          <p:nvPr/>
        </p:nvCxnSpPr>
        <p:spPr>
          <a:xfrm>
            <a:off x="314997" y="275131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65D82A8-AB7D-4BA3-457F-706B4C409418}"/>
              </a:ext>
            </a:extLst>
          </p:cNvPr>
          <p:cNvCxnSpPr>
            <a:cxnSpLocks/>
          </p:cNvCxnSpPr>
          <p:nvPr/>
        </p:nvCxnSpPr>
        <p:spPr>
          <a:xfrm>
            <a:off x="314997" y="301060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6CF43B-FA8A-2F4C-BCFB-EED73E2AD87F}"/>
              </a:ext>
            </a:extLst>
          </p:cNvPr>
          <p:cNvCxnSpPr>
            <a:cxnSpLocks/>
          </p:cNvCxnSpPr>
          <p:nvPr/>
        </p:nvCxnSpPr>
        <p:spPr>
          <a:xfrm>
            <a:off x="314997" y="327624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4E834A6-450D-896F-54A7-C1F7773022D1}"/>
              </a:ext>
            </a:extLst>
          </p:cNvPr>
          <p:cNvSpPr/>
          <p:nvPr/>
        </p:nvSpPr>
        <p:spPr>
          <a:xfrm>
            <a:off x="1062498" y="292081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124968F-3E7B-24F3-27A2-82E6F2C5F3CE}"/>
              </a:ext>
            </a:extLst>
          </p:cNvPr>
          <p:cNvSpPr/>
          <p:nvPr/>
        </p:nvSpPr>
        <p:spPr>
          <a:xfrm>
            <a:off x="1084723" y="257175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38D9E9-4788-C306-9097-329FC37AFC16}"/>
              </a:ext>
            </a:extLst>
          </p:cNvPr>
          <p:cNvSpPr/>
          <p:nvPr/>
        </p:nvSpPr>
        <p:spPr>
          <a:xfrm>
            <a:off x="1300696" y="246909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A5B67C9-A5A6-6620-F9A6-70304AD2B97A}"/>
              </a:ext>
            </a:extLst>
          </p:cNvPr>
          <p:cNvCxnSpPr>
            <a:cxnSpLocks/>
          </p:cNvCxnSpPr>
          <p:nvPr/>
        </p:nvCxnSpPr>
        <p:spPr>
          <a:xfrm>
            <a:off x="1084723" y="275131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11E6157-3D88-7F00-C5C1-B9E20205BD6C}"/>
              </a:ext>
            </a:extLst>
          </p:cNvPr>
          <p:cNvCxnSpPr>
            <a:cxnSpLocks/>
          </p:cNvCxnSpPr>
          <p:nvPr/>
        </p:nvCxnSpPr>
        <p:spPr>
          <a:xfrm>
            <a:off x="1084723" y="30106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036838-90BD-6E5B-E444-3FA3F9786155}"/>
              </a:ext>
            </a:extLst>
          </p:cNvPr>
          <p:cNvCxnSpPr>
            <a:cxnSpLocks/>
          </p:cNvCxnSpPr>
          <p:nvPr/>
        </p:nvCxnSpPr>
        <p:spPr>
          <a:xfrm>
            <a:off x="1084723" y="327624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3171233-9C43-96FC-D98C-F090FA66BC51}"/>
              </a:ext>
            </a:extLst>
          </p:cNvPr>
          <p:cNvSpPr/>
          <p:nvPr/>
        </p:nvSpPr>
        <p:spPr>
          <a:xfrm>
            <a:off x="1835928" y="292081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A3DFB3-69C6-DC44-4096-6272D7D175CE}"/>
              </a:ext>
            </a:extLst>
          </p:cNvPr>
          <p:cNvSpPr/>
          <p:nvPr/>
        </p:nvSpPr>
        <p:spPr>
          <a:xfrm>
            <a:off x="1858153" y="257175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5D95D5C-8ABC-8737-49D9-381F5AE59BED}"/>
              </a:ext>
            </a:extLst>
          </p:cNvPr>
          <p:cNvSpPr/>
          <p:nvPr/>
        </p:nvSpPr>
        <p:spPr>
          <a:xfrm>
            <a:off x="2074126" y="246909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D9FA148-E670-6A74-E43D-6F93A3B5933B}"/>
              </a:ext>
            </a:extLst>
          </p:cNvPr>
          <p:cNvCxnSpPr>
            <a:cxnSpLocks/>
          </p:cNvCxnSpPr>
          <p:nvPr/>
        </p:nvCxnSpPr>
        <p:spPr>
          <a:xfrm>
            <a:off x="1858153" y="275131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21D0437-002D-3B9E-5E03-3D359FFF1EF9}"/>
              </a:ext>
            </a:extLst>
          </p:cNvPr>
          <p:cNvCxnSpPr>
            <a:cxnSpLocks/>
          </p:cNvCxnSpPr>
          <p:nvPr/>
        </p:nvCxnSpPr>
        <p:spPr>
          <a:xfrm>
            <a:off x="1858153" y="301060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42EC1D6-B298-D478-6966-8D287A028055}"/>
              </a:ext>
            </a:extLst>
          </p:cNvPr>
          <p:cNvCxnSpPr>
            <a:cxnSpLocks/>
          </p:cNvCxnSpPr>
          <p:nvPr/>
        </p:nvCxnSpPr>
        <p:spPr>
          <a:xfrm>
            <a:off x="1858153" y="327624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895C1C80-4A91-221B-D491-A05FF5BA2270}"/>
              </a:ext>
            </a:extLst>
          </p:cNvPr>
          <p:cNvSpPr/>
          <p:nvPr/>
        </p:nvSpPr>
        <p:spPr>
          <a:xfrm>
            <a:off x="2626572" y="2920815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D4B148-AB79-DC94-1BDB-306E03B4A60E}"/>
              </a:ext>
            </a:extLst>
          </p:cNvPr>
          <p:cNvSpPr/>
          <p:nvPr/>
        </p:nvSpPr>
        <p:spPr>
          <a:xfrm>
            <a:off x="2648797" y="257175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EA4EE59-06EC-2739-BE23-D3C22A68E817}"/>
              </a:ext>
            </a:extLst>
          </p:cNvPr>
          <p:cNvSpPr/>
          <p:nvPr/>
        </p:nvSpPr>
        <p:spPr>
          <a:xfrm>
            <a:off x="2864770" y="246908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86897CE-281E-0909-A719-A547B78A6A23}"/>
              </a:ext>
            </a:extLst>
          </p:cNvPr>
          <p:cNvCxnSpPr>
            <a:cxnSpLocks/>
          </p:cNvCxnSpPr>
          <p:nvPr/>
        </p:nvCxnSpPr>
        <p:spPr>
          <a:xfrm>
            <a:off x="2648797" y="275131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D52DCD3-E86B-0880-E5AA-F76873729F6F}"/>
              </a:ext>
            </a:extLst>
          </p:cNvPr>
          <p:cNvCxnSpPr>
            <a:cxnSpLocks/>
          </p:cNvCxnSpPr>
          <p:nvPr/>
        </p:nvCxnSpPr>
        <p:spPr>
          <a:xfrm>
            <a:off x="2648797" y="301060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4C334EA-268A-08E3-C0A5-45ED21078F07}"/>
              </a:ext>
            </a:extLst>
          </p:cNvPr>
          <p:cNvCxnSpPr>
            <a:cxnSpLocks/>
          </p:cNvCxnSpPr>
          <p:nvPr/>
        </p:nvCxnSpPr>
        <p:spPr>
          <a:xfrm>
            <a:off x="2648797" y="327624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7F26B3C-29C2-36FC-CCD5-9D204D1D4C0B}"/>
              </a:ext>
            </a:extLst>
          </p:cNvPr>
          <p:cNvSpPr/>
          <p:nvPr/>
        </p:nvSpPr>
        <p:spPr>
          <a:xfrm>
            <a:off x="270547" y="4084247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01E737F-7FDE-215D-EA1F-0228C173BD11}"/>
              </a:ext>
            </a:extLst>
          </p:cNvPr>
          <p:cNvSpPr/>
          <p:nvPr/>
        </p:nvSpPr>
        <p:spPr>
          <a:xfrm>
            <a:off x="292772" y="3735182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4EBA87-65AD-D3A3-BFA1-E82D3FD185D1}"/>
              </a:ext>
            </a:extLst>
          </p:cNvPr>
          <p:cNvSpPr/>
          <p:nvPr/>
        </p:nvSpPr>
        <p:spPr>
          <a:xfrm>
            <a:off x="508745" y="3632521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5A4C0C9-B437-F980-2D71-6D3165898DF4}"/>
              </a:ext>
            </a:extLst>
          </p:cNvPr>
          <p:cNvCxnSpPr>
            <a:cxnSpLocks/>
          </p:cNvCxnSpPr>
          <p:nvPr/>
        </p:nvCxnSpPr>
        <p:spPr>
          <a:xfrm>
            <a:off x="292772" y="391474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74B970C-AAC3-6D44-B536-9E37862BFAD6}"/>
              </a:ext>
            </a:extLst>
          </p:cNvPr>
          <p:cNvCxnSpPr>
            <a:cxnSpLocks/>
          </p:cNvCxnSpPr>
          <p:nvPr/>
        </p:nvCxnSpPr>
        <p:spPr>
          <a:xfrm>
            <a:off x="292772" y="417403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82FDD9C-8280-4128-EE1A-3DCE3549FE72}"/>
              </a:ext>
            </a:extLst>
          </p:cNvPr>
          <p:cNvCxnSpPr>
            <a:cxnSpLocks/>
          </p:cNvCxnSpPr>
          <p:nvPr/>
        </p:nvCxnSpPr>
        <p:spPr>
          <a:xfrm>
            <a:off x="292772" y="4439677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48E089D5-D441-5D92-CBC5-293B57BE7F5D}"/>
              </a:ext>
            </a:extLst>
          </p:cNvPr>
          <p:cNvSpPr/>
          <p:nvPr/>
        </p:nvSpPr>
        <p:spPr>
          <a:xfrm>
            <a:off x="1040273" y="408424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803CFF-5106-0935-684C-3007063BEF07}"/>
              </a:ext>
            </a:extLst>
          </p:cNvPr>
          <p:cNvSpPr/>
          <p:nvPr/>
        </p:nvSpPr>
        <p:spPr>
          <a:xfrm>
            <a:off x="1062498" y="373518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9BE8DBE-B596-AC65-903A-C8B3402D343E}"/>
              </a:ext>
            </a:extLst>
          </p:cNvPr>
          <p:cNvSpPr/>
          <p:nvPr/>
        </p:nvSpPr>
        <p:spPr>
          <a:xfrm>
            <a:off x="1278471" y="363252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E701F15-843F-A52D-D330-A77C615C5C8E}"/>
              </a:ext>
            </a:extLst>
          </p:cNvPr>
          <p:cNvCxnSpPr>
            <a:cxnSpLocks/>
          </p:cNvCxnSpPr>
          <p:nvPr/>
        </p:nvCxnSpPr>
        <p:spPr>
          <a:xfrm>
            <a:off x="1062498" y="391474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92696DA-B3DD-AC94-CF02-52F6CCE697F4}"/>
              </a:ext>
            </a:extLst>
          </p:cNvPr>
          <p:cNvCxnSpPr>
            <a:cxnSpLocks/>
          </p:cNvCxnSpPr>
          <p:nvPr/>
        </p:nvCxnSpPr>
        <p:spPr>
          <a:xfrm>
            <a:off x="1062498" y="417403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66F2717-8B38-6B58-FBBA-CAE0D70FB874}"/>
              </a:ext>
            </a:extLst>
          </p:cNvPr>
          <p:cNvCxnSpPr>
            <a:cxnSpLocks/>
          </p:cNvCxnSpPr>
          <p:nvPr/>
        </p:nvCxnSpPr>
        <p:spPr>
          <a:xfrm>
            <a:off x="1062498" y="443967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3495EB0F-74D9-4A6B-8B6D-3ABB32F963FF}"/>
              </a:ext>
            </a:extLst>
          </p:cNvPr>
          <p:cNvSpPr/>
          <p:nvPr/>
        </p:nvSpPr>
        <p:spPr>
          <a:xfrm>
            <a:off x="1813703" y="4084246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84131C-AC6B-0946-5D7C-5DA910520A6A}"/>
              </a:ext>
            </a:extLst>
          </p:cNvPr>
          <p:cNvSpPr/>
          <p:nvPr/>
        </p:nvSpPr>
        <p:spPr>
          <a:xfrm>
            <a:off x="1835928" y="373518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A58488C-AF26-5340-2D8E-9E693DCE66BB}"/>
              </a:ext>
            </a:extLst>
          </p:cNvPr>
          <p:cNvSpPr/>
          <p:nvPr/>
        </p:nvSpPr>
        <p:spPr>
          <a:xfrm>
            <a:off x="2051901" y="363252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F76F1BE-CA7A-32F5-9EAF-43A354A8FFC6}"/>
              </a:ext>
            </a:extLst>
          </p:cNvPr>
          <p:cNvCxnSpPr>
            <a:cxnSpLocks/>
          </p:cNvCxnSpPr>
          <p:nvPr/>
        </p:nvCxnSpPr>
        <p:spPr>
          <a:xfrm>
            <a:off x="1835928" y="391474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3CFC9E0-C941-669D-2CFC-4D5A68CF9481}"/>
              </a:ext>
            </a:extLst>
          </p:cNvPr>
          <p:cNvCxnSpPr>
            <a:cxnSpLocks/>
          </p:cNvCxnSpPr>
          <p:nvPr/>
        </p:nvCxnSpPr>
        <p:spPr>
          <a:xfrm>
            <a:off x="1835928" y="417403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C673B8-010B-6D44-0F2E-44982A276831}"/>
              </a:ext>
            </a:extLst>
          </p:cNvPr>
          <p:cNvCxnSpPr>
            <a:cxnSpLocks/>
          </p:cNvCxnSpPr>
          <p:nvPr/>
        </p:nvCxnSpPr>
        <p:spPr>
          <a:xfrm>
            <a:off x="1835928" y="443967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E72F7B69-38FE-A732-CD8C-304E4FD66F56}"/>
              </a:ext>
            </a:extLst>
          </p:cNvPr>
          <p:cNvSpPr/>
          <p:nvPr/>
        </p:nvSpPr>
        <p:spPr>
          <a:xfrm>
            <a:off x="2604347" y="4084245"/>
            <a:ext cx="607060" cy="5422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CE83DCD-74BB-E53A-AA25-D582496296D4}"/>
              </a:ext>
            </a:extLst>
          </p:cNvPr>
          <p:cNvSpPr/>
          <p:nvPr/>
        </p:nvSpPr>
        <p:spPr>
          <a:xfrm>
            <a:off x="2626572" y="373518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1C24128-D59D-DE4D-1691-5BE1954AD93C}"/>
              </a:ext>
            </a:extLst>
          </p:cNvPr>
          <p:cNvSpPr/>
          <p:nvPr/>
        </p:nvSpPr>
        <p:spPr>
          <a:xfrm>
            <a:off x="2842545" y="363251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A808094-3BC5-2880-C41E-1359121BCB1B}"/>
              </a:ext>
            </a:extLst>
          </p:cNvPr>
          <p:cNvCxnSpPr>
            <a:cxnSpLocks/>
          </p:cNvCxnSpPr>
          <p:nvPr/>
        </p:nvCxnSpPr>
        <p:spPr>
          <a:xfrm>
            <a:off x="2626572" y="391474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608A86-BE05-F51C-83C1-9DFC2372575E}"/>
              </a:ext>
            </a:extLst>
          </p:cNvPr>
          <p:cNvCxnSpPr>
            <a:cxnSpLocks/>
          </p:cNvCxnSpPr>
          <p:nvPr/>
        </p:nvCxnSpPr>
        <p:spPr>
          <a:xfrm>
            <a:off x="2626572" y="417403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FEEEA65-AC0C-B9FA-89E1-308B47EAC158}"/>
              </a:ext>
            </a:extLst>
          </p:cNvPr>
          <p:cNvCxnSpPr>
            <a:cxnSpLocks/>
          </p:cNvCxnSpPr>
          <p:nvPr/>
        </p:nvCxnSpPr>
        <p:spPr>
          <a:xfrm>
            <a:off x="2626572" y="443967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BA6754AE-CA32-B017-BD83-B9EBC1E433A5}"/>
              </a:ext>
            </a:extLst>
          </p:cNvPr>
          <p:cNvSpPr/>
          <p:nvPr/>
        </p:nvSpPr>
        <p:spPr>
          <a:xfrm>
            <a:off x="5700713" y="1528969"/>
            <a:ext cx="607060" cy="7012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B8BDE2-28D8-A8DC-4616-BCC9BB42ECD4}"/>
              </a:ext>
            </a:extLst>
          </p:cNvPr>
          <p:cNvSpPr/>
          <p:nvPr/>
        </p:nvSpPr>
        <p:spPr>
          <a:xfrm>
            <a:off x="5722938" y="1338961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8E07478-95E5-F64E-87EE-48C914E5BDEC}"/>
              </a:ext>
            </a:extLst>
          </p:cNvPr>
          <p:cNvSpPr/>
          <p:nvPr/>
        </p:nvSpPr>
        <p:spPr>
          <a:xfrm>
            <a:off x="5938911" y="1236300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F1556B-8632-B72D-A1A8-E840A858662E}"/>
              </a:ext>
            </a:extLst>
          </p:cNvPr>
          <p:cNvCxnSpPr>
            <a:cxnSpLocks/>
          </p:cNvCxnSpPr>
          <p:nvPr/>
        </p:nvCxnSpPr>
        <p:spPr>
          <a:xfrm>
            <a:off x="5722938" y="151852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24CA26E-C07F-CD9D-9481-946993FF601D}"/>
              </a:ext>
            </a:extLst>
          </p:cNvPr>
          <p:cNvCxnSpPr>
            <a:cxnSpLocks/>
          </p:cNvCxnSpPr>
          <p:nvPr/>
        </p:nvCxnSpPr>
        <p:spPr>
          <a:xfrm>
            <a:off x="5722938" y="177781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D6C5E9B-5060-31E8-3DE2-8F6B5BE83BFA}"/>
              </a:ext>
            </a:extLst>
          </p:cNvPr>
          <p:cNvCxnSpPr>
            <a:cxnSpLocks/>
          </p:cNvCxnSpPr>
          <p:nvPr/>
        </p:nvCxnSpPr>
        <p:spPr>
          <a:xfrm>
            <a:off x="5722938" y="2043456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079102F-5E7C-7D90-D173-F62CB8E261D5}"/>
              </a:ext>
            </a:extLst>
          </p:cNvPr>
          <p:cNvSpPr/>
          <p:nvPr/>
        </p:nvSpPr>
        <p:spPr>
          <a:xfrm>
            <a:off x="6492664" y="133896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20BEE7E-5B7A-FF7D-4342-0D0E75DE9A80}"/>
              </a:ext>
            </a:extLst>
          </p:cNvPr>
          <p:cNvSpPr/>
          <p:nvPr/>
        </p:nvSpPr>
        <p:spPr>
          <a:xfrm>
            <a:off x="6708637" y="123629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9D80F5C-8157-4D19-52A6-E6CE492307CA}"/>
              </a:ext>
            </a:extLst>
          </p:cNvPr>
          <p:cNvCxnSpPr>
            <a:cxnSpLocks/>
          </p:cNvCxnSpPr>
          <p:nvPr/>
        </p:nvCxnSpPr>
        <p:spPr>
          <a:xfrm>
            <a:off x="6492664" y="151852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932563C-BA64-0CD6-63E8-DDB24EDF7F63}"/>
              </a:ext>
            </a:extLst>
          </p:cNvPr>
          <p:cNvCxnSpPr>
            <a:cxnSpLocks/>
          </p:cNvCxnSpPr>
          <p:nvPr/>
        </p:nvCxnSpPr>
        <p:spPr>
          <a:xfrm>
            <a:off x="6492664" y="177781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837A6B6-B88C-179E-846B-E07E7172C64B}"/>
              </a:ext>
            </a:extLst>
          </p:cNvPr>
          <p:cNvCxnSpPr>
            <a:cxnSpLocks/>
          </p:cNvCxnSpPr>
          <p:nvPr/>
        </p:nvCxnSpPr>
        <p:spPr>
          <a:xfrm>
            <a:off x="6492664" y="204345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4C31EAA-239E-00D8-8E0A-B0DB0BFFFF29}"/>
              </a:ext>
            </a:extLst>
          </p:cNvPr>
          <p:cNvSpPr/>
          <p:nvPr/>
        </p:nvSpPr>
        <p:spPr>
          <a:xfrm>
            <a:off x="7266094" y="1338960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9497846-FF16-C832-9435-5E66A491B9DD}"/>
              </a:ext>
            </a:extLst>
          </p:cNvPr>
          <p:cNvSpPr/>
          <p:nvPr/>
        </p:nvSpPr>
        <p:spPr>
          <a:xfrm>
            <a:off x="7482067" y="1236299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4EE6781-BA1E-2079-62CD-89769412B36F}"/>
              </a:ext>
            </a:extLst>
          </p:cNvPr>
          <p:cNvCxnSpPr>
            <a:cxnSpLocks/>
          </p:cNvCxnSpPr>
          <p:nvPr/>
        </p:nvCxnSpPr>
        <p:spPr>
          <a:xfrm>
            <a:off x="7266094" y="1518522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568E01C-FF00-771A-FE76-AF7F9B902399}"/>
              </a:ext>
            </a:extLst>
          </p:cNvPr>
          <p:cNvCxnSpPr>
            <a:cxnSpLocks/>
          </p:cNvCxnSpPr>
          <p:nvPr/>
        </p:nvCxnSpPr>
        <p:spPr>
          <a:xfrm>
            <a:off x="7266094" y="177781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EB44D7A-AF20-F005-E10E-6DC9D80F19FF}"/>
              </a:ext>
            </a:extLst>
          </p:cNvPr>
          <p:cNvCxnSpPr>
            <a:cxnSpLocks/>
          </p:cNvCxnSpPr>
          <p:nvPr/>
        </p:nvCxnSpPr>
        <p:spPr>
          <a:xfrm>
            <a:off x="7266094" y="2043455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C582AF0-9150-9138-D6D0-1CA94BB32804}"/>
              </a:ext>
            </a:extLst>
          </p:cNvPr>
          <p:cNvSpPr/>
          <p:nvPr/>
        </p:nvSpPr>
        <p:spPr>
          <a:xfrm>
            <a:off x="8056738" y="1338959"/>
            <a:ext cx="607060" cy="92215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459BA15-9C2E-8ED9-9F6C-B53706A0A057}"/>
              </a:ext>
            </a:extLst>
          </p:cNvPr>
          <p:cNvSpPr/>
          <p:nvPr/>
        </p:nvSpPr>
        <p:spPr>
          <a:xfrm>
            <a:off x="8272711" y="1236298"/>
            <a:ext cx="175113" cy="9221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09F39AD-DF8B-04B4-D86B-32629300E65F}"/>
              </a:ext>
            </a:extLst>
          </p:cNvPr>
          <p:cNvCxnSpPr>
            <a:cxnSpLocks/>
          </p:cNvCxnSpPr>
          <p:nvPr/>
        </p:nvCxnSpPr>
        <p:spPr>
          <a:xfrm>
            <a:off x="8056738" y="1518521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13F0BAB-016D-4247-F850-8831FD4A807B}"/>
              </a:ext>
            </a:extLst>
          </p:cNvPr>
          <p:cNvCxnSpPr>
            <a:cxnSpLocks/>
          </p:cNvCxnSpPr>
          <p:nvPr/>
        </p:nvCxnSpPr>
        <p:spPr>
          <a:xfrm>
            <a:off x="8056738" y="1777813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CCF02B2-9B00-A465-A1A9-4E28B05754A3}"/>
              </a:ext>
            </a:extLst>
          </p:cNvPr>
          <p:cNvCxnSpPr>
            <a:cxnSpLocks/>
          </p:cNvCxnSpPr>
          <p:nvPr/>
        </p:nvCxnSpPr>
        <p:spPr>
          <a:xfrm>
            <a:off x="8056738" y="2043454"/>
            <a:ext cx="16830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5993A4F-E952-0EC9-506B-FBBD9B3ECC62}"/>
              </a:ext>
            </a:extLst>
          </p:cNvPr>
          <p:cNvSpPr/>
          <p:nvPr/>
        </p:nvSpPr>
        <p:spPr>
          <a:xfrm>
            <a:off x="5698174" y="3276244"/>
            <a:ext cx="607060" cy="155891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13F62B5-5190-8339-D154-D50C9196E345}"/>
              </a:ext>
            </a:extLst>
          </p:cNvPr>
          <p:cNvSpPr/>
          <p:nvPr/>
        </p:nvSpPr>
        <p:spPr>
          <a:xfrm>
            <a:off x="5720399" y="2540869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44DA1BB-D369-557E-58E0-9B94A46641C9}"/>
              </a:ext>
            </a:extLst>
          </p:cNvPr>
          <p:cNvSpPr/>
          <p:nvPr/>
        </p:nvSpPr>
        <p:spPr>
          <a:xfrm>
            <a:off x="5936372" y="2438208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D4302F-5569-A5D0-17E0-1FDC61B30210}"/>
              </a:ext>
            </a:extLst>
          </p:cNvPr>
          <p:cNvCxnSpPr>
            <a:cxnSpLocks/>
          </p:cNvCxnSpPr>
          <p:nvPr/>
        </p:nvCxnSpPr>
        <p:spPr>
          <a:xfrm>
            <a:off x="5720399" y="272043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711A6C-68FE-97DB-5AF9-799A85B7EBFC}"/>
              </a:ext>
            </a:extLst>
          </p:cNvPr>
          <p:cNvCxnSpPr>
            <a:cxnSpLocks/>
          </p:cNvCxnSpPr>
          <p:nvPr/>
        </p:nvCxnSpPr>
        <p:spPr>
          <a:xfrm>
            <a:off x="5720399" y="297972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495CC5A-76F9-4B67-E7B6-68932EDD2508}"/>
              </a:ext>
            </a:extLst>
          </p:cNvPr>
          <p:cNvCxnSpPr>
            <a:cxnSpLocks/>
          </p:cNvCxnSpPr>
          <p:nvPr/>
        </p:nvCxnSpPr>
        <p:spPr>
          <a:xfrm>
            <a:off x="5720399" y="324536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2038701-D31B-5A8B-D27D-F99B89310E78}"/>
              </a:ext>
            </a:extLst>
          </p:cNvPr>
          <p:cNvSpPr/>
          <p:nvPr/>
        </p:nvSpPr>
        <p:spPr>
          <a:xfrm>
            <a:off x="6467900" y="327624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C7455C2-CEB3-9A83-3378-265F5F31B32A}"/>
              </a:ext>
            </a:extLst>
          </p:cNvPr>
          <p:cNvSpPr/>
          <p:nvPr/>
        </p:nvSpPr>
        <p:spPr>
          <a:xfrm>
            <a:off x="6490125" y="254086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B57B12F-86BB-E923-CD48-A8C805AEA715}"/>
              </a:ext>
            </a:extLst>
          </p:cNvPr>
          <p:cNvSpPr/>
          <p:nvPr/>
        </p:nvSpPr>
        <p:spPr>
          <a:xfrm>
            <a:off x="6706098" y="243820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8A39E48-DDEE-43BF-EBEE-060FDE9D201F}"/>
              </a:ext>
            </a:extLst>
          </p:cNvPr>
          <p:cNvCxnSpPr>
            <a:cxnSpLocks/>
          </p:cNvCxnSpPr>
          <p:nvPr/>
        </p:nvCxnSpPr>
        <p:spPr>
          <a:xfrm>
            <a:off x="6490125" y="272043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858DB65-A0D1-8FD6-4309-14EBC370E2E7}"/>
              </a:ext>
            </a:extLst>
          </p:cNvPr>
          <p:cNvCxnSpPr>
            <a:cxnSpLocks/>
          </p:cNvCxnSpPr>
          <p:nvPr/>
        </p:nvCxnSpPr>
        <p:spPr>
          <a:xfrm>
            <a:off x="6490125" y="29797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98F614B-0B81-B62F-120A-BCFFAAB018BD}"/>
              </a:ext>
            </a:extLst>
          </p:cNvPr>
          <p:cNvCxnSpPr>
            <a:cxnSpLocks/>
          </p:cNvCxnSpPr>
          <p:nvPr/>
        </p:nvCxnSpPr>
        <p:spPr>
          <a:xfrm>
            <a:off x="6490125" y="324536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74E99D7-1EC0-81C9-14BB-A13B1C35165D}"/>
              </a:ext>
            </a:extLst>
          </p:cNvPr>
          <p:cNvSpPr/>
          <p:nvPr/>
        </p:nvSpPr>
        <p:spPr>
          <a:xfrm>
            <a:off x="7241330" y="327624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36D4252-E0FC-F126-5DC3-9768094EB035}"/>
              </a:ext>
            </a:extLst>
          </p:cNvPr>
          <p:cNvSpPr/>
          <p:nvPr/>
        </p:nvSpPr>
        <p:spPr>
          <a:xfrm>
            <a:off x="7263555" y="254086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37E3B3C-9231-12D8-C3BC-716AA88A9A6D}"/>
              </a:ext>
            </a:extLst>
          </p:cNvPr>
          <p:cNvSpPr/>
          <p:nvPr/>
        </p:nvSpPr>
        <p:spPr>
          <a:xfrm>
            <a:off x="7479528" y="243820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FB9D389-4FB1-342A-CC0A-286BAF0F541A}"/>
              </a:ext>
            </a:extLst>
          </p:cNvPr>
          <p:cNvCxnSpPr>
            <a:cxnSpLocks/>
          </p:cNvCxnSpPr>
          <p:nvPr/>
        </p:nvCxnSpPr>
        <p:spPr>
          <a:xfrm>
            <a:off x="7263555" y="272043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C008E42-A8CC-E0F9-CCDC-3131473B6ACD}"/>
              </a:ext>
            </a:extLst>
          </p:cNvPr>
          <p:cNvCxnSpPr>
            <a:cxnSpLocks/>
          </p:cNvCxnSpPr>
          <p:nvPr/>
        </p:nvCxnSpPr>
        <p:spPr>
          <a:xfrm>
            <a:off x="7263555" y="297972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77E62C6-7E0B-E6AF-CDBF-8A4C16DE4389}"/>
              </a:ext>
            </a:extLst>
          </p:cNvPr>
          <p:cNvCxnSpPr>
            <a:cxnSpLocks/>
          </p:cNvCxnSpPr>
          <p:nvPr/>
        </p:nvCxnSpPr>
        <p:spPr>
          <a:xfrm>
            <a:off x="7263555" y="324536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BF492A5-BC92-9E0A-1237-129A4E53BA0A}"/>
              </a:ext>
            </a:extLst>
          </p:cNvPr>
          <p:cNvSpPr/>
          <p:nvPr/>
        </p:nvSpPr>
        <p:spPr>
          <a:xfrm>
            <a:off x="8031974" y="3276244"/>
            <a:ext cx="607060" cy="155889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0EB609-5EF9-3826-6A2A-99B9FA0BB209}"/>
              </a:ext>
            </a:extLst>
          </p:cNvPr>
          <p:cNvSpPr/>
          <p:nvPr/>
        </p:nvSpPr>
        <p:spPr>
          <a:xfrm>
            <a:off x="8054199" y="2540867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5D9978-DAC1-3FFA-6782-95EC89D59178}"/>
              </a:ext>
            </a:extLst>
          </p:cNvPr>
          <p:cNvSpPr/>
          <p:nvPr/>
        </p:nvSpPr>
        <p:spPr>
          <a:xfrm>
            <a:off x="8270172" y="2438206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9F02463-DBFC-BF34-86B9-5B0DECAF643D}"/>
              </a:ext>
            </a:extLst>
          </p:cNvPr>
          <p:cNvCxnSpPr>
            <a:cxnSpLocks/>
          </p:cNvCxnSpPr>
          <p:nvPr/>
        </p:nvCxnSpPr>
        <p:spPr>
          <a:xfrm>
            <a:off x="8054199" y="2720429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DEFF9BE-0536-0E16-CB60-B1046D1BD2E4}"/>
              </a:ext>
            </a:extLst>
          </p:cNvPr>
          <p:cNvCxnSpPr>
            <a:cxnSpLocks/>
          </p:cNvCxnSpPr>
          <p:nvPr/>
        </p:nvCxnSpPr>
        <p:spPr>
          <a:xfrm>
            <a:off x="8054199" y="297972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99D161C-51F2-6105-9971-E8647B805CF4}"/>
              </a:ext>
            </a:extLst>
          </p:cNvPr>
          <p:cNvCxnSpPr>
            <a:cxnSpLocks/>
          </p:cNvCxnSpPr>
          <p:nvPr/>
        </p:nvCxnSpPr>
        <p:spPr>
          <a:xfrm>
            <a:off x="8054199" y="324536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DF51516-C44A-DFE4-462D-D3FD38F96226}"/>
              </a:ext>
            </a:extLst>
          </p:cNvPr>
          <p:cNvSpPr/>
          <p:nvPr/>
        </p:nvSpPr>
        <p:spPr>
          <a:xfrm>
            <a:off x="5675949" y="4377266"/>
            <a:ext cx="607060" cy="218299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DBFC625-7385-4E96-4AE3-36FC25D40606}"/>
              </a:ext>
            </a:extLst>
          </p:cNvPr>
          <p:cNvSpPr/>
          <p:nvPr/>
        </p:nvSpPr>
        <p:spPr>
          <a:xfrm>
            <a:off x="5698174" y="3704299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8434CEF-61C8-A502-98AD-72330A9EB679}"/>
              </a:ext>
            </a:extLst>
          </p:cNvPr>
          <p:cNvSpPr/>
          <p:nvPr/>
        </p:nvSpPr>
        <p:spPr>
          <a:xfrm>
            <a:off x="5914147" y="3601638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8232764-FC0F-FEF3-F590-2D2A673439F9}"/>
              </a:ext>
            </a:extLst>
          </p:cNvPr>
          <p:cNvCxnSpPr>
            <a:cxnSpLocks/>
          </p:cNvCxnSpPr>
          <p:nvPr/>
        </p:nvCxnSpPr>
        <p:spPr>
          <a:xfrm>
            <a:off x="5698174" y="388386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19A59B7-CAAE-1AA7-8157-E03EE6E5F22F}"/>
              </a:ext>
            </a:extLst>
          </p:cNvPr>
          <p:cNvCxnSpPr>
            <a:cxnSpLocks/>
          </p:cNvCxnSpPr>
          <p:nvPr/>
        </p:nvCxnSpPr>
        <p:spPr>
          <a:xfrm>
            <a:off x="5698174" y="414315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324A8F1-7F8E-B1A2-2792-3B53AC37600F}"/>
              </a:ext>
            </a:extLst>
          </p:cNvPr>
          <p:cNvCxnSpPr>
            <a:cxnSpLocks/>
          </p:cNvCxnSpPr>
          <p:nvPr/>
        </p:nvCxnSpPr>
        <p:spPr>
          <a:xfrm>
            <a:off x="5698174" y="4408794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020A010-01AA-D05F-2135-C53BE86DF783}"/>
              </a:ext>
            </a:extLst>
          </p:cNvPr>
          <p:cNvSpPr/>
          <p:nvPr/>
        </p:nvSpPr>
        <p:spPr>
          <a:xfrm>
            <a:off x="6445675" y="4439675"/>
            <a:ext cx="607060" cy="155890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AB11376-D365-36F4-8803-521098430822}"/>
              </a:ext>
            </a:extLst>
          </p:cNvPr>
          <p:cNvSpPr/>
          <p:nvPr/>
        </p:nvSpPr>
        <p:spPr>
          <a:xfrm>
            <a:off x="6467900" y="370429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3B4D8D7-AE41-88E4-C137-E83E599C85F2}"/>
              </a:ext>
            </a:extLst>
          </p:cNvPr>
          <p:cNvSpPr/>
          <p:nvPr/>
        </p:nvSpPr>
        <p:spPr>
          <a:xfrm>
            <a:off x="6683873" y="360163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6999DD2-2B91-447F-1F96-1096274E741B}"/>
              </a:ext>
            </a:extLst>
          </p:cNvPr>
          <p:cNvCxnSpPr>
            <a:cxnSpLocks/>
          </p:cNvCxnSpPr>
          <p:nvPr/>
        </p:nvCxnSpPr>
        <p:spPr>
          <a:xfrm>
            <a:off x="6467900" y="388386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59A2181-6D2A-4135-BF37-4F837EE0D869}"/>
              </a:ext>
            </a:extLst>
          </p:cNvPr>
          <p:cNvCxnSpPr>
            <a:cxnSpLocks/>
          </p:cNvCxnSpPr>
          <p:nvPr/>
        </p:nvCxnSpPr>
        <p:spPr>
          <a:xfrm>
            <a:off x="6467900" y="414315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A97C220-1D11-B665-3070-655F861C6639}"/>
              </a:ext>
            </a:extLst>
          </p:cNvPr>
          <p:cNvCxnSpPr>
            <a:cxnSpLocks/>
          </p:cNvCxnSpPr>
          <p:nvPr/>
        </p:nvCxnSpPr>
        <p:spPr>
          <a:xfrm>
            <a:off x="6467900" y="440879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CC27529-5776-CCA3-B57C-A2DB42993AD6}"/>
              </a:ext>
            </a:extLst>
          </p:cNvPr>
          <p:cNvSpPr/>
          <p:nvPr/>
        </p:nvSpPr>
        <p:spPr>
          <a:xfrm>
            <a:off x="7219105" y="4377267"/>
            <a:ext cx="607060" cy="21829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358278C-B91A-61A6-FC73-C65331644C42}"/>
              </a:ext>
            </a:extLst>
          </p:cNvPr>
          <p:cNvSpPr/>
          <p:nvPr/>
        </p:nvSpPr>
        <p:spPr>
          <a:xfrm>
            <a:off x="7241330" y="3704298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94C2E11-6E2A-32A8-40F0-75633616B75B}"/>
              </a:ext>
            </a:extLst>
          </p:cNvPr>
          <p:cNvSpPr/>
          <p:nvPr/>
        </p:nvSpPr>
        <p:spPr>
          <a:xfrm>
            <a:off x="7457303" y="3601637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5A7A6ED-B1D4-FB73-A012-5E8EF1A33C74}"/>
              </a:ext>
            </a:extLst>
          </p:cNvPr>
          <p:cNvCxnSpPr>
            <a:cxnSpLocks/>
          </p:cNvCxnSpPr>
          <p:nvPr/>
        </p:nvCxnSpPr>
        <p:spPr>
          <a:xfrm>
            <a:off x="7241330" y="3883860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1FF3AEC-B4A1-7CC8-904D-5B219B81E5BA}"/>
              </a:ext>
            </a:extLst>
          </p:cNvPr>
          <p:cNvCxnSpPr>
            <a:cxnSpLocks/>
          </p:cNvCxnSpPr>
          <p:nvPr/>
        </p:nvCxnSpPr>
        <p:spPr>
          <a:xfrm>
            <a:off x="7241330" y="414315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FFD4055-92F9-6C37-678E-098D53A43171}"/>
              </a:ext>
            </a:extLst>
          </p:cNvPr>
          <p:cNvCxnSpPr>
            <a:cxnSpLocks/>
          </p:cNvCxnSpPr>
          <p:nvPr/>
        </p:nvCxnSpPr>
        <p:spPr>
          <a:xfrm>
            <a:off x="7241330" y="4408793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E1BBF0A-DDF6-D91A-4E7A-F09C2BFFE747}"/>
              </a:ext>
            </a:extLst>
          </p:cNvPr>
          <p:cNvSpPr/>
          <p:nvPr/>
        </p:nvSpPr>
        <p:spPr>
          <a:xfrm>
            <a:off x="8009749" y="4504266"/>
            <a:ext cx="607060" cy="91297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A367116-5871-A23B-0C22-28ADCC9C2151}"/>
              </a:ext>
            </a:extLst>
          </p:cNvPr>
          <p:cNvSpPr/>
          <p:nvPr/>
        </p:nvSpPr>
        <p:spPr>
          <a:xfrm>
            <a:off x="8031974" y="3704297"/>
            <a:ext cx="607060" cy="922150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94C04D4-EEC1-B1A8-EE45-5977D7F2284A}"/>
              </a:ext>
            </a:extLst>
          </p:cNvPr>
          <p:cNvSpPr/>
          <p:nvPr/>
        </p:nvSpPr>
        <p:spPr>
          <a:xfrm>
            <a:off x="8247947" y="3601636"/>
            <a:ext cx="175113" cy="9221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BA3DFE4-E919-D2B5-B995-EEB80930D616}"/>
              </a:ext>
            </a:extLst>
          </p:cNvPr>
          <p:cNvCxnSpPr>
            <a:cxnSpLocks/>
          </p:cNvCxnSpPr>
          <p:nvPr/>
        </p:nvCxnSpPr>
        <p:spPr>
          <a:xfrm>
            <a:off x="8031974" y="3883859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6D2550C-64C7-A956-0F77-00EE1B5E5BFE}"/>
              </a:ext>
            </a:extLst>
          </p:cNvPr>
          <p:cNvCxnSpPr>
            <a:cxnSpLocks/>
          </p:cNvCxnSpPr>
          <p:nvPr/>
        </p:nvCxnSpPr>
        <p:spPr>
          <a:xfrm>
            <a:off x="8031974" y="4143151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3BCA243-C0DE-7358-E14A-2DE1908C4EDC}"/>
              </a:ext>
            </a:extLst>
          </p:cNvPr>
          <p:cNvCxnSpPr>
            <a:cxnSpLocks/>
          </p:cNvCxnSpPr>
          <p:nvPr/>
        </p:nvCxnSpPr>
        <p:spPr>
          <a:xfrm>
            <a:off x="8031974" y="4408792"/>
            <a:ext cx="16830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78B1080-CB1F-6352-B09B-902C9BDE7C81}"/>
              </a:ext>
            </a:extLst>
          </p:cNvPr>
          <p:cNvSpPr/>
          <p:nvPr/>
        </p:nvSpPr>
        <p:spPr>
          <a:xfrm>
            <a:off x="110527" y="1079229"/>
            <a:ext cx="3332761" cy="3856835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68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1A51-5C34-E24E-076A-0C2CED09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D2294-21B9-A4D9-C2F6-813CAFC857C9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Distillation 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44AB6D-17BF-CEB1-1D28-E9869B1CA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568" y="1937415"/>
            <a:ext cx="5358862" cy="3940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805B6B2-AF5D-2F4B-687A-7AB2049E4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502" y="3419374"/>
            <a:ext cx="3808993" cy="315227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4840295E-D0B8-9508-E9C1-19B9C39C5F00}"/>
              </a:ext>
            </a:extLst>
          </p:cNvPr>
          <p:cNvSpPr/>
          <p:nvPr/>
        </p:nvSpPr>
        <p:spPr>
          <a:xfrm rot="5400000">
            <a:off x="4335785" y="-1117325"/>
            <a:ext cx="472431" cy="5358864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F3A8AAD-8E5E-6F60-B400-A606683CB099}"/>
              </a:ext>
            </a:extLst>
          </p:cNvPr>
          <p:cNvSpPr/>
          <p:nvPr/>
        </p:nvSpPr>
        <p:spPr>
          <a:xfrm rot="16200000">
            <a:off x="4374983" y="2027120"/>
            <a:ext cx="394033" cy="3808994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603F2BB-22A7-0EA0-0480-56156D1BD3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416" y="984826"/>
            <a:ext cx="257166" cy="18703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E3C71D4-A7CF-448D-D1C9-F489C0C5AC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4968" y="4336844"/>
            <a:ext cx="374060" cy="18703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E8B740-D0C7-367D-CAB0-9E3A2A7394F4}"/>
              </a:ext>
            </a:extLst>
          </p:cNvPr>
          <p:cNvCxnSpPr>
            <a:cxnSpLocks/>
          </p:cNvCxnSpPr>
          <p:nvPr/>
        </p:nvCxnSpPr>
        <p:spPr>
          <a:xfrm>
            <a:off x="4572000" y="2571750"/>
            <a:ext cx="0" cy="53411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1E24D43-3E58-8A8B-F6A8-56EFD601A2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6731" y="1923128"/>
            <a:ext cx="455837" cy="4558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724E6AA-BB37-BD15-AD8D-76BD274E0D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51430" y="1875612"/>
            <a:ext cx="177270" cy="4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9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A814-AFD7-E815-A815-824BC1B5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5DE37C-7C2E-F001-4E08-4A753428E170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Distillation 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B877DA1-79DA-D822-FF02-36F1B2AB9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568" y="1937415"/>
            <a:ext cx="5358862" cy="394034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08CDB547-93E0-165A-9A29-A94F4E361B19}"/>
              </a:ext>
            </a:extLst>
          </p:cNvPr>
          <p:cNvSpPr/>
          <p:nvPr/>
        </p:nvSpPr>
        <p:spPr>
          <a:xfrm rot="5400000">
            <a:off x="4335785" y="-1117325"/>
            <a:ext cx="472431" cy="5358864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5D0AC16-D137-95C8-5641-47DC970F1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3416" y="984826"/>
            <a:ext cx="257166" cy="18703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8579E8-0D39-365E-3546-C9E804F1F5D7}"/>
              </a:ext>
            </a:extLst>
          </p:cNvPr>
          <p:cNvCxnSpPr>
            <a:cxnSpLocks/>
          </p:cNvCxnSpPr>
          <p:nvPr/>
        </p:nvCxnSpPr>
        <p:spPr>
          <a:xfrm>
            <a:off x="4572000" y="2571750"/>
            <a:ext cx="0" cy="53411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F8155870-EB0C-8FD3-A777-D5CB3E59E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6731" y="1923128"/>
            <a:ext cx="455837" cy="4558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A1AF7CD-49A8-66CB-A8CD-D01E57BDC2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1430" y="1875612"/>
            <a:ext cx="177270" cy="4558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5DE37D-4C35-84BE-45DD-E49BD11CA4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1701" y="3937348"/>
            <a:ext cx="2720598" cy="4750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6666C86-6AF4-C492-E803-CF86298425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00385" y="3346170"/>
            <a:ext cx="343227" cy="29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322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4891-9DA6-516D-15FE-99606D09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47EC8-257A-7AE3-1B14-E1DA18C9C2C0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Distillation 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4076080-16B2-D803-5DA0-5956457E8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568" y="1937415"/>
            <a:ext cx="5358862" cy="39403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0A6B8ED-242C-CD71-5580-6B4ABFCD72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502" y="3419374"/>
            <a:ext cx="3808993" cy="315227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52C88A01-5FE1-F569-A427-BE1E5295C1FD}"/>
              </a:ext>
            </a:extLst>
          </p:cNvPr>
          <p:cNvSpPr/>
          <p:nvPr/>
        </p:nvSpPr>
        <p:spPr>
          <a:xfrm rot="5400000">
            <a:off x="4335785" y="-1117325"/>
            <a:ext cx="472431" cy="5358864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FC04BE37-BA0E-93CA-0CA9-19B3AC4E0D5D}"/>
              </a:ext>
            </a:extLst>
          </p:cNvPr>
          <p:cNvSpPr/>
          <p:nvPr/>
        </p:nvSpPr>
        <p:spPr>
          <a:xfrm rot="16200000">
            <a:off x="4374983" y="2027120"/>
            <a:ext cx="394033" cy="3808994"/>
          </a:xfrm>
          <a:prstGeom prst="lef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4503E86-256F-A507-37C6-1B3096ED7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3416" y="984826"/>
            <a:ext cx="257166" cy="18703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FACEF5A-7962-F203-B297-96BB773AD0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4968" y="4336844"/>
            <a:ext cx="374060" cy="18703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7E197C-3C18-7F61-D31A-82FED729F431}"/>
              </a:ext>
            </a:extLst>
          </p:cNvPr>
          <p:cNvCxnSpPr>
            <a:cxnSpLocks/>
          </p:cNvCxnSpPr>
          <p:nvPr/>
        </p:nvCxnSpPr>
        <p:spPr>
          <a:xfrm>
            <a:off x="4572000" y="2571750"/>
            <a:ext cx="0" cy="53411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27B0B9C9-1EB5-F898-44EA-9184E5953F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36731" y="1923128"/>
            <a:ext cx="455837" cy="4558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0345DB0-C840-97A6-E05C-5013F363C8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51430" y="1875612"/>
            <a:ext cx="177270" cy="4558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EF7F553-1C3E-373F-F9E5-A4171DF6F4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59028" y="941232"/>
            <a:ext cx="1699388" cy="27311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4F8810-E8B6-FD7B-1DB6-71559FA4A4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91609" y="3322567"/>
            <a:ext cx="1648129" cy="8240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507DAB-2ED6-C0B1-828A-AEC7903AD534}"/>
              </a:ext>
            </a:extLst>
          </p:cNvPr>
          <p:cNvSpPr/>
          <p:nvPr/>
        </p:nvSpPr>
        <p:spPr>
          <a:xfrm>
            <a:off x="6978316" y="3105869"/>
            <a:ext cx="1838421" cy="123097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71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A3865-34E2-654B-6155-457A3AC6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3B823-CD70-2816-A160-E2ED2AA61A57}"/>
              </a:ext>
            </a:extLst>
          </p:cNvPr>
          <p:cNvSpPr txBox="1"/>
          <p:nvPr/>
        </p:nvSpPr>
        <p:spPr>
          <a:xfrm>
            <a:off x="499533" y="356457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C478C4-5968-E83B-A928-93E3CF55021E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B9A54EE-12D4-B0D5-A0FF-E9EF081D8E9B}"/>
              </a:ext>
            </a:extLst>
          </p:cNvPr>
          <p:cNvSpPr/>
          <p:nvPr/>
        </p:nvSpPr>
        <p:spPr>
          <a:xfrm>
            <a:off x="858152" y="145115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378635-3F74-43C3-FEDB-DAC38CB78B90}"/>
              </a:ext>
            </a:extLst>
          </p:cNvPr>
          <p:cNvSpPr/>
          <p:nvPr/>
        </p:nvSpPr>
        <p:spPr>
          <a:xfrm>
            <a:off x="889414" y="125942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DC8BA2-DB09-1C22-98F0-6E1B68119D70}"/>
              </a:ext>
            </a:extLst>
          </p:cNvPr>
          <p:cNvSpPr/>
          <p:nvPr/>
        </p:nvSpPr>
        <p:spPr>
          <a:xfrm>
            <a:off x="1005071" y="119217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7EA27E-7386-175A-BDFA-5892683E8AD1}"/>
              </a:ext>
            </a:extLst>
          </p:cNvPr>
          <p:cNvCxnSpPr>
            <a:cxnSpLocks/>
          </p:cNvCxnSpPr>
          <p:nvPr/>
        </p:nvCxnSpPr>
        <p:spPr>
          <a:xfrm>
            <a:off x="889414" y="140810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AE750B-D02C-0641-6F22-B729F1BCFAC4}"/>
              </a:ext>
            </a:extLst>
          </p:cNvPr>
          <p:cNvCxnSpPr>
            <a:cxnSpLocks/>
          </p:cNvCxnSpPr>
          <p:nvPr/>
        </p:nvCxnSpPr>
        <p:spPr>
          <a:xfrm>
            <a:off x="889414" y="160848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CA41179-A554-B67E-67CB-ACDD22244C01}"/>
              </a:ext>
            </a:extLst>
          </p:cNvPr>
          <p:cNvSpPr/>
          <p:nvPr/>
        </p:nvSpPr>
        <p:spPr>
          <a:xfrm>
            <a:off x="1357427" y="1453455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5E1C3-7459-6ACE-31D3-C01B4BBC99B6}"/>
              </a:ext>
            </a:extLst>
          </p:cNvPr>
          <p:cNvSpPr/>
          <p:nvPr/>
        </p:nvSpPr>
        <p:spPr>
          <a:xfrm>
            <a:off x="1388689" y="1261720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019D8F-02CD-7610-7632-CA518DD775EA}"/>
              </a:ext>
            </a:extLst>
          </p:cNvPr>
          <p:cNvSpPr/>
          <p:nvPr/>
        </p:nvSpPr>
        <p:spPr>
          <a:xfrm>
            <a:off x="1504346" y="1194472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0619F9-CF40-13C2-08B5-1BC0043AE8E3}"/>
              </a:ext>
            </a:extLst>
          </p:cNvPr>
          <p:cNvCxnSpPr>
            <a:cxnSpLocks/>
          </p:cNvCxnSpPr>
          <p:nvPr/>
        </p:nvCxnSpPr>
        <p:spPr>
          <a:xfrm>
            <a:off x="1388689" y="1410397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65EB76-D5B2-6C73-29D3-DC31A79F3153}"/>
              </a:ext>
            </a:extLst>
          </p:cNvPr>
          <p:cNvCxnSpPr>
            <a:cxnSpLocks/>
          </p:cNvCxnSpPr>
          <p:nvPr/>
        </p:nvCxnSpPr>
        <p:spPr>
          <a:xfrm>
            <a:off x="1388689" y="161078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F3C0040-D707-A34D-EF32-D4D2ECD7CDA8}"/>
              </a:ext>
            </a:extLst>
          </p:cNvPr>
          <p:cNvSpPr/>
          <p:nvPr/>
        </p:nvSpPr>
        <p:spPr>
          <a:xfrm>
            <a:off x="1850048" y="145115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6A27FF-25E7-CFE4-89BB-CC2216106937}"/>
              </a:ext>
            </a:extLst>
          </p:cNvPr>
          <p:cNvSpPr/>
          <p:nvPr/>
        </p:nvSpPr>
        <p:spPr>
          <a:xfrm>
            <a:off x="1881310" y="125942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C5C503-1423-1596-41A0-CEAC4B696C85}"/>
              </a:ext>
            </a:extLst>
          </p:cNvPr>
          <p:cNvSpPr/>
          <p:nvPr/>
        </p:nvSpPr>
        <p:spPr>
          <a:xfrm>
            <a:off x="1996967" y="119217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2D7160-F036-3FA6-32B7-CB0739624CB1}"/>
              </a:ext>
            </a:extLst>
          </p:cNvPr>
          <p:cNvCxnSpPr>
            <a:cxnSpLocks/>
          </p:cNvCxnSpPr>
          <p:nvPr/>
        </p:nvCxnSpPr>
        <p:spPr>
          <a:xfrm>
            <a:off x="1881310" y="140810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94EB80-107A-EB09-A13B-ACEFCC84D141}"/>
              </a:ext>
            </a:extLst>
          </p:cNvPr>
          <p:cNvCxnSpPr>
            <a:cxnSpLocks/>
          </p:cNvCxnSpPr>
          <p:nvPr/>
        </p:nvCxnSpPr>
        <p:spPr>
          <a:xfrm>
            <a:off x="1881310" y="160848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33FB38-9CCD-404F-7AC0-0DE6DC8BC7A3}"/>
              </a:ext>
            </a:extLst>
          </p:cNvPr>
          <p:cNvSpPr/>
          <p:nvPr/>
        </p:nvSpPr>
        <p:spPr>
          <a:xfrm>
            <a:off x="2349323" y="1453455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AB191-800A-61FE-5C61-51E2B0E3B663}"/>
              </a:ext>
            </a:extLst>
          </p:cNvPr>
          <p:cNvSpPr/>
          <p:nvPr/>
        </p:nvSpPr>
        <p:spPr>
          <a:xfrm>
            <a:off x="2380585" y="1261720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29222E-156D-C942-5A01-09A888E43BD3}"/>
              </a:ext>
            </a:extLst>
          </p:cNvPr>
          <p:cNvSpPr/>
          <p:nvPr/>
        </p:nvSpPr>
        <p:spPr>
          <a:xfrm>
            <a:off x="2496242" y="1194472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7F878B-9DDF-0494-0533-E51846E3684F}"/>
              </a:ext>
            </a:extLst>
          </p:cNvPr>
          <p:cNvCxnSpPr>
            <a:cxnSpLocks/>
          </p:cNvCxnSpPr>
          <p:nvPr/>
        </p:nvCxnSpPr>
        <p:spPr>
          <a:xfrm>
            <a:off x="2380585" y="1410397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B6A013-D468-546B-D0A3-F154D2FD4755}"/>
              </a:ext>
            </a:extLst>
          </p:cNvPr>
          <p:cNvCxnSpPr>
            <a:cxnSpLocks/>
          </p:cNvCxnSpPr>
          <p:nvPr/>
        </p:nvCxnSpPr>
        <p:spPr>
          <a:xfrm>
            <a:off x="2380585" y="161078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A82643-1A95-15B8-AE34-F4A759DED157}"/>
              </a:ext>
            </a:extLst>
          </p:cNvPr>
          <p:cNvSpPr/>
          <p:nvPr/>
        </p:nvSpPr>
        <p:spPr>
          <a:xfrm>
            <a:off x="858152" y="2187001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4A9EB62-4437-8D82-6CC0-AC35A2B2CC97}"/>
              </a:ext>
            </a:extLst>
          </p:cNvPr>
          <p:cNvSpPr/>
          <p:nvPr/>
        </p:nvSpPr>
        <p:spPr>
          <a:xfrm>
            <a:off x="889414" y="1995266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18418D9-6A11-FD4B-1635-D078891DB9ED}"/>
              </a:ext>
            </a:extLst>
          </p:cNvPr>
          <p:cNvSpPr/>
          <p:nvPr/>
        </p:nvSpPr>
        <p:spPr>
          <a:xfrm>
            <a:off x="1005071" y="1928018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02597EA-122F-E545-776F-5C58BE1F7D59}"/>
              </a:ext>
            </a:extLst>
          </p:cNvPr>
          <p:cNvCxnSpPr>
            <a:cxnSpLocks/>
          </p:cNvCxnSpPr>
          <p:nvPr/>
        </p:nvCxnSpPr>
        <p:spPr>
          <a:xfrm>
            <a:off x="889414" y="214394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D3B5763-4586-D735-22C5-610F7B81E13B}"/>
              </a:ext>
            </a:extLst>
          </p:cNvPr>
          <p:cNvCxnSpPr>
            <a:cxnSpLocks/>
          </p:cNvCxnSpPr>
          <p:nvPr/>
        </p:nvCxnSpPr>
        <p:spPr>
          <a:xfrm>
            <a:off x="889414" y="234433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64CA8C4-2D13-5E1D-222A-78C1F00F129D}"/>
              </a:ext>
            </a:extLst>
          </p:cNvPr>
          <p:cNvSpPr/>
          <p:nvPr/>
        </p:nvSpPr>
        <p:spPr>
          <a:xfrm>
            <a:off x="1357427" y="218929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EF88742-68C2-D04F-D709-1DF47649C897}"/>
              </a:ext>
            </a:extLst>
          </p:cNvPr>
          <p:cNvSpPr/>
          <p:nvPr/>
        </p:nvSpPr>
        <p:spPr>
          <a:xfrm>
            <a:off x="1388689" y="199756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1008574-A105-A7BE-1F10-FA22D5CA61BD}"/>
              </a:ext>
            </a:extLst>
          </p:cNvPr>
          <p:cNvSpPr/>
          <p:nvPr/>
        </p:nvSpPr>
        <p:spPr>
          <a:xfrm>
            <a:off x="1504346" y="193031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EACFD22-0247-4499-13BE-B67307BE02D0}"/>
              </a:ext>
            </a:extLst>
          </p:cNvPr>
          <p:cNvCxnSpPr>
            <a:cxnSpLocks/>
          </p:cNvCxnSpPr>
          <p:nvPr/>
        </p:nvCxnSpPr>
        <p:spPr>
          <a:xfrm>
            <a:off x="1388689" y="214624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47B58A6D-8C34-6E31-F44F-229307A7D313}"/>
              </a:ext>
            </a:extLst>
          </p:cNvPr>
          <p:cNvCxnSpPr>
            <a:cxnSpLocks/>
          </p:cNvCxnSpPr>
          <p:nvPr/>
        </p:nvCxnSpPr>
        <p:spPr>
          <a:xfrm>
            <a:off x="1388689" y="234662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B7DA47A-2C80-AB90-62B1-4BFAC9D8EC1D}"/>
              </a:ext>
            </a:extLst>
          </p:cNvPr>
          <p:cNvSpPr/>
          <p:nvPr/>
        </p:nvSpPr>
        <p:spPr>
          <a:xfrm>
            <a:off x="1850048" y="2187001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9C13942-25B4-C68A-2C95-6E7707B29AD5}"/>
              </a:ext>
            </a:extLst>
          </p:cNvPr>
          <p:cNvSpPr/>
          <p:nvPr/>
        </p:nvSpPr>
        <p:spPr>
          <a:xfrm>
            <a:off x="1881310" y="1995266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FEB2BE5-8ACD-B73C-D242-4B422522A96A}"/>
              </a:ext>
            </a:extLst>
          </p:cNvPr>
          <p:cNvSpPr/>
          <p:nvPr/>
        </p:nvSpPr>
        <p:spPr>
          <a:xfrm>
            <a:off x="1996967" y="1928018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C3700A8-8476-EB4A-8036-9FF3FFED94EF}"/>
              </a:ext>
            </a:extLst>
          </p:cNvPr>
          <p:cNvCxnSpPr>
            <a:cxnSpLocks/>
          </p:cNvCxnSpPr>
          <p:nvPr/>
        </p:nvCxnSpPr>
        <p:spPr>
          <a:xfrm>
            <a:off x="1881310" y="214394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876FF45-5280-100F-6887-7559CEA28A2A}"/>
              </a:ext>
            </a:extLst>
          </p:cNvPr>
          <p:cNvCxnSpPr>
            <a:cxnSpLocks/>
          </p:cNvCxnSpPr>
          <p:nvPr/>
        </p:nvCxnSpPr>
        <p:spPr>
          <a:xfrm>
            <a:off x="1881310" y="234433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A36AAB5-1BA7-0E78-B858-B2C9B7A671EC}"/>
              </a:ext>
            </a:extLst>
          </p:cNvPr>
          <p:cNvSpPr/>
          <p:nvPr/>
        </p:nvSpPr>
        <p:spPr>
          <a:xfrm>
            <a:off x="2349323" y="218929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51CADD5-A8B5-76DE-7734-31A81CDE03BC}"/>
              </a:ext>
            </a:extLst>
          </p:cNvPr>
          <p:cNvSpPr/>
          <p:nvPr/>
        </p:nvSpPr>
        <p:spPr>
          <a:xfrm>
            <a:off x="2380585" y="199756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2E2EB95-871A-227B-3A93-AEF0BF42F8E9}"/>
              </a:ext>
            </a:extLst>
          </p:cNvPr>
          <p:cNvSpPr/>
          <p:nvPr/>
        </p:nvSpPr>
        <p:spPr>
          <a:xfrm>
            <a:off x="2496242" y="193031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0F3F293-2D76-D8AF-B623-01336324CE94}"/>
              </a:ext>
            </a:extLst>
          </p:cNvPr>
          <p:cNvCxnSpPr>
            <a:cxnSpLocks/>
          </p:cNvCxnSpPr>
          <p:nvPr/>
        </p:nvCxnSpPr>
        <p:spPr>
          <a:xfrm>
            <a:off x="2380585" y="214624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F4106AF-0B08-3B19-023D-E49F80C5A36C}"/>
              </a:ext>
            </a:extLst>
          </p:cNvPr>
          <p:cNvCxnSpPr>
            <a:cxnSpLocks/>
          </p:cNvCxnSpPr>
          <p:nvPr/>
        </p:nvCxnSpPr>
        <p:spPr>
          <a:xfrm>
            <a:off x="2380585" y="234662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8D58413-6579-F937-250F-690989028D69}"/>
              </a:ext>
            </a:extLst>
          </p:cNvPr>
          <p:cNvSpPr/>
          <p:nvPr/>
        </p:nvSpPr>
        <p:spPr>
          <a:xfrm>
            <a:off x="858152" y="2941291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590E48E-A54A-9580-B64D-50180441C1F1}"/>
              </a:ext>
            </a:extLst>
          </p:cNvPr>
          <p:cNvSpPr/>
          <p:nvPr/>
        </p:nvSpPr>
        <p:spPr>
          <a:xfrm>
            <a:off x="889414" y="2749556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3DE1E8EE-C8D5-EBE3-A92F-FE9302132526}"/>
              </a:ext>
            </a:extLst>
          </p:cNvPr>
          <p:cNvSpPr/>
          <p:nvPr/>
        </p:nvSpPr>
        <p:spPr>
          <a:xfrm>
            <a:off x="1005071" y="2682308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820074C-F84E-F086-7BA9-22F4C4F0E41E}"/>
              </a:ext>
            </a:extLst>
          </p:cNvPr>
          <p:cNvCxnSpPr>
            <a:cxnSpLocks/>
          </p:cNvCxnSpPr>
          <p:nvPr/>
        </p:nvCxnSpPr>
        <p:spPr>
          <a:xfrm>
            <a:off x="889414" y="289823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C047483-9DF5-6B0B-BAA8-B6ED4E7CEC65}"/>
              </a:ext>
            </a:extLst>
          </p:cNvPr>
          <p:cNvCxnSpPr>
            <a:cxnSpLocks/>
          </p:cNvCxnSpPr>
          <p:nvPr/>
        </p:nvCxnSpPr>
        <p:spPr>
          <a:xfrm>
            <a:off x="889414" y="309862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4DC53D1-D1E5-B2C4-816D-82E8D17E45F5}"/>
              </a:ext>
            </a:extLst>
          </p:cNvPr>
          <p:cNvSpPr/>
          <p:nvPr/>
        </p:nvSpPr>
        <p:spPr>
          <a:xfrm>
            <a:off x="1357427" y="294358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B13BCEE-7732-6E35-5B58-BFAC079B180A}"/>
              </a:ext>
            </a:extLst>
          </p:cNvPr>
          <p:cNvSpPr/>
          <p:nvPr/>
        </p:nvSpPr>
        <p:spPr>
          <a:xfrm>
            <a:off x="1388689" y="275185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9B5D1C2-EB8B-0E32-1C09-BC29D66D4F28}"/>
              </a:ext>
            </a:extLst>
          </p:cNvPr>
          <p:cNvSpPr/>
          <p:nvPr/>
        </p:nvSpPr>
        <p:spPr>
          <a:xfrm>
            <a:off x="1504346" y="268460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9C3FBF1-3552-42C9-5544-4908FF00302A}"/>
              </a:ext>
            </a:extLst>
          </p:cNvPr>
          <p:cNvCxnSpPr>
            <a:cxnSpLocks/>
          </p:cNvCxnSpPr>
          <p:nvPr/>
        </p:nvCxnSpPr>
        <p:spPr>
          <a:xfrm>
            <a:off x="1388689" y="290053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8A4C7F4-87DE-8F16-F68A-1554266A315D}"/>
              </a:ext>
            </a:extLst>
          </p:cNvPr>
          <p:cNvCxnSpPr>
            <a:cxnSpLocks/>
          </p:cNvCxnSpPr>
          <p:nvPr/>
        </p:nvCxnSpPr>
        <p:spPr>
          <a:xfrm>
            <a:off x="1388689" y="310091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B664CD8-6506-5921-0D50-339B211F6AC1}"/>
              </a:ext>
            </a:extLst>
          </p:cNvPr>
          <p:cNvSpPr/>
          <p:nvPr/>
        </p:nvSpPr>
        <p:spPr>
          <a:xfrm>
            <a:off x="1850048" y="2941291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898B9836-4740-744A-3671-3304777E2F80}"/>
              </a:ext>
            </a:extLst>
          </p:cNvPr>
          <p:cNvSpPr/>
          <p:nvPr/>
        </p:nvSpPr>
        <p:spPr>
          <a:xfrm>
            <a:off x="1881310" y="2749556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A7D27D6-420C-D439-EBA3-CE16354B3429}"/>
              </a:ext>
            </a:extLst>
          </p:cNvPr>
          <p:cNvSpPr/>
          <p:nvPr/>
        </p:nvSpPr>
        <p:spPr>
          <a:xfrm>
            <a:off x="1996967" y="2682308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849FF04-9C8A-E09D-9929-50FFE89AA9FD}"/>
              </a:ext>
            </a:extLst>
          </p:cNvPr>
          <p:cNvCxnSpPr>
            <a:cxnSpLocks/>
          </p:cNvCxnSpPr>
          <p:nvPr/>
        </p:nvCxnSpPr>
        <p:spPr>
          <a:xfrm>
            <a:off x="1881310" y="289823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A5FEF69-FF34-27EA-F58A-5B19FEFF8929}"/>
              </a:ext>
            </a:extLst>
          </p:cNvPr>
          <p:cNvCxnSpPr>
            <a:cxnSpLocks/>
          </p:cNvCxnSpPr>
          <p:nvPr/>
        </p:nvCxnSpPr>
        <p:spPr>
          <a:xfrm>
            <a:off x="1881310" y="309862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C6CAEF7-6EED-60D2-C413-F48F867BE4AF}"/>
              </a:ext>
            </a:extLst>
          </p:cNvPr>
          <p:cNvSpPr/>
          <p:nvPr/>
        </p:nvSpPr>
        <p:spPr>
          <a:xfrm>
            <a:off x="2349323" y="2943588"/>
            <a:ext cx="325931" cy="314659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A30E63F-1A5A-B502-D03E-57D3691EF948}"/>
              </a:ext>
            </a:extLst>
          </p:cNvPr>
          <p:cNvSpPr/>
          <p:nvPr/>
        </p:nvSpPr>
        <p:spPr>
          <a:xfrm>
            <a:off x="2380585" y="2751853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2F649B5-2FA3-D49F-034A-25A795AB2E1F}"/>
              </a:ext>
            </a:extLst>
          </p:cNvPr>
          <p:cNvSpPr/>
          <p:nvPr/>
        </p:nvSpPr>
        <p:spPr>
          <a:xfrm>
            <a:off x="2496242" y="2684605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886E59F7-D3EE-94E6-3266-EE0EB58E09AF}"/>
              </a:ext>
            </a:extLst>
          </p:cNvPr>
          <p:cNvCxnSpPr>
            <a:cxnSpLocks/>
          </p:cNvCxnSpPr>
          <p:nvPr/>
        </p:nvCxnSpPr>
        <p:spPr>
          <a:xfrm>
            <a:off x="2380585" y="290053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D8BFB7E9-B982-C645-A8D5-85F45829D67D}"/>
              </a:ext>
            </a:extLst>
          </p:cNvPr>
          <p:cNvCxnSpPr>
            <a:cxnSpLocks/>
          </p:cNvCxnSpPr>
          <p:nvPr/>
        </p:nvCxnSpPr>
        <p:spPr>
          <a:xfrm>
            <a:off x="2380585" y="310091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1B89986-8377-B232-35EF-6CB1E53685B4}"/>
              </a:ext>
            </a:extLst>
          </p:cNvPr>
          <p:cNvSpPr/>
          <p:nvPr/>
        </p:nvSpPr>
        <p:spPr>
          <a:xfrm>
            <a:off x="889414" y="3499381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209D17B-65F0-A694-C4B2-D2771AB92612}"/>
              </a:ext>
            </a:extLst>
          </p:cNvPr>
          <p:cNvSpPr/>
          <p:nvPr/>
        </p:nvSpPr>
        <p:spPr>
          <a:xfrm>
            <a:off x="1005071" y="3432133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B3D6387-5F0A-48BA-FAC1-5ECBBBDF2AC0}"/>
              </a:ext>
            </a:extLst>
          </p:cNvPr>
          <p:cNvCxnSpPr>
            <a:cxnSpLocks/>
          </p:cNvCxnSpPr>
          <p:nvPr/>
        </p:nvCxnSpPr>
        <p:spPr>
          <a:xfrm>
            <a:off x="889414" y="364805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B06D0DFB-EEC8-011B-DCC2-BF213FF04282}"/>
              </a:ext>
            </a:extLst>
          </p:cNvPr>
          <p:cNvCxnSpPr>
            <a:cxnSpLocks/>
          </p:cNvCxnSpPr>
          <p:nvPr/>
        </p:nvCxnSpPr>
        <p:spPr>
          <a:xfrm>
            <a:off x="889414" y="3848446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67B8D5A-187C-2712-F7B1-790A6CFFF0B5}"/>
              </a:ext>
            </a:extLst>
          </p:cNvPr>
          <p:cNvSpPr/>
          <p:nvPr/>
        </p:nvSpPr>
        <p:spPr>
          <a:xfrm>
            <a:off x="1388689" y="3501678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ABEA1FD-BF07-114E-9C88-EBF75764FDF5}"/>
              </a:ext>
            </a:extLst>
          </p:cNvPr>
          <p:cNvSpPr/>
          <p:nvPr/>
        </p:nvSpPr>
        <p:spPr>
          <a:xfrm>
            <a:off x="1504346" y="3434430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3555ABA0-9029-9F1E-3DAF-3A6A6D302824}"/>
              </a:ext>
            </a:extLst>
          </p:cNvPr>
          <p:cNvCxnSpPr>
            <a:cxnSpLocks/>
          </p:cNvCxnSpPr>
          <p:nvPr/>
        </p:nvCxnSpPr>
        <p:spPr>
          <a:xfrm>
            <a:off x="1388689" y="365035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099376B-5405-687D-C518-79B607C50B0B}"/>
              </a:ext>
            </a:extLst>
          </p:cNvPr>
          <p:cNvCxnSpPr>
            <a:cxnSpLocks/>
          </p:cNvCxnSpPr>
          <p:nvPr/>
        </p:nvCxnSpPr>
        <p:spPr>
          <a:xfrm>
            <a:off x="1388689" y="385074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>
            <a:extLst>
              <a:ext uri="{FF2B5EF4-FFF2-40B4-BE49-F238E27FC236}">
                <a16:creationId xmlns:a16="http://schemas.microsoft.com/office/drawing/2014/main" id="{F33190B7-7C63-E9FE-B37B-4FD519C3F4D5}"/>
              </a:ext>
            </a:extLst>
          </p:cNvPr>
          <p:cNvSpPr/>
          <p:nvPr/>
        </p:nvSpPr>
        <p:spPr>
          <a:xfrm>
            <a:off x="1881310" y="3499381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74CC0A10-6688-4343-E259-934FF14B7BE5}"/>
              </a:ext>
            </a:extLst>
          </p:cNvPr>
          <p:cNvSpPr/>
          <p:nvPr/>
        </p:nvSpPr>
        <p:spPr>
          <a:xfrm>
            <a:off x="1996967" y="3432133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0E8C821-30E1-A8ED-820A-A39DFBB43A44}"/>
              </a:ext>
            </a:extLst>
          </p:cNvPr>
          <p:cNvCxnSpPr>
            <a:cxnSpLocks/>
          </p:cNvCxnSpPr>
          <p:nvPr/>
        </p:nvCxnSpPr>
        <p:spPr>
          <a:xfrm>
            <a:off x="1881310" y="364805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58B5F90B-A4CD-F387-FF22-2B38F5322237}"/>
              </a:ext>
            </a:extLst>
          </p:cNvPr>
          <p:cNvCxnSpPr>
            <a:cxnSpLocks/>
          </p:cNvCxnSpPr>
          <p:nvPr/>
        </p:nvCxnSpPr>
        <p:spPr>
          <a:xfrm>
            <a:off x="1881310" y="3848446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5304B7E-2767-10EB-0572-11119201394E}"/>
              </a:ext>
            </a:extLst>
          </p:cNvPr>
          <p:cNvSpPr/>
          <p:nvPr/>
        </p:nvSpPr>
        <p:spPr>
          <a:xfrm>
            <a:off x="2380585" y="3501678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76C6AC3-9E05-E76E-630F-58BCBDF1A122}"/>
              </a:ext>
            </a:extLst>
          </p:cNvPr>
          <p:cNvSpPr/>
          <p:nvPr/>
        </p:nvSpPr>
        <p:spPr>
          <a:xfrm>
            <a:off x="2496242" y="3434430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A4113FC-AD2C-84F8-7D18-9A9EB9F392A0}"/>
              </a:ext>
            </a:extLst>
          </p:cNvPr>
          <p:cNvCxnSpPr>
            <a:cxnSpLocks/>
          </p:cNvCxnSpPr>
          <p:nvPr/>
        </p:nvCxnSpPr>
        <p:spPr>
          <a:xfrm>
            <a:off x="2380585" y="365035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CB3BB60-BE1F-EA52-F044-85A879281205}"/>
              </a:ext>
            </a:extLst>
          </p:cNvPr>
          <p:cNvCxnSpPr>
            <a:cxnSpLocks/>
          </p:cNvCxnSpPr>
          <p:nvPr/>
        </p:nvCxnSpPr>
        <p:spPr>
          <a:xfrm>
            <a:off x="2380585" y="385074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86762A7-A935-61E1-D04F-580DE2834374}"/>
              </a:ext>
            </a:extLst>
          </p:cNvPr>
          <p:cNvSpPr/>
          <p:nvPr/>
        </p:nvSpPr>
        <p:spPr>
          <a:xfrm>
            <a:off x="889414" y="4239137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8B47CF44-DDE6-A015-FA13-E2296945D779}"/>
              </a:ext>
            </a:extLst>
          </p:cNvPr>
          <p:cNvSpPr/>
          <p:nvPr/>
        </p:nvSpPr>
        <p:spPr>
          <a:xfrm>
            <a:off x="1005071" y="4171889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162B46-B536-8E5F-3A32-64BE2599F6AF}"/>
              </a:ext>
            </a:extLst>
          </p:cNvPr>
          <p:cNvCxnSpPr>
            <a:cxnSpLocks/>
          </p:cNvCxnSpPr>
          <p:nvPr/>
        </p:nvCxnSpPr>
        <p:spPr>
          <a:xfrm>
            <a:off x="889414" y="4387814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A50B2A4-F477-B247-5F28-8C8065BF8ADE}"/>
              </a:ext>
            </a:extLst>
          </p:cNvPr>
          <p:cNvCxnSpPr>
            <a:cxnSpLocks/>
          </p:cNvCxnSpPr>
          <p:nvPr/>
        </p:nvCxnSpPr>
        <p:spPr>
          <a:xfrm>
            <a:off x="889414" y="4588202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57CF8E4F-76CB-900A-DEFE-CE2B90C69179}"/>
              </a:ext>
            </a:extLst>
          </p:cNvPr>
          <p:cNvSpPr/>
          <p:nvPr/>
        </p:nvSpPr>
        <p:spPr>
          <a:xfrm>
            <a:off x="1388689" y="4241434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2763CF30-C35F-83E4-783F-8718E947CCF9}"/>
              </a:ext>
            </a:extLst>
          </p:cNvPr>
          <p:cNvSpPr/>
          <p:nvPr/>
        </p:nvSpPr>
        <p:spPr>
          <a:xfrm>
            <a:off x="1504346" y="4174186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A87E8550-4483-9E60-90DE-5BA1332E3520}"/>
              </a:ext>
            </a:extLst>
          </p:cNvPr>
          <p:cNvCxnSpPr>
            <a:cxnSpLocks/>
          </p:cNvCxnSpPr>
          <p:nvPr/>
        </p:nvCxnSpPr>
        <p:spPr>
          <a:xfrm>
            <a:off x="1388689" y="439011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593E7F6-13B7-5CB7-FB05-62040C6579AB}"/>
              </a:ext>
            </a:extLst>
          </p:cNvPr>
          <p:cNvCxnSpPr>
            <a:cxnSpLocks/>
          </p:cNvCxnSpPr>
          <p:nvPr/>
        </p:nvCxnSpPr>
        <p:spPr>
          <a:xfrm>
            <a:off x="1388689" y="4590499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92E9E88-05B4-E906-7BB3-0A5476768A92}"/>
              </a:ext>
            </a:extLst>
          </p:cNvPr>
          <p:cNvSpPr/>
          <p:nvPr/>
        </p:nvSpPr>
        <p:spPr>
          <a:xfrm>
            <a:off x="1881310" y="4239137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E6E1C519-2CD3-BB19-6827-EF3746FE1A69}"/>
              </a:ext>
            </a:extLst>
          </p:cNvPr>
          <p:cNvSpPr/>
          <p:nvPr/>
        </p:nvSpPr>
        <p:spPr>
          <a:xfrm>
            <a:off x="1996967" y="4171889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93DB5469-38A8-7E22-B99D-21A2820DC8BB}"/>
              </a:ext>
            </a:extLst>
          </p:cNvPr>
          <p:cNvCxnSpPr>
            <a:cxnSpLocks/>
          </p:cNvCxnSpPr>
          <p:nvPr/>
        </p:nvCxnSpPr>
        <p:spPr>
          <a:xfrm>
            <a:off x="1881310" y="4387814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D94821DC-686B-BF98-C307-980FF7FB83D1}"/>
              </a:ext>
            </a:extLst>
          </p:cNvPr>
          <p:cNvCxnSpPr>
            <a:cxnSpLocks/>
          </p:cNvCxnSpPr>
          <p:nvPr/>
        </p:nvCxnSpPr>
        <p:spPr>
          <a:xfrm>
            <a:off x="1881310" y="4588202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A9BBDCA3-7940-F47F-4B77-E5316B84A23D}"/>
              </a:ext>
            </a:extLst>
          </p:cNvPr>
          <p:cNvSpPr/>
          <p:nvPr/>
        </p:nvSpPr>
        <p:spPr>
          <a:xfrm>
            <a:off x="2380585" y="4241434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3862FBD-4542-66A7-9A4E-AB10DDE982C1}"/>
              </a:ext>
            </a:extLst>
          </p:cNvPr>
          <p:cNvSpPr/>
          <p:nvPr/>
        </p:nvSpPr>
        <p:spPr>
          <a:xfrm>
            <a:off x="2496242" y="4174186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AAF70509-7B25-8455-60FD-F741260CBDA5}"/>
              </a:ext>
            </a:extLst>
          </p:cNvPr>
          <p:cNvCxnSpPr>
            <a:cxnSpLocks/>
          </p:cNvCxnSpPr>
          <p:nvPr/>
        </p:nvCxnSpPr>
        <p:spPr>
          <a:xfrm>
            <a:off x="2380585" y="4390111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A7EEDD7D-6E1E-59C0-CD14-40DD8784D700}"/>
              </a:ext>
            </a:extLst>
          </p:cNvPr>
          <p:cNvCxnSpPr>
            <a:cxnSpLocks/>
          </p:cNvCxnSpPr>
          <p:nvPr/>
        </p:nvCxnSpPr>
        <p:spPr>
          <a:xfrm>
            <a:off x="2380585" y="4590499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Right Brace 242">
            <a:extLst>
              <a:ext uri="{FF2B5EF4-FFF2-40B4-BE49-F238E27FC236}">
                <a16:creationId xmlns:a16="http://schemas.microsoft.com/office/drawing/2014/main" id="{6BF23120-3EF9-FC1B-8C97-CAD42A720284}"/>
              </a:ext>
            </a:extLst>
          </p:cNvPr>
          <p:cNvSpPr/>
          <p:nvPr/>
        </p:nvSpPr>
        <p:spPr>
          <a:xfrm>
            <a:off x="2879860" y="3499381"/>
            <a:ext cx="325931" cy="1287662"/>
          </a:xfrm>
          <a:prstGeom prst="righ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CC72326-C348-6E0B-4451-62CEDB74E56B}"/>
              </a:ext>
            </a:extLst>
          </p:cNvPr>
          <p:cNvSpPr txBox="1"/>
          <p:nvPr/>
        </p:nvSpPr>
        <p:spPr>
          <a:xfrm>
            <a:off x="3285781" y="3848446"/>
            <a:ext cx="381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Free states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3A20A720-AED5-256C-1B3E-76A9018D2721}"/>
              </a:ext>
            </a:extLst>
          </p:cNvPr>
          <p:cNvSpPr/>
          <p:nvPr/>
        </p:nvSpPr>
        <p:spPr>
          <a:xfrm>
            <a:off x="6312805" y="1408100"/>
            <a:ext cx="325931" cy="402105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3CC63E97-B9E0-FB6B-901F-5C418767ED63}"/>
              </a:ext>
            </a:extLst>
          </p:cNvPr>
          <p:cNvSpPr/>
          <p:nvPr/>
        </p:nvSpPr>
        <p:spPr>
          <a:xfrm>
            <a:off x="6344067" y="1303811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9CFC8697-362B-3165-2F1D-3B08CEB39AF8}"/>
              </a:ext>
            </a:extLst>
          </p:cNvPr>
          <p:cNvSpPr/>
          <p:nvPr/>
        </p:nvSpPr>
        <p:spPr>
          <a:xfrm>
            <a:off x="6459724" y="1236563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B8EABF5F-4EF2-FCFB-605C-39E7A000AEAA}"/>
              </a:ext>
            </a:extLst>
          </p:cNvPr>
          <p:cNvCxnSpPr>
            <a:cxnSpLocks/>
          </p:cNvCxnSpPr>
          <p:nvPr/>
        </p:nvCxnSpPr>
        <p:spPr>
          <a:xfrm>
            <a:off x="6344067" y="145248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F4386A1A-4505-0EFF-02A1-AF029D9352A9}"/>
              </a:ext>
            </a:extLst>
          </p:cNvPr>
          <p:cNvCxnSpPr>
            <a:cxnSpLocks/>
          </p:cNvCxnSpPr>
          <p:nvPr/>
        </p:nvCxnSpPr>
        <p:spPr>
          <a:xfrm>
            <a:off x="6344067" y="1652876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272F94D-D036-B61B-F5A6-C51237992E1E}"/>
              </a:ext>
            </a:extLst>
          </p:cNvPr>
          <p:cNvSpPr/>
          <p:nvPr/>
        </p:nvSpPr>
        <p:spPr>
          <a:xfrm>
            <a:off x="6812080" y="1408101"/>
            <a:ext cx="325931" cy="4044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1A38BFB8-A8E8-8F7D-E7FE-6FF94DBE14D0}"/>
              </a:ext>
            </a:extLst>
          </p:cNvPr>
          <p:cNvSpPr/>
          <p:nvPr/>
        </p:nvSpPr>
        <p:spPr>
          <a:xfrm>
            <a:off x="6843342" y="1306108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8655371-97A6-306E-737C-321BBF59D3C1}"/>
              </a:ext>
            </a:extLst>
          </p:cNvPr>
          <p:cNvSpPr/>
          <p:nvPr/>
        </p:nvSpPr>
        <p:spPr>
          <a:xfrm>
            <a:off x="6958999" y="1238860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44B74989-C2D9-C639-3325-6C9704B37AED}"/>
              </a:ext>
            </a:extLst>
          </p:cNvPr>
          <p:cNvCxnSpPr>
            <a:cxnSpLocks/>
          </p:cNvCxnSpPr>
          <p:nvPr/>
        </p:nvCxnSpPr>
        <p:spPr>
          <a:xfrm>
            <a:off x="6843342" y="145478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FB6FA857-55DD-23AF-0C29-75BB800BCAF1}"/>
              </a:ext>
            </a:extLst>
          </p:cNvPr>
          <p:cNvCxnSpPr>
            <a:cxnSpLocks/>
          </p:cNvCxnSpPr>
          <p:nvPr/>
        </p:nvCxnSpPr>
        <p:spPr>
          <a:xfrm>
            <a:off x="6843342" y="165517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Rectangle 254">
            <a:extLst>
              <a:ext uri="{FF2B5EF4-FFF2-40B4-BE49-F238E27FC236}">
                <a16:creationId xmlns:a16="http://schemas.microsoft.com/office/drawing/2014/main" id="{66FD43CB-6A17-FC2E-EEBE-7F88B7EB719B}"/>
              </a:ext>
            </a:extLst>
          </p:cNvPr>
          <p:cNvSpPr/>
          <p:nvPr/>
        </p:nvSpPr>
        <p:spPr>
          <a:xfrm>
            <a:off x="7304701" y="1408100"/>
            <a:ext cx="325931" cy="402105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FC523BD-82C0-6390-289F-2184A5B7823F}"/>
              </a:ext>
            </a:extLst>
          </p:cNvPr>
          <p:cNvSpPr/>
          <p:nvPr/>
        </p:nvSpPr>
        <p:spPr>
          <a:xfrm>
            <a:off x="7335963" y="1303811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9005D1BD-F825-55C6-F9CF-112437299EF1}"/>
              </a:ext>
            </a:extLst>
          </p:cNvPr>
          <p:cNvSpPr/>
          <p:nvPr/>
        </p:nvSpPr>
        <p:spPr>
          <a:xfrm>
            <a:off x="7451620" y="1236563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BBD5BBF4-0421-FC85-F766-D2501F48F82A}"/>
              </a:ext>
            </a:extLst>
          </p:cNvPr>
          <p:cNvCxnSpPr>
            <a:cxnSpLocks/>
          </p:cNvCxnSpPr>
          <p:nvPr/>
        </p:nvCxnSpPr>
        <p:spPr>
          <a:xfrm>
            <a:off x="7335963" y="1452488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1BE7D40A-877A-5C3D-7DFD-0E7DD13E288A}"/>
              </a:ext>
            </a:extLst>
          </p:cNvPr>
          <p:cNvCxnSpPr>
            <a:cxnSpLocks/>
          </p:cNvCxnSpPr>
          <p:nvPr/>
        </p:nvCxnSpPr>
        <p:spPr>
          <a:xfrm>
            <a:off x="7335963" y="1652876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74281ECC-3BB5-E6EB-B686-255CDFD879E9}"/>
              </a:ext>
            </a:extLst>
          </p:cNvPr>
          <p:cNvSpPr/>
          <p:nvPr/>
        </p:nvSpPr>
        <p:spPr>
          <a:xfrm>
            <a:off x="7803976" y="1408101"/>
            <a:ext cx="325931" cy="404402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6ABF32A4-B14A-B558-3EC2-0BD4C3912048}"/>
              </a:ext>
            </a:extLst>
          </p:cNvPr>
          <p:cNvSpPr/>
          <p:nvPr/>
        </p:nvSpPr>
        <p:spPr>
          <a:xfrm>
            <a:off x="7835238" y="1306108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320FD3EF-EA17-C025-FF37-E50EA9222EB8}"/>
              </a:ext>
            </a:extLst>
          </p:cNvPr>
          <p:cNvSpPr/>
          <p:nvPr/>
        </p:nvSpPr>
        <p:spPr>
          <a:xfrm>
            <a:off x="7950895" y="1238860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6A04E3A5-FEB6-8626-5C3B-3D0B595D83EB}"/>
              </a:ext>
            </a:extLst>
          </p:cNvPr>
          <p:cNvCxnSpPr>
            <a:cxnSpLocks/>
          </p:cNvCxnSpPr>
          <p:nvPr/>
        </p:nvCxnSpPr>
        <p:spPr>
          <a:xfrm>
            <a:off x="7835238" y="145478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70C67A13-1E18-9E89-9CCC-F9511D21BC1D}"/>
              </a:ext>
            </a:extLst>
          </p:cNvPr>
          <p:cNvCxnSpPr>
            <a:cxnSpLocks/>
          </p:cNvCxnSpPr>
          <p:nvPr/>
        </p:nvCxnSpPr>
        <p:spPr>
          <a:xfrm>
            <a:off x="7835238" y="1655173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68B07B0-7C2D-74E1-CBCC-98D4C8C02473}"/>
              </a:ext>
            </a:extLst>
          </p:cNvPr>
          <p:cNvSpPr/>
          <p:nvPr/>
        </p:nvSpPr>
        <p:spPr>
          <a:xfrm>
            <a:off x="6312805" y="2463800"/>
            <a:ext cx="325931" cy="8224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2889E64-1DF8-0982-815F-19C565AA4C83}"/>
              </a:ext>
            </a:extLst>
          </p:cNvPr>
          <p:cNvSpPr/>
          <p:nvPr/>
        </p:nvSpPr>
        <p:spPr>
          <a:xfrm>
            <a:off x="6344067" y="2039654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0F21D50-FDC1-599A-3AAC-1A94DD061424}"/>
              </a:ext>
            </a:extLst>
          </p:cNvPr>
          <p:cNvSpPr/>
          <p:nvPr/>
        </p:nvSpPr>
        <p:spPr>
          <a:xfrm>
            <a:off x="6459724" y="1972406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3A4FB90-6C77-4A88-4993-7D0523219DA4}"/>
              </a:ext>
            </a:extLst>
          </p:cNvPr>
          <p:cNvCxnSpPr>
            <a:cxnSpLocks/>
          </p:cNvCxnSpPr>
          <p:nvPr/>
        </p:nvCxnSpPr>
        <p:spPr>
          <a:xfrm>
            <a:off x="6344067" y="218833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576E1BBF-C567-8CEF-C0A4-E6059EE493CE}"/>
              </a:ext>
            </a:extLst>
          </p:cNvPr>
          <p:cNvCxnSpPr>
            <a:cxnSpLocks/>
          </p:cNvCxnSpPr>
          <p:nvPr/>
        </p:nvCxnSpPr>
        <p:spPr>
          <a:xfrm>
            <a:off x="6344067" y="238871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Rectangle 269">
            <a:extLst>
              <a:ext uri="{FF2B5EF4-FFF2-40B4-BE49-F238E27FC236}">
                <a16:creationId xmlns:a16="http://schemas.microsoft.com/office/drawing/2014/main" id="{27012AA9-935F-8068-07C8-63DDA6F22085}"/>
              </a:ext>
            </a:extLst>
          </p:cNvPr>
          <p:cNvSpPr/>
          <p:nvPr/>
        </p:nvSpPr>
        <p:spPr>
          <a:xfrm>
            <a:off x="6812080" y="2423160"/>
            <a:ext cx="325931" cy="125185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15F4D94A-EC3A-EC06-54C2-E8DD677807A7}"/>
              </a:ext>
            </a:extLst>
          </p:cNvPr>
          <p:cNvSpPr/>
          <p:nvPr/>
        </p:nvSpPr>
        <p:spPr>
          <a:xfrm>
            <a:off x="6843342" y="2041951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C3E942B-3137-7803-3014-F4EA6C385CAC}"/>
              </a:ext>
            </a:extLst>
          </p:cNvPr>
          <p:cNvSpPr/>
          <p:nvPr/>
        </p:nvSpPr>
        <p:spPr>
          <a:xfrm>
            <a:off x="6958999" y="1974703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B65E0AFB-DADC-0625-1B4E-AE1515FD689D}"/>
              </a:ext>
            </a:extLst>
          </p:cNvPr>
          <p:cNvCxnSpPr>
            <a:cxnSpLocks/>
          </p:cNvCxnSpPr>
          <p:nvPr/>
        </p:nvCxnSpPr>
        <p:spPr>
          <a:xfrm>
            <a:off x="6843342" y="2190628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F9DA71F-E778-67A2-EAB7-56590769255E}"/>
              </a:ext>
            </a:extLst>
          </p:cNvPr>
          <p:cNvCxnSpPr>
            <a:cxnSpLocks/>
          </p:cNvCxnSpPr>
          <p:nvPr/>
        </p:nvCxnSpPr>
        <p:spPr>
          <a:xfrm>
            <a:off x="6843342" y="239101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Rectangle 274">
            <a:extLst>
              <a:ext uri="{FF2B5EF4-FFF2-40B4-BE49-F238E27FC236}">
                <a16:creationId xmlns:a16="http://schemas.microsoft.com/office/drawing/2014/main" id="{A88BEEDA-71F3-618A-F6BD-8B4C8302B1DD}"/>
              </a:ext>
            </a:extLst>
          </p:cNvPr>
          <p:cNvSpPr/>
          <p:nvPr/>
        </p:nvSpPr>
        <p:spPr>
          <a:xfrm>
            <a:off x="7304701" y="2407920"/>
            <a:ext cx="325931" cy="13812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A9BC4D6-BF6D-B86E-49E9-DFA44FA07274}"/>
              </a:ext>
            </a:extLst>
          </p:cNvPr>
          <p:cNvSpPr/>
          <p:nvPr/>
        </p:nvSpPr>
        <p:spPr>
          <a:xfrm>
            <a:off x="7335963" y="2039654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7821C9BD-DB52-E3B4-11A9-79C6D8D27B00}"/>
              </a:ext>
            </a:extLst>
          </p:cNvPr>
          <p:cNvSpPr/>
          <p:nvPr/>
        </p:nvSpPr>
        <p:spPr>
          <a:xfrm>
            <a:off x="7451620" y="1972406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A901D602-F9E0-1FFE-6727-FFF67765F4A5}"/>
              </a:ext>
            </a:extLst>
          </p:cNvPr>
          <p:cNvCxnSpPr>
            <a:cxnSpLocks/>
          </p:cNvCxnSpPr>
          <p:nvPr/>
        </p:nvCxnSpPr>
        <p:spPr>
          <a:xfrm>
            <a:off x="7335963" y="218833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40F3F572-D639-5FEB-48BE-3A2020F09398}"/>
              </a:ext>
            </a:extLst>
          </p:cNvPr>
          <p:cNvCxnSpPr>
            <a:cxnSpLocks/>
          </p:cNvCxnSpPr>
          <p:nvPr/>
        </p:nvCxnSpPr>
        <p:spPr>
          <a:xfrm>
            <a:off x="7335963" y="238871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6F367F4-7392-8BD9-12CF-1C30AE2D238E}"/>
              </a:ext>
            </a:extLst>
          </p:cNvPr>
          <p:cNvSpPr/>
          <p:nvPr/>
        </p:nvSpPr>
        <p:spPr>
          <a:xfrm>
            <a:off x="7803976" y="2438400"/>
            <a:ext cx="325931" cy="109945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9533F07-DB69-FDC8-7E95-88C15AFB1FDE}"/>
              </a:ext>
            </a:extLst>
          </p:cNvPr>
          <p:cNvSpPr/>
          <p:nvPr/>
        </p:nvSpPr>
        <p:spPr>
          <a:xfrm>
            <a:off x="7835238" y="2041951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3BC1685-50F0-ABCE-A6E3-0CD55426792B}"/>
              </a:ext>
            </a:extLst>
          </p:cNvPr>
          <p:cNvSpPr/>
          <p:nvPr/>
        </p:nvSpPr>
        <p:spPr>
          <a:xfrm>
            <a:off x="7950895" y="1974703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9DA511F7-65DC-FC37-9D64-760D88B7A2DC}"/>
              </a:ext>
            </a:extLst>
          </p:cNvPr>
          <p:cNvCxnSpPr>
            <a:cxnSpLocks/>
          </p:cNvCxnSpPr>
          <p:nvPr/>
        </p:nvCxnSpPr>
        <p:spPr>
          <a:xfrm>
            <a:off x="7835238" y="2190628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E4D230C-E47F-C3BE-DB6F-AAA0263CF804}"/>
              </a:ext>
            </a:extLst>
          </p:cNvPr>
          <p:cNvCxnSpPr>
            <a:cxnSpLocks/>
          </p:cNvCxnSpPr>
          <p:nvPr/>
        </p:nvCxnSpPr>
        <p:spPr>
          <a:xfrm>
            <a:off x="7835238" y="239101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FB4AAC56-A5A0-3F37-6047-2EF870D80842}"/>
              </a:ext>
            </a:extLst>
          </p:cNvPr>
          <p:cNvSpPr/>
          <p:nvPr/>
        </p:nvSpPr>
        <p:spPr>
          <a:xfrm>
            <a:off x="6312805" y="3164840"/>
            <a:ext cx="325931" cy="13549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C1A6062A-1FCC-71F1-8A61-4892C45740C3}"/>
              </a:ext>
            </a:extLst>
          </p:cNvPr>
          <p:cNvSpPr/>
          <p:nvPr/>
        </p:nvSpPr>
        <p:spPr>
          <a:xfrm>
            <a:off x="6344067" y="2793944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5176C6E-3A8F-F9E7-85F7-2860D12C4545}"/>
              </a:ext>
            </a:extLst>
          </p:cNvPr>
          <p:cNvSpPr/>
          <p:nvPr/>
        </p:nvSpPr>
        <p:spPr>
          <a:xfrm>
            <a:off x="6459724" y="2726696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3E9A981-7BCE-9D77-4055-855CAFC19B78}"/>
              </a:ext>
            </a:extLst>
          </p:cNvPr>
          <p:cNvCxnSpPr>
            <a:cxnSpLocks/>
          </p:cNvCxnSpPr>
          <p:nvPr/>
        </p:nvCxnSpPr>
        <p:spPr>
          <a:xfrm>
            <a:off x="6344067" y="294262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97F62184-6E08-A901-A68A-A88A0160D03B}"/>
              </a:ext>
            </a:extLst>
          </p:cNvPr>
          <p:cNvCxnSpPr>
            <a:cxnSpLocks/>
          </p:cNvCxnSpPr>
          <p:nvPr/>
        </p:nvCxnSpPr>
        <p:spPr>
          <a:xfrm>
            <a:off x="6344067" y="314300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Rectangle 289">
            <a:extLst>
              <a:ext uri="{FF2B5EF4-FFF2-40B4-BE49-F238E27FC236}">
                <a16:creationId xmlns:a16="http://schemas.microsoft.com/office/drawing/2014/main" id="{361974FD-384C-5472-2D3F-19DEFA1CD372}"/>
              </a:ext>
            </a:extLst>
          </p:cNvPr>
          <p:cNvSpPr/>
          <p:nvPr/>
        </p:nvSpPr>
        <p:spPr>
          <a:xfrm>
            <a:off x="6812080" y="3175000"/>
            <a:ext cx="325931" cy="127635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D319BDE7-F339-8131-2CFC-394B2E25F7BB}"/>
              </a:ext>
            </a:extLst>
          </p:cNvPr>
          <p:cNvSpPr/>
          <p:nvPr/>
        </p:nvSpPr>
        <p:spPr>
          <a:xfrm>
            <a:off x="6843342" y="2796241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EA0F281-EE2E-63F2-EA96-B84B68F6F398}"/>
              </a:ext>
            </a:extLst>
          </p:cNvPr>
          <p:cNvSpPr/>
          <p:nvPr/>
        </p:nvSpPr>
        <p:spPr>
          <a:xfrm>
            <a:off x="6958999" y="2728993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037AE1BD-C1F4-5E9B-02A6-C8CEC7952B0D}"/>
              </a:ext>
            </a:extLst>
          </p:cNvPr>
          <p:cNvCxnSpPr>
            <a:cxnSpLocks/>
          </p:cNvCxnSpPr>
          <p:nvPr/>
        </p:nvCxnSpPr>
        <p:spPr>
          <a:xfrm>
            <a:off x="6843342" y="2944918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2C544BC3-4FF7-E545-4311-15CA1DF9047F}"/>
              </a:ext>
            </a:extLst>
          </p:cNvPr>
          <p:cNvCxnSpPr>
            <a:cxnSpLocks/>
          </p:cNvCxnSpPr>
          <p:nvPr/>
        </p:nvCxnSpPr>
        <p:spPr>
          <a:xfrm>
            <a:off x="6843342" y="314530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1DF0FCC-45A5-451F-6EA5-BD37795C279C}"/>
              </a:ext>
            </a:extLst>
          </p:cNvPr>
          <p:cNvSpPr/>
          <p:nvPr/>
        </p:nvSpPr>
        <p:spPr>
          <a:xfrm>
            <a:off x="7304701" y="3139440"/>
            <a:ext cx="325931" cy="160898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A5F3C33C-D3EB-0D06-0A9C-03B608259DB4}"/>
              </a:ext>
            </a:extLst>
          </p:cNvPr>
          <p:cNvSpPr/>
          <p:nvPr/>
        </p:nvSpPr>
        <p:spPr>
          <a:xfrm>
            <a:off x="7335963" y="2793944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5A29B223-97C4-F49B-C90C-1CB94E8A3D51}"/>
              </a:ext>
            </a:extLst>
          </p:cNvPr>
          <p:cNvSpPr/>
          <p:nvPr/>
        </p:nvSpPr>
        <p:spPr>
          <a:xfrm>
            <a:off x="7451620" y="2726696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2D31331B-9F9B-D8C6-87E4-348B7F321759}"/>
              </a:ext>
            </a:extLst>
          </p:cNvPr>
          <p:cNvCxnSpPr>
            <a:cxnSpLocks/>
          </p:cNvCxnSpPr>
          <p:nvPr/>
        </p:nvCxnSpPr>
        <p:spPr>
          <a:xfrm>
            <a:off x="7335963" y="294262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5DE6574C-FBA2-21A2-1C0D-524FFD166E1E}"/>
              </a:ext>
            </a:extLst>
          </p:cNvPr>
          <p:cNvCxnSpPr>
            <a:cxnSpLocks/>
          </p:cNvCxnSpPr>
          <p:nvPr/>
        </p:nvCxnSpPr>
        <p:spPr>
          <a:xfrm>
            <a:off x="7335963" y="314300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CCB1E1A-19CF-2138-2413-A7C0B1444174}"/>
              </a:ext>
            </a:extLst>
          </p:cNvPr>
          <p:cNvSpPr/>
          <p:nvPr/>
        </p:nvSpPr>
        <p:spPr>
          <a:xfrm>
            <a:off x="7803976" y="3205480"/>
            <a:ext cx="325931" cy="97155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15ACB24-C311-33D5-97CC-D6F54305442E}"/>
              </a:ext>
            </a:extLst>
          </p:cNvPr>
          <p:cNvSpPr/>
          <p:nvPr/>
        </p:nvSpPr>
        <p:spPr>
          <a:xfrm>
            <a:off x="7835238" y="2796241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0B432054-E8F9-20EE-0B4C-41B639591224}"/>
              </a:ext>
            </a:extLst>
          </p:cNvPr>
          <p:cNvSpPr/>
          <p:nvPr/>
        </p:nvSpPr>
        <p:spPr>
          <a:xfrm>
            <a:off x="7950895" y="2728993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AE200F98-6B11-3327-4AAA-AB5DEC2CB04E}"/>
              </a:ext>
            </a:extLst>
          </p:cNvPr>
          <p:cNvCxnSpPr>
            <a:cxnSpLocks/>
          </p:cNvCxnSpPr>
          <p:nvPr/>
        </p:nvCxnSpPr>
        <p:spPr>
          <a:xfrm>
            <a:off x="7835238" y="2944918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F026103C-B619-CA1A-72DF-64206406E7DA}"/>
              </a:ext>
            </a:extLst>
          </p:cNvPr>
          <p:cNvCxnSpPr>
            <a:cxnSpLocks/>
          </p:cNvCxnSpPr>
          <p:nvPr/>
        </p:nvCxnSpPr>
        <p:spPr>
          <a:xfrm>
            <a:off x="7835238" y="314530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Rectangle 304">
            <a:extLst>
              <a:ext uri="{FF2B5EF4-FFF2-40B4-BE49-F238E27FC236}">
                <a16:creationId xmlns:a16="http://schemas.microsoft.com/office/drawing/2014/main" id="{5C6B924D-4B3A-8317-34D1-D4B7C36DF82A}"/>
              </a:ext>
            </a:extLst>
          </p:cNvPr>
          <p:cNvSpPr/>
          <p:nvPr/>
        </p:nvSpPr>
        <p:spPr>
          <a:xfrm>
            <a:off x="6344067" y="3543769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65CFEC27-627A-544E-4617-9FAFB64E72C8}"/>
              </a:ext>
            </a:extLst>
          </p:cNvPr>
          <p:cNvSpPr/>
          <p:nvPr/>
        </p:nvSpPr>
        <p:spPr>
          <a:xfrm>
            <a:off x="6459724" y="3476521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755AF8C3-B742-CFE8-E54D-E5B79ED02373}"/>
              </a:ext>
            </a:extLst>
          </p:cNvPr>
          <p:cNvCxnSpPr>
            <a:cxnSpLocks/>
          </p:cNvCxnSpPr>
          <p:nvPr/>
        </p:nvCxnSpPr>
        <p:spPr>
          <a:xfrm>
            <a:off x="6344067" y="369244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7C715BA3-BA33-E1ED-2D20-0FE2B1BABC53}"/>
              </a:ext>
            </a:extLst>
          </p:cNvPr>
          <p:cNvCxnSpPr>
            <a:cxnSpLocks/>
          </p:cNvCxnSpPr>
          <p:nvPr/>
        </p:nvCxnSpPr>
        <p:spPr>
          <a:xfrm>
            <a:off x="6344067" y="3892834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Rectangle 308">
            <a:extLst>
              <a:ext uri="{FF2B5EF4-FFF2-40B4-BE49-F238E27FC236}">
                <a16:creationId xmlns:a16="http://schemas.microsoft.com/office/drawing/2014/main" id="{4D6BBADA-ACE3-A947-0B34-24BDEC61FBDB}"/>
              </a:ext>
            </a:extLst>
          </p:cNvPr>
          <p:cNvSpPr/>
          <p:nvPr/>
        </p:nvSpPr>
        <p:spPr>
          <a:xfrm>
            <a:off x="6843342" y="3546066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F906DD5-A74D-41A0-0B85-D15E13E0E478}"/>
              </a:ext>
            </a:extLst>
          </p:cNvPr>
          <p:cNvSpPr/>
          <p:nvPr/>
        </p:nvSpPr>
        <p:spPr>
          <a:xfrm>
            <a:off x="6958999" y="3478818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9F11B0BB-7AEC-F962-D05A-DC933EC50C00}"/>
              </a:ext>
            </a:extLst>
          </p:cNvPr>
          <p:cNvCxnSpPr>
            <a:cxnSpLocks/>
          </p:cNvCxnSpPr>
          <p:nvPr/>
        </p:nvCxnSpPr>
        <p:spPr>
          <a:xfrm>
            <a:off x="6843342" y="3694743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0FFEFFB-2212-3D2D-B63A-AA01C11E6E9D}"/>
              </a:ext>
            </a:extLst>
          </p:cNvPr>
          <p:cNvCxnSpPr>
            <a:cxnSpLocks/>
          </p:cNvCxnSpPr>
          <p:nvPr/>
        </p:nvCxnSpPr>
        <p:spPr>
          <a:xfrm>
            <a:off x="6843342" y="389513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angle 312">
            <a:extLst>
              <a:ext uri="{FF2B5EF4-FFF2-40B4-BE49-F238E27FC236}">
                <a16:creationId xmlns:a16="http://schemas.microsoft.com/office/drawing/2014/main" id="{BE8B57FD-7D9B-C432-102B-1A4B688464E3}"/>
              </a:ext>
            </a:extLst>
          </p:cNvPr>
          <p:cNvSpPr/>
          <p:nvPr/>
        </p:nvSpPr>
        <p:spPr>
          <a:xfrm>
            <a:off x="7335963" y="3543769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C220D321-7316-43D9-3DA1-3398329DC3E0}"/>
              </a:ext>
            </a:extLst>
          </p:cNvPr>
          <p:cNvSpPr/>
          <p:nvPr/>
        </p:nvSpPr>
        <p:spPr>
          <a:xfrm>
            <a:off x="7451620" y="3476521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46C973FB-87D8-1462-055D-BAA6832337BD}"/>
              </a:ext>
            </a:extLst>
          </p:cNvPr>
          <p:cNvCxnSpPr>
            <a:cxnSpLocks/>
          </p:cNvCxnSpPr>
          <p:nvPr/>
        </p:nvCxnSpPr>
        <p:spPr>
          <a:xfrm>
            <a:off x="7335963" y="3692446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B2EF700-653F-EE94-E318-B9E0084CD948}"/>
              </a:ext>
            </a:extLst>
          </p:cNvPr>
          <p:cNvCxnSpPr>
            <a:cxnSpLocks/>
          </p:cNvCxnSpPr>
          <p:nvPr/>
        </p:nvCxnSpPr>
        <p:spPr>
          <a:xfrm>
            <a:off x="7335963" y="3892834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Rectangle 316">
            <a:extLst>
              <a:ext uri="{FF2B5EF4-FFF2-40B4-BE49-F238E27FC236}">
                <a16:creationId xmlns:a16="http://schemas.microsoft.com/office/drawing/2014/main" id="{607C102C-B5EA-901B-0B5F-519598B2D31F}"/>
              </a:ext>
            </a:extLst>
          </p:cNvPr>
          <p:cNvSpPr/>
          <p:nvPr/>
        </p:nvSpPr>
        <p:spPr>
          <a:xfrm>
            <a:off x="7835238" y="3546066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1035D235-A884-1DE3-2108-1224B1CB6AD1}"/>
              </a:ext>
            </a:extLst>
          </p:cNvPr>
          <p:cNvSpPr/>
          <p:nvPr/>
        </p:nvSpPr>
        <p:spPr>
          <a:xfrm>
            <a:off x="7950895" y="3478818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2DC395E-D1F2-A1A0-2066-57099F8619AE}"/>
              </a:ext>
            </a:extLst>
          </p:cNvPr>
          <p:cNvCxnSpPr>
            <a:cxnSpLocks/>
          </p:cNvCxnSpPr>
          <p:nvPr/>
        </p:nvCxnSpPr>
        <p:spPr>
          <a:xfrm>
            <a:off x="7835238" y="3694743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A682EA95-8501-4829-406E-965FC189DE60}"/>
              </a:ext>
            </a:extLst>
          </p:cNvPr>
          <p:cNvCxnSpPr>
            <a:cxnSpLocks/>
          </p:cNvCxnSpPr>
          <p:nvPr/>
        </p:nvCxnSpPr>
        <p:spPr>
          <a:xfrm>
            <a:off x="7835238" y="3895131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0FDD0CC-DA18-333B-FB28-FA5612C6BCAA}"/>
              </a:ext>
            </a:extLst>
          </p:cNvPr>
          <p:cNvSpPr/>
          <p:nvPr/>
        </p:nvSpPr>
        <p:spPr>
          <a:xfrm>
            <a:off x="6344067" y="4283525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469A47AA-2576-DE8A-5D9F-444FBC71064A}"/>
              </a:ext>
            </a:extLst>
          </p:cNvPr>
          <p:cNvSpPr/>
          <p:nvPr/>
        </p:nvSpPr>
        <p:spPr>
          <a:xfrm>
            <a:off x="6459724" y="4216277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FEF9B15-53F4-4C6C-ECBA-1686BC86C618}"/>
              </a:ext>
            </a:extLst>
          </p:cNvPr>
          <p:cNvCxnSpPr>
            <a:cxnSpLocks/>
          </p:cNvCxnSpPr>
          <p:nvPr/>
        </p:nvCxnSpPr>
        <p:spPr>
          <a:xfrm>
            <a:off x="6344067" y="4432202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1426A1D2-C4B0-8903-7304-B5D19E580735}"/>
              </a:ext>
            </a:extLst>
          </p:cNvPr>
          <p:cNvCxnSpPr>
            <a:cxnSpLocks/>
          </p:cNvCxnSpPr>
          <p:nvPr/>
        </p:nvCxnSpPr>
        <p:spPr>
          <a:xfrm>
            <a:off x="6344067" y="4632590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ectangle 324">
            <a:extLst>
              <a:ext uri="{FF2B5EF4-FFF2-40B4-BE49-F238E27FC236}">
                <a16:creationId xmlns:a16="http://schemas.microsoft.com/office/drawing/2014/main" id="{2A2075DC-414F-C748-FE78-FB5E9E14B4D4}"/>
              </a:ext>
            </a:extLst>
          </p:cNvPr>
          <p:cNvSpPr/>
          <p:nvPr/>
        </p:nvSpPr>
        <p:spPr>
          <a:xfrm>
            <a:off x="6843342" y="4285822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0734503-F3B3-C740-8EF1-36CBACB1061B}"/>
              </a:ext>
            </a:extLst>
          </p:cNvPr>
          <p:cNvSpPr/>
          <p:nvPr/>
        </p:nvSpPr>
        <p:spPr>
          <a:xfrm>
            <a:off x="6958999" y="4218574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03AAE723-45AE-0B0D-BB58-8ED7C9E962D0}"/>
              </a:ext>
            </a:extLst>
          </p:cNvPr>
          <p:cNvCxnSpPr>
            <a:cxnSpLocks/>
          </p:cNvCxnSpPr>
          <p:nvPr/>
        </p:nvCxnSpPr>
        <p:spPr>
          <a:xfrm>
            <a:off x="6843342" y="443449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B448DDB8-511A-7770-97C1-C49F54E607CA}"/>
              </a:ext>
            </a:extLst>
          </p:cNvPr>
          <p:cNvCxnSpPr>
            <a:cxnSpLocks/>
          </p:cNvCxnSpPr>
          <p:nvPr/>
        </p:nvCxnSpPr>
        <p:spPr>
          <a:xfrm>
            <a:off x="6843342" y="4634887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45BA834-FC22-986D-8C83-F1F19289F4DD}"/>
              </a:ext>
            </a:extLst>
          </p:cNvPr>
          <p:cNvSpPr/>
          <p:nvPr/>
        </p:nvSpPr>
        <p:spPr>
          <a:xfrm>
            <a:off x="7335963" y="4283525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06C8C75-ACC0-377E-0DB1-52C7AB1091B8}"/>
              </a:ext>
            </a:extLst>
          </p:cNvPr>
          <p:cNvSpPr/>
          <p:nvPr/>
        </p:nvSpPr>
        <p:spPr>
          <a:xfrm>
            <a:off x="7451620" y="4216277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C7CFABD6-2B7D-BDE4-B138-B5B56EBC9647}"/>
              </a:ext>
            </a:extLst>
          </p:cNvPr>
          <p:cNvCxnSpPr>
            <a:cxnSpLocks/>
          </p:cNvCxnSpPr>
          <p:nvPr/>
        </p:nvCxnSpPr>
        <p:spPr>
          <a:xfrm>
            <a:off x="7335963" y="4432202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A6F53EAD-45CF-F55F-3DF9-BE51340678D1}"/>
              </a:ext>
            </a:extLst>
          </p:cNvPr>
          <p:cNvCxnSpPr>
            <a:cxnSpLocks/>
          </p:cNvCxnSpPr>
          <p:nvPr/>
        </p:nvCxnSpPr>
        <p:spPr>
          <a:xfrm>
            <a:off x="7335963" y="4632590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91B4FC8A-E2D9-23C5-CAAE-E8FB4C59E9BC}"/>
              </a:ext>
            </a:extLst>
          </p:cNvPr>
          <p:cNvSpPr/>
          <p:nvPr/>
        </p:nvSpPr>
        <p:spPr>
          <a:xfrm>
            <a:off x="7835238" y="4285822"/>
            <a:ext cx="325931" cy="535156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95A5F48B-FCAD-A9F3-D66C-E34421A9B8D2}"/>
              </a:ext>
            </a:extLst>
          </p:cNvPr>
          <p:cNvSpPr/>
          <p:nvPr/>
        </p:nvSpPr>
        <p:spPr>
          <a:xfrm>
            <a:off x="7950895" y="4218574"/>
            <a:ext cx="94018" cy="45719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0A5F1FC1-2748-81A7-A590-C52F340B2650}"/>
              </a:ext>
            </a:extLst>
          </p:cNvPr>
          <p:cNvCxnSpPr>
            <a:cxnSpLocks/>
          </p:cNvCxnSpPr>
          <p:nvPr/>
        </p:nvCxnSpPr>
        <p:spPr>
          <a:xfrm>
            <a:off x="7835238" y="4434499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6BF16841-73CC-73E3-6BFB-BB580A302348}"/>
              </a:ext>
            </a:extLst>
          </p:cNvPr>
          <p:cNvCxnSpPr>
            <a:cxnSpLocks/>
          </p:cNvCxnSpPr>
          <p:nvPr/>
        </p:nvCxnSpPr>
        <p:spPr>
          <a:xfrm>
            <a:off x="7835238" y="4634887"/>
            <a:ext cx="90362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24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/>
      <p:bldP spid="243" grpId="1" animBg="1"/>
      <p:bldP spid="244" grpId="0"/>
      <p:bldP spid="244" grpId="1"/>
      <p:bldP spid="245" grpId="0" animBg="1"/>
      <p:bldP spid="246" grpId="0" animBg="1"/>
      <p:bldP spid="247" grpId="0" animBg="1"/>
      <p:bldP spid="250" grpId="0" animBg="1"/>
      <p:bldP spid="251" grpId="0" animBg="1"/>
      <p:bldP spid="252" grpId="0" animBg="1"/>
      <p:bldP spid="255" grpId="0" animBg="1"/>
      <p:bldP spid="256" grpId="0" animBg="1"/>
      <p:bldP spid="257" grpId="0" animBg="1"/>
      <p:bldP spid="260" grpId="0" animBg="1"/>
      <p:bldP spid="261" grpId="0" animBg="1"/>
      <p:bldP spid="262" grpId="0" animBg="1"/>
      <p:bldP spid="265" grpId="0" animBg="1"/>
      <p:bldP spid="266" grpId="0" animBg="1"/>
      <p:bldP spid="267" grpId="0" animBg="1"/>
      <p:bldP spid="270" grpId="0" animBg="1"/>
      <p:bldP spid="271" grpId="0" animBg="1"/>
      <p:bldP spid="272" grpId="0" animBg="1"/>
      <p:bldP spid="275" grpId="0" animBg="1"/>
      <p:bldP spid="276" grpId="0" animBg="1"/>
      <p:bldP spid="277" grpId="0" animBg="1"/>
      <p:bldP spid="280" grpId="0" animBg="1"/>
      <p:bldP spid="281" grpId="0" animBg="1"/>
      <p:bldP spid="282" grpId="0" animBg="1"/>
      <p:bldP spid="285" grpId="0" animBg="1"/>
      <p:bldP spid="286" grpId="0" animBg="1"/>
      <p:bldP spid="287" grpId="0" animBg="1"/>
      <p:bldP spid="290" grpId="0" animBg="1"/>
      <p:bldP spid="291" grpId="0" animBg="1"/>
      <p:bldP spid="292" grpId="0" animBg="1"/>
      <p:bldP spid="295" grpId="0" animBg="1"/>
      <p:bldP spid="296" grpId="0" animBg="1"/>
      <p:bldP spid="297" grpId="0" animBg="1"/>
      <p:bldP spid="300" grpId="0" animBg="1"/>
      <p:bldP spid="301" grpId="0" animBg="1"/>
      <p:bldP spid="302" grpId="0" animBg="1"/>
      <p:bldP spid="305" grpId="0" animBg="1"/>
      <p:bldP spid="306" grpId="0" animBg="1"/>
      <p:bldP spid="309" grpId="0" animBg="1"/>
      <p:bldP spid="310" grpId="0" animBg="1"/>
      <p:bldP spid="313" grpId="0" animBg="1"/>
      <p:bldP spid="314" grpId="0" animBg="1"/>
      <p:bldP spid="317" grpId="0" animBg="1"/>
      <p:bldP spid="318" grpId="0" animBg="1"/>
      <p:bldP spid="321" grpId="0" animBg="1"/>
      <p:bldP spid="322" grpId="0" animBg="1"/>
      <p:bldP spid="325" grpId="0" animBg="1"/>
      <p:bldP spid="326" grpId="0" animBg="1"/>
      <p:bldP spid="329" grpId="0" animBg="1"/>
      <p:bldP spid="330" grpId="0" animBg="1"/>
      <p:bldP spid="333" grpId="0" animBg="1"/>
      <p:bldP spid="33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DEBD-395C-4A26-01CE-E360EA2E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A396A-E66B-6830-6E0A-EF46EC083E26}"/>
              </a:ext>
            </a:extLst>
          </p:cNvPr>
          <p:cNvSpPr txBox="1"/>
          <p:nvPr/>
        </p:nvSpPr>
        <p:spPr>
          <a:xfrm>
            <a:off x="499533" y="356457"/>
            <a:ext cx="7508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Enhancement Summary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FDB866-7370-65E5-5B4B-BFF9CCCAB4BC}"/>
              </a:ext>
            </a:extLst>
          </p:cNvPr>
          <p:cNvSpPr txBox="1"/>
          <p:nvPr/>
        </p:nvSpPr>
        <p:spPr>
          <a:xfrm>
            <a:off x="499533" y="1336308"/>
            <a:ext cx="86327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Use Global resource non-generating operations to locally increase the resource in some subspace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Rockwell" panose="020606030202050204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Exploit differences in the structures of single party and multipartite resource theories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Rockwell" panose="020606030202050204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Typically, been studied via distillation. </a:t>
            </a:r>
          </a:p>
          <a:p>
            <a:endParaRPr lang="en-GB" sz="2800" dirty="0">
              <a:latin typeface="Rockwell" panose="02060603020205020403" pitchFamily="18" charset="0"/>
            </a:endParaRPr>
          </a:p>
          <a:p>
            <a:endParaRPr lang="en-GB" sz="2800" dirty="0">
              <a:latin typeface="Rockwell" panose="02060603020205020403" pitchFamily="18" charset="0"/>
            </a:endParaRPr>
          </a:p>
          <a:p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503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E319-DB90-CD1B-104D-58EA7BC3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868F14-5E7A-2F0F-F968-19D6CF206292}"/>
              </a:ext>
            </a:extLst>
          </p:cNvPr>
          <p:cNvSpPr txBox="1"/>
          <p:nvPr/>
        </p:nvSpPr>
        <p:spPr>
          <a:xfrm>
            <a:off x="1633483" y="1415079"/>
            <a:ext cx="766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3600" dirty="0">
                <a:latin typeface="Rockwell" panose="02060603020205020403" pitchFamily="18" charset="0"/>
              </a:rPr>
              <a:t>Resource Concentration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7F15E-7CA0-4957-17A1-3913742DA867}"/>
              </a:ext>
            </a:extLst>
          </p:cNvPr>
          <p:cNvSpPr txBox="1"/>
          <p:nvPr/>
        </p:nvSpPr>
        <p:spPr>
          <a:xfrm>
            <a:off x="8143552" y="4629350"/>
            <a:ext cx="110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Jump to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0D6BDABC-1260-3B48-D24D-F34F6817600B}"/>
              </a:ext>
            </a:extLst>
          </p:cNvPr>
          <p:cNvSpPr/>
          <p:nvPr/>
        </p:nvSpPr>
        <p:spPr>
          <a:xfrm>
            <a:off x="8089900" y="4629351"/>
            <a:ext cx="901565" cy="363448"/>
          </a:xfrm>
          <a:prstGeom prst="rect">
            <a:avLst/>
          </a:prstGeom>
          <a:solidFill>
            <a:srgbClr val="FFC000">
              <a:alpha val="30000"/>
            </a:srgbClr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9453A-8044-B311-628F-FCB9738ED5EF}"/>
              </a:ext>
            </a:extLst>
          </p:cNvPr>
          <p:cNvSpPr txBox="1"/>
          <p:nvPr/>
        </p:nvSpPr>
        <p:spPr>
          <a:xfrm>
            <a:off x="6598614" y="4623467"/>
            <a:ext cx="149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27737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434E-4290-111D-D8EA-0FF87B2B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Arc 67">
            <a:extLst>
              <a:ext uri="{FF2B5EF4-FFF2-40B4-BE49-F238E27FC236}">
                <a16:creationId xmlns:a16="http://schemas.microsoft.com/office/drawing/2014/main" id="{5D8E25C3-1972-643E-CFB3-30371F3232A9}"/>
              </a:ext>
            </a:extLst>
          </p:cNvPr>
          <p:cNvSpPr/>
          <p:nvPr/>
        </p:nvSpPr>
        <p:spPr>
          <a:xfrm rot="8318018">
            <a:off x="3825603" y="2110152"/>
            <a:ext cx="1685153" cy="1385233"/>
          </a:xfrm>
          <a:prstGeom prst="arc">
            <a:avLst>
              <a:gd name="adj1" fmla="val 16181278"/>
              <a:gd name="adj2" fmla="val 0"/>
            </a:avLst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1A6F0-D874-D0A6-E1D3-B8157EC7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Aim: Local Enhancement of Resource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055BFD-302E-5A51-69A4-DEEEE1C1404D}"/>
              </a:ext>
            </a:extLst>
          </p:cNvPr>
          <p:cNvSpPr/>
          <p:nvPr/>
        </p:nvSpPr>
        <p:spPr>
          <a:xfrm>
            <a:off x="3699089" y="269361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DA9D7C-2DC2-5B85-0EBF-90E560D0C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4982" y="2802769"/>
            <a:ext cx="246970" cy="32929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3679D43-31E9-75B2-463A-EB8AADAEB048}"/>
              </a:ext>
            </a:extLst>
          </p:cNvPr>
          <p:cNvSpPr/>
          <p:nvPr/>
        </p:nvSpPr>
        <p:spPr>
          <a:xfrm>
            <a:off x="4863255" y="269361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F326EBA-BC43-633F-7244-A607AEB35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148" y="2802769"/>
            <a:ext cx="246970" cy="329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3BEAFC-5F00-9179-5F5C-7875578F3C4D}"/>
              </a:ext>
            </a:extLst>
          </p:cNvPr>
          <p:cNvSpPr txBox="1"/>
          <p:nvPr/>
        </p:nvSpPr>
        <p:spPr>
          <a:xfrm>
            <a:off x="3802201" y="233353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D646D7-B177-EA59-5728-EB377982AA59}"/>
              </a:ext>
            </a:extLst>
          </p:cNvPr>
          <p:cNvSpPr txBox="1"/>
          <p:nvPr/>
        </p:nvSpPr>
        <p:spPr>
          <a:xfrm>
            <a:off x="4978399" y="2328606"/>
            <a:ext cx="258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FE58531-98D9-23E0-A93D-8FD2725896BE}"/>
              </a:ext>
            </a:extLst>
          </p:cNvPr>
          <p:cNvCxnSpPr>
            <a:cxnSpLocks/>
          </p:cNvCxnSpPr>
          <p:nvPr/>
        </p:nvCxnSpPr>
        <p:spPr>
          <a:xfrm flipH="1" flipV="1">
            <a:off x="3984711" y="3301216"/>
            <a:ext cx="56111" cy="61244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F11AF8-25F3-DB44-23BE-D56FF6ABA863}"/>
              </a:ext>
            </a:extLst>
          </p:cNvPr>
          <p:cNvSpPr txBox="1"/>
          <p:nvPr/>
        </p:nvSpPr>
        <p:spPr>
          <a:xfrm>
            <a:off x="3401483" y="3649014"/>
            <a:ext cx="447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Relocate Resource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5AE22-AEB9-7CC8-EC89-3082843317B8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710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B179-877F-9751-1317-BCA63057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Aim: Local Enhancement of Resource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D715F2-9757-6478-46DD-27085260F3AD}"/>
              </a:ext>
            </a:extLst>
          </p:cNvPr>
          <p:cNvSpPr/>
          <p:nvPr/>
        </p:nvSpPr>
        <p:spPr>
          <a:xfrm>
            <a:off x="3701989" y="1331987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05B07B-9877-F406-5DE5-102A00A1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7882" y="1441146"/>
            <a:ext cx="246970" cy="3292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D31D4E-5381-8EB1-16FF-7935E151897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991368" y="1879599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42D81C-0F66-1E14-818C-73AA9AB5F04B}"/>
              </a:ext>
            </a:extLst>
          </p:cNvPr>
          <p:cNvSpPr/>
          <p:nvPr/>
        </p:nvSpPr>
        <p:spPr>
          <a:xfrm>
            <a:off x="4866155" y="1331987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3F2F709-4679-9B9A-2EF1-78AF1B9BF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048" y="1441146"/>
            <a:ext cx="246970" cy="3292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581FA1-717C-7A77-9B71-C4B019ED0FFD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155534" y="1879599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80E9D-238A-606D-F010-DD77DEBA69D2}"/>
              </a:ext>
            </a:extLst>
          </p:cNvPr>
          <p:cNvSpPr/>
          <p:nvPr/>
        </p:nvSpPr>
        <p:spPr>
          <a:xfrm>
            <a:off x="3624580" y="2427816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EABBC7-02DE-079D-FD5F-8605A4820812}"/>
              </a:ext>
            </a:extLst>
          </p:cNvPr>
          <p:cNvSpPr txBox="1"/>
          <p:nvPr/>
        </p:nvSpPr>
        <p:spPr>
          <a:xfrm>
            <a:off x="3890433" y="2536976"/>
            <a:ext cx="1363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Unitary Dynamics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F39B0D-2700-6862-4149-8207F8F30D37}"/>
              </a:ext>
            </a:extLst>
          </p:cNvPr>
          <p:cNvSpPr/>
          <p:nvPr/>
        </p:nvSpPr>
        <p:spPr>
          <a:xfrm>
            <a:off x="3701989" y="3970205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0A009E-B603-22F8-EEB7-86A40ED1A70D}"/>
              </a:ext>
            </a:extLst>
          </p:cNvPr>
          <p:cNvCxnSpPr>
            <a:cxnSpLocks/>
          </p:cNvCxnSpPr>
          <p:nvPr/>
        </p:nvCxnSpPr>
        <p:spPr>
          <a:xfrm>
            <a:off x="3991368" y="3414485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AEB5F1-9005-BD18-8984-F450DBEE2DFC}"/>
              </a:ext>
            </a:extLst>
          </p:cNvPr>
          <p:cNvCxnSpPr>
            <a:cxnSpLocks/>
          </p:cNvCxnSpPr>
          <p:nvPr/>
        </p:nvCxnSpPr>
        <p:spPr>
          <a:xfrm>
            <a:off x="5155534" y="3421988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E0B131-C787-FDC3-79D6-DDAEC3426070}"/>
              </a:ext>
            </a:extLst>
          </p:cNvPr>
          <p:cNvCxnSpPr>
            <a:cxnSpLocks/>
          </p:cNvCxnSpPr>
          <p:nvPr/>
        </p:nvCxnSpPr>
        <p:spPr>
          <a:xfrm flipH="1">
            <a:off x="5052594" y="3848946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0BEF06-53FD-AE70-2B38-9296C4DF5530}"/>
              </a:ext>
            </a:extLst>
          </p:cNvPr>
          <p:cNvCxnSpPr>
            <a:cxnSpLocks/>
          </p:cNvCxnSpPr>
          <p:nvPr/>
        </p:nvCxnSpPr>
        <p:spPr>
          <a:xfrm flipH="1">
            <a:off x="5112832" y="3894756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E3EE39-BEBA-11B1-AD4C-88267D4CF3FE}"/>
              </a:ext>
            </a:extLst>
          </p:cNvPr>
          <p:cNvSpPr txBox="1"/>
          <p:nvPr/>
        </p:nvSpPr>
        <p:spPr>
          <a:xfrm>
            <a:off x="3805101" y="971914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C8DF7-5F13-18B4-78B4-76DD02B11367}"/>
              </a:ext>
            </a:extLst>
          </p:cNvPr>
          <p:cNvSpPr txBox="1"/>
          <p:nvPr/>
        </p:nvSpPr>
        <p:spPr>
          <a:xfrm>
            <a:off x="4981299" y="966983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BA80212A-1C66-09BB-79D9-8AF6C2EC1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3842165" y="4116471"/>
            <a:ext cx="236105" cy="24629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9D32495-11AF-EE03-52A9-7F97C8A99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3960546" y="4187774"/>
            <a:ext cx="174943" cy="182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A355AC-17AC-7271-270C-FED13C1A1B97}"/>
              </a:ext>
            </a:extLst>
          </p:cNvPr>
          <p:cNvSpPr txBox="1"/>
          <p:nvPr/>
        </p:nvSpPr>
        <p:spPr>
          <a:xfrm>
            <a:off x="6630102" y="3414485"/>
            <a:ext cx="1959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Trace out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3BC6A3-D91B-AF3D-9E7E-B7F5614C3464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5279018" y="3614540"/>
            <a:ext cx="1351084" cy="272593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60D506-7F8B-2412-79A7-41AC351BBDFA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14741-9B8C-6C22-16C1-49511B29C87C}"/>
              </a:ext>
            </a:extLst>
          </p:cNvPr>
          <p:cNvSpPr txBox="1"/>
          <p:nvPr/>
        </p:nvSpPr>
        <p:spPr>
          <a:xfrm>
            <a:off x="0" y="1863864"/>
            <a:ext cx="39213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Resource non-generating unitary dynamics</a:t>
            </a:r>
          </a:p>
          <a:p>
            <a:pPr algn="ctr"/>
            <a:endParaRPr lang="en-GB" sz="2000" dirty="0">
              <a:latin typeface="Rockwell" panose="02060603020205020403" pitchFamily="18" charset="0"/>
            </a:endParaRPr>
          </a:p>
          <a:p>
            <a:pPr algn="ctr"/>
            <a:endParaRPr lang="en-GB" sz="2000" dirty="0">
              <a:latin typeface="Rockwell" panose="02060603020205020403" pitchFamily="18" charset="0"/>
            </a:endParaRPr>
          </a:p>
          <a:p>
            <a:pPr algn="ctr"/>
            <a:r>
              <a:rPr lang="en-GB" sz="2000" dirty="0">
                <a:latin typeface="Rockwell" panose="02060603020205020403" pitchFamily="18" charset="0"/>
              </a:rPr>
              <a:t>(allowed </a:t>
            </a:r>
            <a:r>
              <a:rPr lang="en-GB" sz="2000" dirty="0" err="1">
                <a:latin typeface="Rockwell" panose="02060603020205020403" pitchFamily="18" charset="0"/>
              </a:rPr>
              <a:t>unitaries</a:t>
            </a:r>
            <a:r>
              <a:rPr lang="en-GB" sz="2000" dirty="0">
                <a:latin typeface="Rockwell" panose="02060603020205020403" pitchFamily="18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05B342-A6C0-21F4-92A3-61ECCE8CCF8D}"/>
              </a:ext>
            </a:extLst>
          </p:cNvPr>
          <p:cNvCxnSpPr>
            <a:cxnSpLocks/>
          </p:cNvCxnSpPr>
          <p:nvPr/>
        </p:nvCxnSpPr>
        <p:spPr>
          <a:xfrm>
            <a:off x="2422169" y="2652309"/>
            <a:ext cx="1006831" cy="272593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77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3" grpId="0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C33EA0A-9F29-EE3F-F11C-C3FE3968E6BF}"/>
              </a:ext>
            </a:extLst>
          </p:cNvPr>
          <p:cNvSpPr txBox="1"/>
          <p:nvPr/>
        </p:nvSpPr>
        <p:spPr>
          <a:xfrm>
            <a:off x="4762145" y="2076867"/>
            <a:ext cx="3385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         is a </a:t>
            </a:r>
            <a:r>
              <a:rPr lang="en-US" sz="2000" b="1" dirty="0"/>
              <a:t>resource non-generating </a:t>
            </a:r>
            <a:r>
              <a:rPr lang="en-US" sz="2000" dirty="0"/>
              <a:t>unitary 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008AC-683D-DC10-945A-B460AD04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 Concentration</a:t>
            </a:r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95DAFF3-3B35-E7EB-A144-94DB666AE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184" y="2141695"/>
            <a:ext cx="3230862" cy="53847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1428FB-8E76-1011-B24E-F45A1284F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959" y="1420223"/>
            <a:ext cx="1508080" cy="3248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FC02A06-512C-7DA0-C5AD-23B2AFDDA4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447" y="1420223"/>
            <a:ext cx="1413501" cy="31411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C70D7D7F-B5EF-5E9B-A7EC-E0E0DAEB0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1868" y="2177583"/>
            <a:ext cx="516391" cy="23472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48F9722-C1BC-8254-522D-6D2205F945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24589" r="20347"/>
          <a:stretch/>
        </p:blipFill>
        <p:spPr>
          <a:xfrm>
            <a:off x="1012184" y="2885469"/>
            <a:ext cx="4201202" cy="657127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F9AB8F77-006E-8B32-1695-71D8FC7905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80324"/>
          <a:stretch/>
        </p:blipFill>
        <p:spPr>
          <a:xfrm>
            <a:off x="5190457" y="2990050"/>
            <a:ext cx="1037802" cy="52743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9E9D771-05D0-48E8-0225-BEB6E9ADD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0800" y="1474097"/>
            <a:ext cx="412730" cy="20636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47C703F-3280-846D-61BD-CB77293D40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0800" y="2307750"/>
            <a:ext cx="412730" cy="20636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952AFB-18F4-6B83-BF11-BC615EAFCA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0800" y="3192175"/>
            <a:ext cx="412730" cy="20636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604F48F-30E9-1619-A4EE-2343D5EB41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87148" y="3018373"/>
            <a:ext cx="92075" cy="19565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DB6F05-3D63-381A-839E-D02C8C74E94A}"/>
              </a:ext>
            </a:extLst>
          </p:cNvPr>
          <p:cNvCxnSpPr>
            <a:cxnSpLocks/>
          </p:cNvCxnSpPr>
          <p:nvPr/>
        </p:nvCxnSpPr>
        <p:spPr>
          <a:xfrm flipH="1">
            <a:off x="5679440" y="4363720"/>
            <a:ext cx="645160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9CBA64-1833-9A33-4FCF-08E67D6CA4AE}"/>
              </a:ext>
            </a:extLst>
          </p:cNvPr>
          <p:cNvSpPr txBox="1"/>
          <p:nvPr/>
        </p:nvSpPr>
        <p:spPr>
          <a:xfrm>
            <a:off x="6324600" y="4093995"/>
            <a:ext cx="289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</a:t>
            </a:r>
            <a:r>
              <a:rPr lang="en-US" sz="2000" dirty="0"/>
              <a:t>is a resource quantifier (a monotone)</a:t>
            </a:r>
            <a:endParaRPr lang="en-GB" sz="20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80206E9-DAF6-5BEB-11A7-F332A338BA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95720" y="4202494"/>
            <a:ext cx="518160" cy="24544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B22D413-9873-82D5-C73F-33C67901924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943504" y="4156975"/>
            <a:ext cx="2599083" cy="4134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0B42BF-3907-B487-493C-38A0CFCE717C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991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BF21-FDBC-62A7-4220-720A57AD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C12B0-944A-917A-8576-FDCDEB211B4F}"/>
              </a:ext>
            </a:extLst>
          </p:cNvPr>
          <p:cNvSpPr txBox="1"/>
          <p:nvPr/>
        </p:nvSpPr>
        <p:spPr>
          <a:xfrm>
            <a:off x="499532" y="356457"/>
            <a:ext cx="7907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Motivation for Resource Concentration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9F075-A4A3-E037-C4FB-0419761FFC70}"/>
              </a:ext>
            </a:extLst>
          </p:cNvPr>
          <p:cNvSpPr txBox="1"/>
          <p:nvPr/>
        </p:nvSpPr>
        <p:spPr>
          <a:xfrm>
            <a:off x="543827" y="1186755"/>
            <a:ext cx="8056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Simplest feasible case of resource enhancement</a:t>
            </a:r>
          </a:p>
          <a:p>
            <a:pPr lvl="1" indent="0"/>
            <a:endParaRPr lang="en-GB" sz="28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AE049-C071-A71A-D20F-4D01476D4F0D}"/>
              </a:ext>
            </a:extLst>
          </p:cNvPr>
          <p:cNvSpPr txBox="1"/>
          <p:nvPr/>
        </p:nvSpPr>
        <p:spPr>
          <a:xfrm>
            <a:off x="1202445" y="2144881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Only two copies of the input state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B5D7F-3F5E-AC83-0EFF-46D47D4284A1}"/>
              </a:ext>
            </a:extLst>
          </p:cNvPr>
          <p:cNvSpPr txBox="1"/>
          <p:nvPr/>
        </p:nvSpPr>
        <p:spPr>
          <a:xfrm>
            <a:off x="1202445" y="2998619"/>
            <a:ext cx="695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Only allowed global </a:t>
            </a:r>
            <a:r>
              <a:rPr lang="en-GB" sz="1800" dirty="0" err="1">
                <a:latin typeface="Rockwell" panose="02060603020205020403" pitchFamily="18" charset="0"/>
              </a:rPr>
              <a:t>unitaries</a:t>
            </a:r>
            <a:r>
              <a:rPr lang="en-GB" sz="1800" dirty="0">
                <a:latin typeface="Rockwell" panose="02060603020205020403" pitchFamily="18" charset="0"/>
              </a:rPr>
              <a:t>, no allowed global channels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33FF5-AC0C-E1D6-D033-FCF3A9E61A2B}"/>
              </a:ext>
            </a:extLst>
          </p:cNvPr>
          <p:cNvSpPr txBox="1"/>
          <p:nvPr/>
        </p:nvSpPr>
        <p:spPr>
          <a:xfrm>
            <a:off x="1202445" y="2571750"/>
            <a:ext cx="695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>
                <a:latin typeface="Rockwell" panose="02060603020205020403" pitchFamily="18" charset="0"/>
              </a:rPr>
              <a:t>No </a:t>
            </a:r>
            <a:r>
              <a:rPr lang="en-GB" sz="1800" dirty="0">
                <a:latin typeface="Rockwell" panose="02060603020205020403" pitchFamily="18" charset="0"/>
              </a:rPr>
              <a:t>free states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3F521D-B768-D345-77F2-FD5468B9A6A2}"/>
              </a:ext>
            </a:extLst>
          </p:cNvPr>
          <p:cNvCxnSpPr>
            <a:cxnSpLocks/>
          </p:cNvCxnSpPr>
          <p:nvPr/>
        </p:nvCxnSpPr>
        <p:spPr>
          <a:xfrm>
            <a:off x="1030744" y="2322312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725C40-32FF-EC35-A06D-1DB1F66FF4C8}"/>
              </a:ext>
            </a:extLst>
          </p:cNvPr>
          <p:cNvCxnSpPr>
            <a:cxnSpLocks/>
          </p:cNvCxnSpPr>
          <p:nvPr/>
        </p:nvCxnSpPr>
        <p:spPr>
          <a:xfrm>
            <a:off x="1030744" y="2769352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59369D-13C6-4386-33B6-4C2EF95CF604}"/>
              </a:ext>
            </a:extLst>
          </p:cNvPr>
          <p:cNvCxnSpPr>
            <a:cxnSpLocks/>
          </p:cNvCxnSpPr>
          <p:nvPr/>
        </p:nvCxnSpPr>
        <p:spPr>
          <a:xfrm>
            <a:off x="1015927" y="3201152"/>
            <a:ext cx="240437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FFBC39-9657-8994-722C-4E1DCFEC1209}"/>
              </a:ext>
            </a:extLst>
          </p:cNvPr>
          <p:cNvSpPr txBox="1"/>
          <p:nvPr/>
        </p:nvSpPr>
        <p:spPr>
          <a:xfrm>
            <a:off x="510138" y="3707307"/>
            <a:ext cx="8056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Allow a bottom-up understanding of resource enhancement to be built </a:t>
            </a:r>
          </a:p>
          <a:p>
            <a:pPr lvl="1" indent="0"/>
            <a:endParaRPr lang="en-GB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27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FF5A-28D6-02F0-D4EA-CE3BB595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DDB477-39CF-1793-8EE4-2DCC7C737619}"/>
              </a:ext>
            </a:extLst>
          </p:cNvPr>
          <p:cNvSpPr/>
          <p:nvPr/>
        </p:nvSpPr>
        <p:spPr>
          <a:xfrm>
            <a:off x="1913467" y="1769531"/>
            <a:ext cx="1320800" cy="2053157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7A41D-1B17-8A1D-83A1-4731C61A7203}"/>
              </a:ext>
            </a:extLst>
          </p:cNvPr>
          <p:cNvSpPr txBox="1"/>
          <p:nvPr/>
        </p:nvSpPr>
        <p:spPr>
          <a:xfrm>
            <a:off x="298873" y="229457"/>
            <a:ext cx="8644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Concentration: Expected Behaviour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21B47-ED86-D011-CB5A-0F9C74F45552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E77B6-D2BF-52A9-C66D-D5F7B80DEE0E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577651-A3C6-3B7A-A808-2C68A0CCF730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36B3A1-F867-E27C-82A0-1E78982C0E8F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5193D5-900F-E746-EBC9-271F855B4535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BE354D8-6DAC-0784-9470-4924E865A7A8}"/>
              </a:ext>
            </a:extLst>
          </p:cNvPr>
          <p:cNvSpPr/>
          <p:nvPr/>
        </p:nvSpPr>
        <p:spPr>
          <a:xfrm>
            <a:off x="5719235" y="1769531"/>
            <a:ext cx="1320800" cy="205315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34A73-3931-861D-0C59-67D40D38AFE1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99D29-F111-A198-5344-FF214B3B94B8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93FC0E-E2C9-935F-3907-789B9BB31FD1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3419A6-BCDC-05F0-9B57-051813E18F55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69FE01-6D6F-720D-D1ED-F0A97E640D5F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9DB6CE-60BE-2F29-0741-C30F64BF7953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BABE103-77B1-401B-9FDE-D5E34D0B65EF}"/>
              </a:ext>
            </a:extLst>
          </p:cNvPr>
          <p:cNvSpPr/>
          <p:nvPr/>
        </p:nvSpPr>
        <p:spPr>
          <a:xfrm>
            <a:off x="298873" y="1769531"/>
            <a:ext cx="1320800" cy="2053155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59C22-4BCC-5E81-BB64-9FFF14251FE2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BA07E-495A-BB85-854E-EC63B9BDCE8C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D1AB8B-6664-A604-7D74-62D725986A1B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3E5DE6-74AA-8B94-A45C-DD72FFD5896A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5DDB75-7FD5-F12B-EF4E-45304B6304DD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98265-6326-05E3-C35E-A8DD2002CC30}"/>
              </a:ext>
            </a:extLst>
          </p:cNvPr>
          <p:cNvSpPr/>
          <p:nvPr/>
        </p:nvSpPr>
        <p:spPr>
          <a:xfrm>
            <a:off x="7326207" y="1769529"/>
            <a:ext cx="1320800" cy="2053156"/>
          </a:xfrm>
          <a:prstGeom prst="rect">
            <a:avLst/>
          </a:prstGeom>
          <a:solidFill>
            <a:srgbClr val="FFC000">
              <a:alpha val="30000"/>
            </a:srgbClr>
          </a:solidFill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DFC2F-9B12-ED62-0C32-2CE79BB1AA12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9B31C2-32CD-A9F8-C422-B8D5C3B78F35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E954BB-E7AF-F0D5-989B-BD6E336BE6D1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16FE9C-43AD-E2E9-D99A-968A0F823CCB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022AD2-15AC-E70E-8CF8-EB0008E4A009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1C45CD-C511-36F8-51CA-9B7EB231ADB4}"/>
              </a:ext>
            </a:extLst>
          </p:cNvPr>
          <p:cNvSpPr txBox="1"/>
          <p:nvPr/>
        </p:nvSpPr>
        <p:spPr>
          <a:xfrm>
            <a:off x="-1225127" y="4316317"/>
            <a:ext cx="1137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Cannot increase the resource if its maximally resourceful </a:t>
            </a:r>
          </a:p>
        </p:txBody>
      </p:sp>
    </p:spTree>
    <p:extLst>
      <p:ext uri="{BB962C8B-B14F-4D97-AF65-F5344CB8AC3E}">
        <p14:creationId xmlns:p14="http://schemas.microsoft.com/office/powerpoint/2010/main" val="70892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F349-B5D4-536D-EDCE-D63B5EF8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D4286B-46D4-E309-A6BB-CE59030292B1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E568B-7A7C-7D4B-F850-09A759FD5E38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2CB937-D1D8-8E54-98A7-FDA7D7C8A951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000E10-F50A-C20A-A9F4-4B6D5F6340B3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C7E305-061C-D173-74EC-367FA4837A1E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21C5C73-940A-9935-9498-98C59FDA1F6D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B361DE-718F-7894-FD0D-A050AC021AFC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87D3AB-8CA8-6829-EC63-345A6865E8FD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ABE229-CD92-7E76-C5B0-AF08F2CBD47F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EF6E99-D34E-697D-533B-C9124D5F4D9F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F59043-1133-CEF9-5E1C-EF56B23211BB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20A0AF9-A5F7-8B37-F82D-2662566C0DB1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DD7787-C7B5-720B-D68B-A7A6B10D410A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CDD5F5-FBF3-076C-1962-A2D5B2443C18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FF5AC0-988B-7272-FADE-199019737881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7978EB-E71F-EE84-2390-7467E30D8408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0E9748D-FFD1-8BF3-35E1-B9CEF60B6540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00F8A2-5BFA-C350-1544-D7B307CD6209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6D895A-CDC1-F446-22F7-3A5E96AC554D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4F20E6-49EB-F61C-0932-4124A7BA8083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1AB9C7-2ECB-CACD-AE5A-B03A7CECF644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D61751-151C-C262-5F63-09208332CB51}"/>
              </a:ext>
            </a:extLst>
          </p:cNvPr>
          <p:cNvSpPr txBox="1"/>
          <p:nvPr/>
        </p:nvSpPr>
        <p:spPr>
          <a:xfrm>
            <a:off x="298873" y="318357"/>
            <a:ext cx="8703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Concentration: Expected Behaviour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C40F1-D7BC-EAE5-D8BD-5E514848BBAD}"/>
              </a:ext>
            </a:extLst>
          </p:cNvPr>
          <p:cNvSpPr txBox="1"/>
          <p:nvPr/>
        </p:nvSpPr>
        <p:spPr>
          <a:xfrm>
            <a:off x="-1225127" y="4316317"/>
            <a:ext cx="1137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Cannot increase the resource if there is no resource </a:t>
            </a:r>
          </a:p>
        </p:txBody>
      </p:sp>
    </p:spTree>
    <p:extLst>
      <p:ext uri="{BB962C8B-B14F-4D97-AF65-F5344CB8AC3E}">
        <p14:creationId xmlns:p14="http://schemas.microsoft.com/office/powerpoint/2010/main" val="239620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CA31-E16C-A761-4640-5EBE4759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544982-6D5A-7E42-9AC1-D8B4C8C7A8CD}"/>
              </a:ext>
            </a:extLst>
          </p:cNvPr>
          <p:cNvSpPr txBox="1"/>
          <p:nvPr/>
        </p:nvSpPr>
        <p:spPr>
          <a:xfrm>
            <a:off x="7678510" y="3010419"/>
            <a:ext cx="1539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Jump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7545A-11ED-44A7-9E8A-A6866CF77783}"/>
              </a:ext>
            </a:extLst>
          </p:cNvPr>
          <p:cNvSpPr txBox="1"/>
          <p:nvPr/>
        </p:nvSpPr>
        <p:spPr>
          <a:xfrm>
            <a:off x="738187" y="1069271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We applied this to two different resources: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01EEE-8527-EFAC-C63E-5B9F5273F2BB}"/>
              </a:ext>
            </a:extLst>
          </p:cNvPr>
          <p:cNvSpPr txBox="1"/>
          <p:nvPr/>
        </p:nvSpPr>
        <p:spPr>
          <a:xfrm>
            <a:off x="659621" y="3673657"/>
            <a:ext cx="703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Informational non-equilibrium (Purity)</a:t>
            </a:r>
            <a:endParaRPr lang="en-GB" sz="2800" dirty="0">
              <a:latin typeface="Rockwell" panose="02060603020205020403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4914E3-AB89-4C85-9687-27EA7B337203}"/>
              </a:ext>
            </a:extLst>
          </p:cNvPr>
          <p:cNvCxnSpPr>
            <a:cxnSpLocks/>
          </p:cNvCxnSpPr>
          <p:nvPr/>
        </p:nvCxnSpPr>
        <p:spPr>
          <a:xfrm>
            <a:off x="623638" y="3945979"/>
            <a:ext cx="312843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8D12C6-5A15-A9FE-DD33-B270B4867FAC}"/>
              </a:ext>
            </a:extLst>
          </p:cNvPr>
          <p:cNvSpPr txBox="1"/>
          <p:nvPr/>
        </p:nvSpPr>
        <p:spPr>
          <a:xfrm>
            <a:off x="-403354" y="2973493"/>
            <a:ext cx="703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Unspeakable Coherence</a:t>
            </a:r>
            <a:endParaRPr lang="en-GB" sz="2800" dirty="0">
              <a:latin typeface="Rockwell" panose="02060603020205020403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C88B8-DEF6-F6C1-AA87-85F209E46318}"/>
              </a:ext>
            </a:extLst>
          </p:cNvPr>
          <p:cNvCxnSpPr>
            <a:cxnSpLocks/>
          </p:cNvCxnSpPr>
          <p:nvPr/>
        </p:nvCxnSpPr>
        <p:spPr>
          <a:xfrm>
            <a:off x="659621" y="3245815"/>
            <a:ext cx="312843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E520E42-EDA7-D716-C6FA-CAAC4CB61108}"/>
              </a:ext>
            </a:extLst>
          </p:cNvPr>
          <p:cNvSpPr/>
          <p:nvPr/>
        </p:nvSpPr>
        <p:spPr>
          <a:xfrm>
            <a:off x="7578291" y="2973493"/>
            <a:ext cx="1256097" cy="523219"/>
          </a:xfrm>
          <a:prstGeom prst="rect">
            <a:avLst/>
          </a:prstGeom>
          <a:solidFill>
            <a:srgbClr val="FFC000">
              <a:alpha val="30000"/>
            </a:srgbClr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FBA60-6358-BA86-6692-29EE792E357C}"/>
              </a:ext>
            </a:extLst>
          </p:cNvPr>
          <p:cNvSpPr txBox="1"/>
          <p:nvPr/>
        </p:nvSpPr>
        <p:spPr>
          <a:xfrm>
            <a:off x="7695421" y="3745924"/>
            <a:ext cx="1539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Jump to</a:t>
            </a:r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65A3AE0F-2D98-5870-D0FF-CDC627E598A6}"/>
              </a:ext>
            </a:extLst>
          </p:cNvPr>
          <p:cNvSpPr/>
          <p:nvPr/>
        </p:nvSpPr>
        <p:spPr>
          <a:xfrm>
            <a:off x="7578290" y="3721861"/>
            <a:ext cx="1256097" cy="523219"/>
          </a:xfrm>
          <a:prstGeom prst="rect">
            <a:avLst/>
          </a:prstGeom>
          <a:solidFill>
            <a:srgbClr val="FFC000">
              <a:alpha val="30000"/>
            </a:srgbClr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892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3AB5-BB19-6488-321E-C5942FB5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B669C6-EDC7-2DFF-5E49-C2EBD613A1A0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A9051-3C5B-B757-37E8-82214A2DD3DE}"/>
              </a:ext>
            </a:extLst>
          </p:cNvPr>
          <p:cNvSpPr txBox="1"/>
          <p:nvPr/>
        </p:nvSpPr>
        <p:spPr>
          <a:xfrm>
            <a:off x="482600" y="4558778"/>
            <a:ext cx="86614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quantify coherence: Distinguishing </a:t>
            </a:r>
            <a:r>
              <a:rPr lang="en-US" dirty="0" err="1"/>
              <a:t>speakable</a:t>
            </a:r>
            <a:r>
              <a:rPr lang="en-US" dirty="0"/>
              <a:t> and unspeakable notions, Iman </a:t>
            </a:r>
            <a:r>
              <a:rPr lang="en-US" dirty="0" err="1"/>
              <a:t>Marvian</a:t>
            </a:r>
            <a:r>
              <a:rPr lang="en-US" dirty="0"/>
              <a:t> &amp; Robert W. </a:t>
            </a:r>
            <a:r>
              <a:rPr lang="en-US" dirty="0" err="1"/>
              <a:t>Spekkens</a:t>
            </a:r>
            <a:r>
              <a:rPr lang="en-US" dirty="0"/>
              <a:t>, </a:t>
            </a:r>
            <a:r>
              <a:rPr lang="en-GB" i="1" dirty="0"/>
              <a:t>Phys. Rev. A, </a:t>
            </a:r>
            <a:r>
              <a:rPr lang="en-GB" dirty="0"/>
              <a:t>2016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13849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69CF-7856-189E-BA5E-08036F38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latin typeface="Rockwell" panose="02060603020205020403" pitchFamily="18" charset="0"/>
              </a:rPr>
              <a:t>Resource Theory of Unspeakable Coherence </a:t>
            </a:r>
            <a:br>
              <a:rPr lang="en-GB" dirty="0">
                <a:latin typeface="Rockwell" panose="02060603020205020403" pitchFamily="18" charset="0"/>
              </a:rPr>
            </a:b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17D629-5B34-CBF1-4567-08570EABF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164" y="1588168"/>
            <a:ext cx="3827591" cy="395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1F2260-6119-44F9-205F-E67399F99CA1}"/>
              </a:ext>
            </a:extLst>
          </p:cNvPr>
          <p:cNvSpPr/>
          <p:nvPr/>
        </p:nvSpPr>
        <p:spPr>
          <a:xfrm>
            <a:off x="494588" y="1441271"/>
            <a:ext cx="4077412" cy="705163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BD150-547F-8F65-7C77-8EBDA1CB4F51}"/>
              </a:ext>
            </a:extLst>
          </p:cNvPr>
          <p:cNvSpPr txBox="1"/>
          <p:nvPr/>
        </p:nvSpPr>
        <p:spPr>
          <a:xfrm>
            <a:off x="394636" y="967713"/>
            <a:ext cx="1501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Free States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B44BEA-6641-CB03-8535-EE9D8F123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557" y="3274312"/>
            <a:ext cx="3484803" cy="3465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D7E269A-BAAE-DFDD-278E-4CBE1C838674}"/>
              </a:ext>
            </a:extLst>
          </p:cNvPr>
          <p:cNvSpPr/>
          <p:nvPr/>
        </p:nvSpPr>
        <p:spPr>
          <a:xfrm>
            <a:off x="494588" y="3092350"/>
            <a:ext cx="4077412" cy="130185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76BCC-EA05-0695-8888-C58EB615449D}"/>
              </a:ext>
            </a:extLst>
          </p:cNvPr>
          <p:cNvSpPr txBox="1"/>
          <p:nvPr/>
        </p:nvSpPr>
        <p:spPr>
          <a:xfrm>
            <a:off x="394636" y="2596957"/>
            <a:ext cx="272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Allowed Operations  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A37D7B4-7257-41C8-E395-A2B0D66B84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7518" y="3898340"/>
            <a:ext cx="3200880" cy="40011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09E90B4-4D2B-9FC1-6591-33ECD826FE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61243" r="62069"/>
          <a:stretch>
            <a:fillRect/>
          </a:stretch>
        </p:blipFill>
        <p:spPr>
          <a:xfrm>
            <a:off x="6266012" y="1175896"/>
            <a:ext cx="1622678" cy="61822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660E62C-D88B-2D1D-70AC-1BE0CD3D43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37704" t="-52438" r="45249" b="-8806"/>
          <a:stretch>
            <a:fillRect/>
          </a:stretch>
        </p:blipFill>
        <p:spPr>
          <a:xfrm rot="5400000">
            <a:off x="6687155" y="1874805"/>
            <a:ext cx="729277" cy="61822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E14B272-D5B1-E066-8919-643F37B66D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4524" t="-117225" r="-2028" b="-1"/>
          <a:stretch>
            <a:fillRect/>
          </a:stretch>
        </p:blipFill>
        <p:spPr>
          <a:xfrm>
            <a:off x="6066020" y="2095575"/>
            <a:ext cx="2032251" cy="83285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4DF213-909D-8599-A890-85D2C2F30D7E}"/>
              </a:ext>
            </a:extLst>
          </p:cNvPr>
          <p:cNvCxnSpPr>
            <a:cxnSpLocks/>
          </p:cNvCxnSpPr>
          <p:nvPr/>
        </p:nvCxnSpPr>
        <p:spPr>
          <a:xfrm>
            <a:off x="4768465" y="967713"/>
            <a:ext cx="23314" cy="3968354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83CD1C-FA2B-3592-7C97-4A964BE202AE}"/>
              </a:ext>
            </a:extLst>
          </p:cNvPr>
          <p:cNvSpPr txBox="1"/>
          <p:nvPr/>
        </p:nvSpPr>
        <p:spPr>
          <a:xfrm>
            <a:off x="4984930" y="3221374"/>
            <a:ext cx="40774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Free states (</a:t>
            </a:r>
            <a:r>
              <a:rPr lang="en-GB" sz="2000" dirty="0">
                <a:solidFill>
                  <a:srgbClr val="A91F2E"/>
                </a:solidFill>
                <a:latin typeface="Rockwell" panose="02060603020205020403" pitchFamily="18" charset="0"/>
              </a:rPr>
              <a:t>states with no coherence with respect to the eigenstates of L</a:t>
            </a:r>
            <a:r>
              <a:rPr lang="en-GB" sz="2000" dirty="0">
                <a:latin typeface="Rockwell" panose="02060603020205020403" pitchFamily="18" charset="0"/>
              </a:rPr>
              <a:t>) are those that are symmetric under translation generated by 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496CC3-9B45-577E-A321-8F36A7F99111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28573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393DE7-872F-CA55-2EBC-E6B5E9E4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F23B0-F6EB-3915-3C65-2A061BE48360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9ED2E-A227-91EB-9687-452AD4010E09}"/>
              </a:ext>
            </a:extLst>
          </p:cNvPr>
          <p:cNvSpPr txBox="1"/>
          <p:nvPr/>
        </p:nvSpPr>
        <p:spPr>
          <a:xfrm>
            <a:off x="3548440" y="3176306"/>
            <a:ext cx="8441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Framework </a:t>
            </a:r>
          </a:p>
        </p:txBody>
      </p:sp>
    </p:spTree>
    <p:extLst>
      <p:ext uri="{BB962C8B-B14F-4D97-AF65-F5344CB8AC3E}">
        <p14:creationId xmlns:p14="http://schemas.microsoft.com/office/powerpoint/2010/main" val="27968984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1C8E-DA9E-B432-C43B-04BBDE26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834193E-3A91-C442-5AE8-AD589ADCD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077" y="1527993"/>
            <a:ext cx="2134034" cy="8159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1B45923-4174-880E-B4F5-2D68A6DBEC50}"/>
              </a:ext>
            </a:extLst>
          </p:cNvPr>
          <p:cNvSpPr txBox="1"/>
          <p:nvPr/>
        </p:nvSpPr>
        <p:spPr>
          <a:xfrm>
            <a:off x="3920066" y="2991974"/>
            <a:ext cx="381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    has no coherence between the eigenspaces of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8848B-F437-5D0F-D8E4-A893208D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5BAB38-5BBC-B26E-9F73-5396F37F8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533" y="3078689"/>
            <a:ext cx="1429279" cy="35242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6E155DD-41A5-4B63-E7EB-6F8FD0338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9077" y="3121040"/>
            <a:ext cx="787223" cy="20716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029AFEE-7E34-B06F-789B-EA63EF5DB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2565" y="3135614"/>
            <a:ext cx="178933" cy="2385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BE631E2-5CE3-2033-5A70-EBEF4FE31C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86973" b="40492"/>
          <a:stretch>
            <a:fillRect/>
          </a:stretch>
        </p:blipFill>
        <p:spPr>
          <a:xfrm>
            <a:off x="6996414" y="3312431"/>
            <a:ext cx="246061" cy="36837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C5E7D5B-F5B5-F6F7-D18F-951FBC8E40C7}"/>
              </a:ext>
            </a:extLst>
          </p:cNvPr>
          <p:cNvSpPr/>
          <p:nvPr/>
        </p:nvSpPr>
        <p:spPr>
          <a:xfrm>
            <a:off x="1491494" y="2845016"/>
            <a:ext cx="6248400" cy="994172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450C5-7F1B-DAED-4C7F-A30A2EA11DB7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13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03A3-EBB2-2075-0030-FA7CE75B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1174022-FB1B-B384-CE80-951707B0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077" y="1527993"/>
            <a:ext cx="2134034" cy="81595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9A25A59-6020-D1E8-BAC1-4D64183F1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3533" y="3085084"/>
            <a:ext cx="1429279" cy="33411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AA15FF9-09B4-91B7-A3A5-50ADE81E36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9077" y="3121040"/>
            <a:ext cx="787223" cy="207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B8A788-B357-0A74-9786-272FEA5EDF17}"/>
              </a:ext>
            </a:extLst>
          </p:cNvPr>
          <p:cNvSpPr txBox="1"/>
          <p:nvPr/>
        </p:nvSpPr>
        <p:spPr>
          <a:xfrm>
            <a:off x="3832678" y="2974261"/>
            <a:ext cx="381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    generates no coherence between the eigenspaces of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723D34-BA07-4B2B-0FD4-308015EE67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6973" b="40492"/>
          <a:stretch>
            <a:fillRect/>
          </a:stretch>
        </p:blipFill>
        <p:spPr>
          <a:xfrm>
            <a:off x="7440577" y="3297452"/>
            <a:ext cx="246061" cy="36837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A8FD2D8-E746-097D-39F0-B8CF2E13C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34" r="74017" b="3937"/>
          <a:stretch>
            <a:fillRect/>
          </a:stretch>
        </p:blipFill>
        <p:spPr>
          <a:xfrm>
            <a:off x="4181400" y="3054084"/>
            <a:ext cx="246061" cy="282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29526C-C5F9-5B1E-0558-58BEA15C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3EA190-486C-AF10-9218-87DE5C0D6D92}"/>
              </a:ext>
            </a:extLst>
          </p:cNvPr>
          <p:cNvSpPr/>
          <p:nvPr/>
        </p:nvSpPr>
        <p:spPr>
          <a:xfrm>
            <a:off x="1491494" y="2845016"/>
            <a:ext cx="6248400" cy="994172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13200-35B0-A0D8-7CFF-25F749098C12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0027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45D1-C55E-121E-4209-8A492E99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654696-7596-11A1-6084-82020776B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2208" y="622692"/>
            <a:ext cx="1429279" cy="334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9AB289-5650-4ECC-5859-253E9DDE96EC}"/>
              </a:ext>
            </a:extLst>
          </p:cNvPr>
          <p:cNvSpPr txBox="1"/>
          <p:nvPr/>
        </p:nvSpPr>
        <p:spPr>
          <a:xfrm>
            <a:off x="28013" y="1552104"/>
            <a:ext cx="381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    generates no coherence between the eigenspaces of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E02001-7393-46ED-489D-F8DEB104D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6973" b="40492"/>
          <a:stretch>
            <a:fillRect/>
          </a:stretch>
        </p:blipFill>
        <p:spPr>
          <a:xfrm>
            <a:off x="3635912" y="1875295"/>
            <a:ext cx="246061" cy="36837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053816C-16DF-55B7-2545-61F75AECC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4" r="74017" b="3937"/>
          <a:stretch>
            <a:fillRect/>
          </a:stretch>
        </p:blipFill>
        <p:spPr>
          <a:xfrm>
            <a:off x="384899" y="1623383"/>
            <a:ext cx="246061" cy="282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FA9A3F-7936-C14A-A276-83BDA2DF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08835A-D796-810C-E328-FBDB468B0E88}"/>
              </a:ext>
            </a:extLst>
          </p:cNvPr>
          <p:cNvCxnSpPr>
            <a:cxnSpLocks/>
          </p:cNvCxnSpPr>
          <p:nvPr/>
        </p:nvCxnSpPr>
        <p:spPr>
          <a:xfrm flipH="1">
            <a:off x="2057400" y="1123373"/>
            <a:ext cx="2404533" cy="32170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3DDD6B-EE87-1955-D35A-05E69E4D64C0}"/>
              </a:ext>
            </a:extLst>
          </p:cNvPr>
          <p:cNvSpPr txBox="1"/>
          <p:nvPr/>
        </p:nvSpPr>
        <p:spPr>
          <a:xfrm>
            <a:off x="4856636" y="1501207"/>
            <a:ext cx="381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    is conserved under the dynamics 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C3E8205-426D-829D-2C08-F5C3C58D6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6973" b="40492"/>
          <a:stretch>
            <a:fillRect/>
          </a:stretch>
        </p:blipFill>
        <p:spPr>
          <a:xfrm>
            <a:off x="5281632" y="1520257"/>
            <a:ext cx="246061" cy="36837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4137FDA-50A7-D248-EC40-CD6512627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4" r="74017" b="3937"/>
          <a:stretch>
            <a:fillRect/>
          </a:stretch>
        </p:blipFill>
        <p:spPr>
          <a:xfrm>
            <a:off x="7423963" y="1872761"/>
            <a:ext cx="246061" cy="28266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70C0EA-1BB6-5355-BFA3-34DEDE4A9FA4}"/>
              </a:ext>
            </a:extLst>
          </p:cNvPr>
          <p:cNvCxnSpPr>
            <a:cxnSpLocks/>
          </p:cNvCxnSpPr>
          <p:nvPr/>
        </p:nvCxnSpPr>
        <p:spPr>
          <a:xfrm>
            <a:off x="5153980" y="3970103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8E878AA0-DB3E-3E74-63BF-40C3C8F449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9842" y="3813527"/>
            <a:ext cx="2938463" cy="29512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D774780-DA55-592D-6B2E-831E36C31B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7587" y="4698527"/>
            <a:ext cx="2822973" cy="29512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E629D1-E1B9-D184-2CA7-178EABB04F2B}"/>
              </a:ext>
            </a:extLst>
          </p:cNvPr>
          <p:cNvCxnSpPr>
            <a:cxnSpLocks/>
          </p:cNvCxnSpPr>
          <p:nvPr/>
        </p:nvCxnSpPr>
        <p:spPr>
          <a:xfrm>
            <a:off x="5157019" y="4861650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91DE93F8-A3C1-0DBB-45AE-836C01E9C3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54373" y="220176"/>
            <a:ext cx="1292777" cy="49429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5B3B5D-DE1B-3A84-8926-22FEE6B4187D}"/>
              </a:ext>
            </a:extLst>
          </p:cNvPr>
          <p:cNvCxnSpPr>
            <a:cxnSpLocks/>
          </p:cNvCxnSpPr>
          <p:nvPr/>
        </p:nvCxnSpPr>
        <p:spPr>
          <a:xfrm>
            <a:off x="4461933" y="1123373"/>
            <a:ext cx="2404533" cy="32170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3D94F5-12C6-66E1-7828-52F7AB659C0C}"/>
              </a:ext>
            </a:extLst>
          </p:cNvPr>
          <p:cNvCxnSpPr>
            <a:cxnSpLocks/>
          </p:cNvCxnSpPr>
          <p:nvPr/>
        </p:nvCxnSpPr>
        <p:spPr>
          <a:xfrm>
            <a:off x="4445000" y="1623383"/>
            <a:ext cx="0" cy="3246273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286087-1074-1BD1-4A7F-D71723752945}"/>
              </a:ext>
            </a:extLst>
          </p:cNvPr>
          <p:cNvSpPr txBox="1"/>
          <p:nvPr/>
        </p:nvSpPr>
        <p:spPr>
          <a:xfrm>
            <a:off x="134270" y="2834083"/>
            <a:ext cx="3713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Individual unitary acts within each degenerate  subspace of 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773B243-DF77-F8C1-0D21-D8856A9F8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6973" b="40492"/>
          <a:stretch>
            <a:fillRect/>
          </a:stretch>
        </p:blipFill>
        <p:spPr>
          <a:xfrm>
            <a:off x="3790483" y="3157313"/>
            <a:ext cx="246061" cy="368379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581407-38F5-0F2C-8D3C-16E831D19E75}"/>
              </a:ext>
            </a:extLst>
          </p:cNvPr>
          <p:cNvCxnSpPr>
            <a:cxnSpLocks/>
          </p:cNvCxnSpPr>
          <p:nvPr/>
        </p:nvCxnSpPr>
        <p:spPr>
          <a:xfrm>
            <a:off x="1937927" y="2417250"/>
            <a:ext cx="0" cy="40215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8B7006-8469-6B4D-FA87-6D0E83BBDB0F}"/>
              </a:ext>
            </a:extLst>
          </p:cNvPr>
          <p:cNvSpPr txBox="1"/>
          <p:nvPr/>
        </p:nvSpPr>
        <p:spPr>
          <a:xfrm>
            <a:off x="-101600" y="4546600"/>
            <a:ext cx="435186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81C9BD5-BD63-15B2-E68C-BEC87BEA06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6193" y="3878159"/>
            <a:ext cx="1795370" cy="6423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A062C07-C43A-C823-7412-A10CAED5CD36}"/>
              </a:ext>
            </a:extLst>
          </p:cNvPr>
          <p:cNvSpPr txBox="1"/>
          <p:nvPr/>
        </p:nvSpPr>
        <p:spPr>
          <a:xfrm>
            <a:off x="4699001" y="2342313"/>
            <a:ext cx="451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Rockwell" panose="02060603020205020403" pitchFamily="18" charset="0"/>
              </a:rPr>
              <a:t>Expectation Values conserved: 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E276FCF-0FF4-36F3-8780-E4818CC6FF6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90654" y="2851174"/>
            <a:ext cx="2329568" cy="304432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488B7BF-6257-81A1-8C0C-567A0154ECC9}"/>
              </a:ext>
            </a:extLst>
          </p:cNvPr>
          <p:cNvCxnSpPr>
            <a:cxnSpLocks/>
          </p:cNvCxnSpPr>
          <p:nvPr/>
        </p:nvCxnSpPr>
        <p:spPr>
          <a:xfrm>
            <a:off x="5153981" y="3023005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65687A-CC67-0724-1221-D5265D7A1D5C}"/>
              </a:ext>
            </a:extLst>
          </p:cNvPr>
          <p:cNvSpPr txBox="1"/>
          <p:nvPr/>
        </p:nvSpPr>
        <p:spPr>
          <a:xfrm>
            <a:off x="4699000" y="3317014"/>
            <a:ext cx="451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Rockwell" panose="02060603020205020403" pitchFamily="18" charset="0"/>
              </a:rPr>
              <a:t>All higher order moments conserved: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1B21EA-E4FE-5399-CBD8-26179DFF2947}"/>
              </a:ext>
            </a:extLst>
          </p:cNvPr>
          <p:cNvSpPr txBox="1"/>
          <p:nvPr/>
        </p:nvSpPr>
        <p:spPr>
          <a:xfrm>
            <a:off x="4699000" y="4253861"/>
            <a:ext cx="451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Rockwell" panose="02060603020205020403" pitchFamily="18" charset="0"/>
              </a:rPr>
              <a:t>Probabilities conserved: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D2499-ED30-662A-62C5-6E198E1ECC08}"/>
              </a:ext>
            </a:extLst>
          </p:cNvPr>
          <p:cNvSpPr txBox="1"/>
          <p:nvPr/>
        </p:nvSpPr>
        <p:spPr>
          <a:xfrm>
            <a:off x="4572000" y="2587861"/>
            <a:ext cx="4511446" cy="1200329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Coherence non-generating </a:t>
            </a:r>
            <a:r>
              <a:rPr lang="en-GB" sz="2400" dirty="0" err="1">
                <a:latin typeface="Rockwell" panose="02060603020205020403" pitchFamily="18" charset="0"/>
              </a:rPr>
              <a:t>unitaries</a:t>
            </a:r>
            <a:r>
              <a:rPr lang="en-GB" sz="2400" dirty="0">
                <a:latin typeface="Rockwell" panose="02060603020205020403" pitchFamily="18" charset="0"/>
              </a:rPr>
              <a:t> are well physically motivated </a:t>
            </a:r>
          </a:p>
        </p:txBody>
      </p:sp>
    </p:spTree>
    <p:extLst>
      <p:ext uri="{BB962C8B-B14F-4D97-AF65-F5344CB8AC3E}">
        <p14:creationId xmlns:p14="http://schemas.microsoft.com/office/powerpoint/2010/main" val="351728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17" grpId="0"/>
      <p:bldP spid="32" grpId="0"/>
      <p:bldP spid="36" grpId="0"/>
      <p:bldP spid="37" grpId="0"/>
      <p:bldP spid="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F59DF5-2D98-23C3-DCCD-9E01161A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6E067-0D7B-FD74-716B-AC511908ED5C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5D1DF7-6B40-12F5-4DE5-CD1418127C3D}"/>
              </a:ext>
            </a:extLst>
          </p:cNvPr>
          <p:cNvSpPr/>
          <p:nvPr/>
        </p:nvSpPr>
        <p:spPr>
          <a:xfrm>
            <a:off x="583232" y="135648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EEBCA98-E1DF-6207-2C17-47818D2E6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125" y="1465639"/>
            <a:ext cx="246970" cy="3292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37A222-3A55-9E79-E3D3-C46B994FAF36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72611" y="1904092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B47EFC-4FBC-273B-E7E8-802630FFBD8A}"/>
              </a:ext>
            </a:extLst>
          </p:cNvPr>
          <p:cNvSpPr/>
          <p:nvPr/>
        </p:nvSpPr>
        <p:spPr>
          <a:xfrm>
            <a:off x="1747398" y="135648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03943DD-DB45-402F-85D4-3FE027623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291" y="1465639"/>
            <a:ext cx="246970" cy="3292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957071-FC48-DA8B-F68F-E2821E8FDF4C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2036777" y="1904092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AEBA4A9-492E-65AE-F1ED-06AF882E14D8}"/>
              </a:ext>
            </a:extLst>
          </p:cNvPr>
          <p:cNvSpPr/>
          <p:nvPr/>
        </p:nvSpPr>
        <p:spPr>
          <a:xfrm>
            <a:off x="505823" y="2452309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53A6A6-F70C-D986-D5AE-F6832F101366}"/>
              </a:ext>
            </a:extLst>
          </p:cNvPr>
          <p:cNvCxnSpPr>
            <a:cxnSpLocks/>
          </p:cNvCxnSpPr>
          <p:nvPr/>
        </p:nvCxnSpPr>
        <p:spPr>
          <a:xfrm>
            <a:off x="872611" y="3438978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3AD524-F926-DDA8-E370-FF092F196B78}"/>
              </a:ext>
            </a:extLst>
          </p:cNvPr>
          <p:cNvCxnSpPr>
            <a:cxnSpLocks/>
          </p:cNvCxnSpPr>
          <p:nvPr/>
        </p:nvCxnSpPr>
        <p:spPr>
          <a:xfrm>
            <a:off x="2036777" y="3446481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F1E5A3-6DDA-E74B-0301-675AD70E5B40}"/>
              </a:ext>
            </a:extLst>
          </p:cNvPr>
          <p:cNvCxnSpPr>
            <a:cxnSpLocks/>
          </p:cNvCxnSpPr>
          <p:nvPr/>
        </p:nvCxnSpPr>
        <p:spPr>
          <a:xfrm flipH="1">
            <a:off x="1933837" y="3873439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DDD6EC-327F-A892-9CE8-2CE3A77DE069}"/>
              </a:ext>
            </a:extLst>
          </p:cNvPr>
          <p:cNvCxnSpPr>
            <a:cxnSpLocks/>
          </p:cNvCxnSpPr>
          <p:nvPr/>
        </p:nvCxnSpPr>
        <p:spPr>
          <a:xfrm flipH="1">
            <a:off x="1994075" y="3919249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A005E78-4B3D-05CA-C10A-3EF5C33F9687}"/>
              </a:ext>
            </a:extLst>
          </p:cNvPr>
          <p:cNvSpPr txBox="1"/>
          <p:nvPr/>
        </p:nvSpPr>
        <p:spPr>
          <a:xfrm>
            <a:off x="3338206" y="700966"/>
            <a:ext cx="2187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Coherence of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5034ED-2350-37E3-BC04-2C3E4A7A831B}"/>
              </a:ext>
            </a:extLst>
          </p:cNvPr>
          <p:cNvSpPr txBox="1"/>
          <p:nvPr/>
        </p:nvSpPr>
        <p:spPr>
          <a:xfrm>
            <a:off x="4572000" y="189924"/>
            <a:ext cx="4131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>
                <a:latin typeface="Rockwell" panose="02060603020205020403" pitchFamily="18" charset="0"/>
              </a:rPr>
              <a:t>Characterise when: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5C847D-4C6C-3303-89C5-3CF85187C959}"/>
              </a:ext>
            </a:extLst>
          </p:cNvPr>
          <p:cNvSpPr txBox="1"/>
          <p:nvPr/>
        </p:nvSpPr>
        <p:spPr>
          <a:xfrm>
            <a:off x="5925269" y="719865"/>
            <a:ext cx="414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&gt;</a:t>
            </a:r>
            <a:r>
              <a:rPr lang="en-GB" sz="2000" dirty="0">
                <a:latin typeface="Rockwell" panose="02060603020205020403" pitchFamily="18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2B06D7-9E27-0AA7-50B8-C06273FA7EDC}"/>
              </a:ext>
            </a:extLst>
          </p:cNvPr>
          <p:cNvSpPr txBox="1"/>
          <p:nvPr/>
        </p:nvSpPr>
        <p:spPr>
          <a:xfrm>
            <a:off x="6289154" y="721869"/>
            <a:ext cx="2099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Coherence of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D053EE1-CF28-77F7-1A0F-B3FFFC99163D}"/>
              </a:ext>
            </a:extLst>
          </p:cNvPr>
          <p:cNvSpPr/>
          <p:nvPr/>
        </p:nvSpPr>
        <p:spPr>
          <a:xfrm>
            <a:off x="583232" y="3987195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DCC86D6B-51B8-05D5-0527-623F428FE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723408" y="4133461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F11F7CF-41D4-5B23-4795-3A5F82095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841789" y="4204764"/>
            <a:ext cx="174943" cy="18249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9231156-C4D6-0B56-E233-F9E47A92054F}"/>
              </a:ext>
            </a:extLst>
          </p:cNvPr>
          <p:cNvSpPr/>
          <p:nvPr/>
        </p:nvSpPr>
        <p:spPr>
          <a:xfrm>
            <a:off x="8413744" y="762176"/>
            <a:ext cx="436475" cy="420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63A8EB-284A-2ECD-8A3A-C9D9BBA04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3747" y="849247"/>
            <a:ext cx="189729" cy="2529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DF52E40-3122-2F28-4784-A1A8CEAC5787}"/>
              </a:ext>
            </a:extLst>
          </p:cNvPr>
          <p:cNvSpPr/>
          <p:nvPr/>
        </p:nvSpPr>
        <p:spPr>
          <a:xfrm>
            <a:off x="5463290" y="733793"/>
            <a:ext cx="436447" cy="42883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C277D1E-6607-B31C-3FAC-95ED61FA0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5573773" y="860052"/>
            <a:ext cx="169027" cy="1763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E84A60-8EBB-ECFA-8CA1-9BD11DB6F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5673297" y="931356"/>
            <a:ext cx="125241" cy="1306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AB93F83-4C43-F9CA-4D99-E393CA5DD98B}"/>
              </a:ext>
            </a:extLst>
          </p:cNvPr>
          <p:cNvSpPr txBox="1"/>
          <p:nvPr/>
        </p:nvSpPr>
        <p:spPr>
          <a:xfrm>
            <a:off x="673340" y="936190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20CE04-163C-D63A-CF6A-FDC873D720EB}"/>
              </a:ext>
            </a:extLst>
          </p:cNvPr>
          <p:cNvSpPr txBox="1"/>
          <p:nvPr/>
        </p:nvSpPr>
        <p:spPr>
          <a:xfrm>
            <a:off x="1899606" y="934472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5FF85A4-3F2F-3AA0-36A0-A2319DCE2B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6864" y="3473890"/>
            <a:ext cx="4131140" cy="29935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083251F-984E-61F8-2548-C9BD7ABE03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513" y="2712828"/>
            <a:ext cx="898074" cy="4082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05BDD06-02EB-2574-DA66-D0E8EC8F17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11678" y="2652459"/>
            <a:ext cx="2354952" cy="35923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63A7A2-76F0-77C2-24C9-648005426406}"/>
              </a:ext>
            </a:extLst>
          </p:cNvPr>
          <p:cNvCxnSpPr/>
          <p:nvPr/>
        </p:nvCxnSpPr>
        <p:spPr>
          <a:xfrm flipV="1">
            <a:off x="6289154" y="3907571"/>
            <a:ext cx="0" cy="31832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5054886-CCAA-9A04-7698-85EB3A89E04C}"/>
              </a:ext>
            </a:extLst>
          </p:cNvPr>
          <p:cNvSpPr txBox="1"/>
          <p:nvPr/>
        </p:nvSpPr>
        <p:spPr>
          <a:xfrm>
            <a:off x="4767943" y="4242479"/>
            <a:ext cx="4947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Conservation is additive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3919F-671B-00F0-C93A-64D8083F079A}"/>
              </a:ext>
            </a:extLst>
          </p:cNvPr>
          <p:cNvSpPr txBox="1"/>
          <p:nvPr/>
        </p:nvSpPr>
        <p:spPr>
          <a:xfrm>
            <a:off x="3109926" y="1541816"/>
            <a:ext cx="5872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When restricting to unitary dynamics that are </a:t>
            </a:r>
            <a:r>
              <a:rPr lang="en-GB" sz="2000" dirty="0">
                <a:solidFill>
                  <a:srgbClr val="A91F2E"/>
                </a:solidFill>
                <a:latin typeface="Rockwell" panose="02060603020205020403" pitchFamily="18" charset="0"/>
              </a:rPr>
              <a:t>coherence non-generating: </a:t>
            </a:r>
          </a:p>
        </p:txBody>
      </p:sp>
    </p:spTree>
    <p:extLst>
      <p:ext uri="{BB962C8B-B14F-4D97-AF65-F5344CB8AC3E}">
        <p14:creationId xmlns:p14="http://schemas.microsoft.com/office/powerpoint/2010/main" val="1841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4840-57DA-7B8D-5691-68E75822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8E2CD-AB94-149E-4A20-34C338A3DC23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C79575-DC6E-DAF2-A6FB-6005111463CE}"/>
              </a:ext>
            </a:extLst>
          </p:cNvPr>
          <p:cNvSpPr/>
          <p:nvPr/>
        </p:nvSpPr>
        <p:spPr>
          <a:xfrm>
            <a:off x="583232" y="135648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3A8270-5281-A585-9969-4502A874A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125" y="1465639"/>
            <a:ext cx="246970" cy="3292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8DC22B-68CA-3F7E-F9C0-42C8A11FA1B5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72611" y="1904092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755A91F-21D2-2221-9A76-F783AB40C92F}"/>
              </a:ext>
            </a:extLst>
          </p:cNvPr>
          <p:cNvSpPr/>
          <p:nvPr/>
        </p:nvSpPr>
        <p:spPr>
          <a:xfrm>
            <a:off x="1747398" y="1356480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1E11702-AE9E-2549-B46E-260CE1370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291" y="1465639"/>
            <a:ext cx="246970" cy="3292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ED0D94-890C-09B7-1E09-237613FA9A64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2036777" y="1904092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B7B9B19-D38F-6FB2-68F8-D79AE39BA14D}"/>
              </a:ext>
            </a:extLst>
          </p:cNvPr>
          <p:cNvSpPr/>
          <p:nvPr/>
        </p:nvSpPr>
        <p:spPr>
          <a:xfrm>
            <a:off x="505823" y="2452309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4A4762-94DD-5230-A766-85DC535DF03E}"/>
              </a:ext>
            </a:extLst>
          </p:cNvPr>
          <p:cNvCxnSpPr>
            <a:cxnSpLocks/>
          </p:cNvCxnSpPr>
          <p:nvPr/>
        </p:nvCxnSpPr>
        <p:spPr>
          <a:xfrm>
            <a:off x="872611" y="3438978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317070-50EF-3D7C-18D4-3D5A2E539656}"/>
              </a:ext>
            </a:extLst>
          </p:cNvPr>
          <p:cNvCxnSpPr>
            <a:cxnSpLocks/>
          </p:cNvCxnSpPr>
          <p:nvPr/>
        </p:nvCxnSpPr>
        <p:spPr>
          <a:xfrm>
            <a:off x="2036777" y="3446481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73D65F-522E-356A-A10E-B362065ED72E}"/>
              </a:ext>
            </a:extLst>
          </p:cNvPr>
          <p:cNvCxnSpPr>
            <a:cxnSpLocks/>
          </p:cNvCxnSpPr>
          <p:nvPr/>
        </p:nvCxnSpPr>
        <p:spPr>
          <a:xfrm flipH="1">
            <a:off x="1933837" y="3873439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8F4172-E29E-88AC-90B0-BBC92BEC96E4}"/>
              </a:ext>
            </a:extLst>
          </p:cNvPr>
          <p:cNvCxnSpPr>
            <a:cxnSpLocks/>
          </p:cNvCxnSpPr>
          <p:nvPr/>
        </p:nvCxnSpPr>
        <p:spPr>
          <a:xfrm flipH="1">
            <a:off x="1994075" y="3919249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8F7D26-D0B8-B432-04C5-2842549EC452}"/>
              </a:ext>
            </a:extLst>
          </p:cNvPr>
          <p:cNvSpPr txBox="1"/>
          <p:nvPr/>
        </p:nvSpPr>
        <p:spPr>
          <a:xfrm>
            <a:off x="3338206" y="700966"/>
            <a:ext cx="2187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Coherence of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6CF44-6033-9DE4-4FAE-9FD1FD004ABF}"/>
              </a:ext>
            </a:extLst>
          </p:cNvPr>
          <p:cNvSpPr txBox="1"/>
          <p:nvPr/>
        </p:nvSpPr>
        <p:spPr>
          <a:xfrm>
            <a:off x="4572000" y="189924"/>
            <a:ext cx="4131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>
                <a:latin typeface="Rockwell" panose="02060603020205020403" pitchFamily="18" charset="0"/>
              </a:rPr>
              <a:t>Characterise when: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8CE5EA-3411-88AE-4558-2B1B404B39A1}"/>
              </a:ext>
            </a:extLst>
          </p:cNvPr>
          <p:cNvSpPr txBox="1"/>
          <p:nvPr/>
        </p:nvSpPr>
        <p:spPr>
          <a:xfrm>
            <a:off x="5925269" y="719865"/>
            <a:ext cx="414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&gt;</a:t>
            </a:r>
            <a:r>
              <a:rPr lang="en-GB" sz="2000" dirty="0">
                <a:latin typeface="Rockwell" panose="02060603020205020403" pitchFamily="18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ED1BBB-EE15-2694-6D2B-ED4F7539EE0B}"/>
              </a:ext>
            </a:extLst>
          </p:cNvPr>
          <p:cNvSpPr txBox="1"/>
          <p:nvPr/>
        </p:nvSpPr>
        <p:spPr>
          <a:xfrm>
            <a:off x="6289154" y="721869"/>
            <a:ext cx="2099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Coherence of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F9BA2A-8F0B-7C36-1F8F-DE454137B6AE}"/>
              </a:ext>
            </a:extLst>
          </p:cNvPr>
          <p:cNvSpPr/>
          <p:nvPr/>
        </p:nvSpPr>
        <p:spPr>
          <a:xfrm>
            <a:off x="583232" y="3987195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F282751A-F43F-2FC1-50C6-79FF81778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723408" y="4133461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F95277E-8265-5EA4-0F10-0BD21CAD1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841789" y="4204764"/>
            <a:ext cx="174943" cy="18249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4BEA7CB-DEFC-ADD6-BAA5-28B54226B381}"/>
              </a:ext>
            </a:extLst>
          </p:cNvPr>
          <p:cNvSpPr/>
          <p:nvPr/>
        </p:nvSpPr>
        <p:spPr>
          <a:xfrm>
            <a:off x="8413744" y="762176"/>
            <a:ext cx="436475" cy="420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B69765-1579-FB71-87E7-4987BE626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3747" y="849247"/>
            <a:ext cx="189729" cy="2529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F8CF0C2-10DA-5989-50CE-C783A00A978A}"/>
              </a:ext>
            </a:extLst>
          </p:cNvPr>
          <p:cNvSpPr/>
          <p:nvPr/>
        </p:nvSpPr>
        <p:spPr>
          <a:xfrm>
            <a:off x="5463290" y="733793"/>
            <a:ext cx="436447" cy="42883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4F356D3-6059-0221-9F34-303D1E428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5573773" y="860052"/>
            <a:ext cx="169027" cy="1763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C77AFFE-FBA5-C92B-47AD-8E53BB439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5673297" y="931356"/>
            <a:ext cx="125241" cy="1306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E162046-0E44-1596-C966-3147CB3500A7}"/>
              </a:ext>
            </a:extLst>
          </p:cNvPr>
          <p:cNvSpPr txBox="1"/>
          <p:nvPr/>
        </p:nvSpPr>
        <p:spPr>
          <a:xfrm>
            <a:off x="673340" y="936190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A232FD-E979-48C2-49B2-D96300A0467F}"/>
              </a:ext>
            </a:extLst>
          </p:cNvPr>
          <p:cNvSpPr txBox="1"/>
          <p:nvPr/>
        </p:nvSpPr>
        <p:spPr>
          <a:xfrm>
            <a:off x="1899606" y="934472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BB399F8-01E8-7C1C-46B0-4AF7FFBB87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6864" y="3473890"/>
            <a:ext cx="4131140" cy="29935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9380761-675B-8D9F-1D5A-6B9B4CB4DE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513" y="2712828"/>
            <a:ext cx="898074" cy="4082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D7A1A55-5665-E687-2FDE-3BD21BB7C7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11678" y="2652459"/>
            <a:ext cx="2354952" cy="3592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DF4620-4A81-BC6B-3265-163CFC12FBDD}"/>
              </a:ext>
            </a:extLst>
          </p:cNvPr>
          <p:cNvSpPr txBox="1"/>
          <p:nvPr/>
        </p:nvSpPr>
        <p:spPr>
          <a:xfrm>
            <a:off x="3109926" y="1541816"/>
            <a:ext cx="5872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When restricting to unitary dynamics that are </a:t>
            </a:r>
            <a:r>
              <a:rPr lang="en-GB" sz="2000" dirty="0">
                <a:solidFill>
                  <a:srgbClr val="A91F2E"/>
                </a:solidFill>
                <a:latin typeface="Rockwell" panose="02060603020205020403" pitchFamily="18" charset="0"/>
              </a:rPr>
              <a:t>coherence non-generating: </a:t>
            </a:r>
          </a:p>
        </p:txBody>
      </p:sp>
    </p:spTree>
    <p:extLst>
      <p:ext uri="{BB962C8B-B14F-4D97-AF65-F5344CB8AC3E}">
        <p14:creationId xmlns:p14="http://schemas.microsoft.com/office/powerpoint/2010/main" val="36553641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0F1E-95CC-2B56-41B8-6403FBA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C119F4-6433-9017-06F4-B59A7C229287}"/>
              </a:ext>
            </a:extLst>
          </p:cNvPr>
          <p:cNvSpPr txBox="1"/>
          <p:nvPr/>
        </p:nvSpPr>
        <p:spPr>
          <a:xfrm>
            <a:off x="432707" y="1922776"/>
            <a:ext cx="8441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Rockwell" panose="02060603020205020403" pitchFamily="18" charset="0"/>
              </a:rPr>
              <a:t>Qubits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D4DCB2-78FA-8466-3F4F-525097490E85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0071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29AF-7761-95F5-150F-E0500A64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BB2DCD-99CA-0927-AB48-9C81C212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2078" y="1548324"/>
            <a:ext cx="2921392" cy="86269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851E997-B596-B230-0FF4-C7AEB647D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3941" y="135646"/>
            <a:ext cx="1462352" cy="63528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0B1E83D-3701-2388-CC26-16995BD9CF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3883" y="2979194"/>
            <a:ext cx="1941055" cy="3529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F665173-469D-3BE6-1D1F-C7FECC6176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0516" y="2979193"/>
            <a:ext cx="1941055" cy="3529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DF7C35-579E-BE3A-BD52-136EBE52BC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2078" y="554152"/>
            <a:ext cx="3299843" cy="43355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9B7D38D-97A6-8DAC-F729-788C118DCF32}"/>
              </a:ext>
            </a:extLst>
          </p:cNvPr>
          <p:cNvSpPr/>
          <p:nvPr/>
        </p:nvSpPr>
        <p:spPr>
          <a:xfrm>
            <a:off x="4796292" y="1496051"/>
            <a:ext cx="604157" cy="566226"/>
          </a:xfrm>
          <a:prstGeom prst="ellipse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A51C50-DA6F-B814-0909-E034EAE5BB44}"/>
              </a:ext>
            </a:extLst>
          </p:cNvPr>
          <p:cNvSpPr/>
          <p:nvPr/>
        </p:nvSpPr>
        <p:spPr>
          <a:xfrm>
            <a:off x="4697569" y="2839703"/>
            <a:ext cx="2368848" cy="66775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4189538-731B-3660-45D3-4F6F4ED1CC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22625" y="4122195"/>
            <a:ext cx="2698748" cy="4857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C397BD8-0B8B-8884-694B-EAB16AA4FAE9}"/>
              </a:ext>
            </a:extLst>
          </p:cNvPr>
          <p:cNvSpPr/>
          <p:nvPr/>
        </p:nvSpPr>
        <p:spPr>
          <a:xfrm>
            <a:off x="3074409" y="3932947"/>
            <a:ext cx="3007983" cy="862693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F563F-FB35-46F5-0509-044F0FD1064A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2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58FE-CC1C-DCDA-7C50-7C5ED2D0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1B0E-7764-A906-944F-147ED28D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7AB391-126A-3806-C417-6F01A68AB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2786" y="1392515"/>
            <a:ext cx="5718427" cy="77492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E848193-2E40-3158-4B08-A2BFC7609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5918" y="2715232"/>
            <a:ext cx="4954523" cy="53853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3A26AE4-4CCC-A093-0405-0544F05F2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5918" y="4095213"/>
            <a:ext cx="4131140" cy="29935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4FB8F79-362B-9C50-9E0B-FB65E32201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35918" y="3465604"/>
            <a:ext cx="2354952" cy="3592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E19A06-5103-E60A-FCDD-70BDD5EBC8AC}"/>
              </a:ext>
            </a:extLst>
          </p:cNvPr>
          <p:cNvSpPr/>
          <p:nvPr/>
        </p:nvSpPr>
        <p:spPr>
          <a:xfrm>
            <a:off x="1564016" y="1143077"/>
            <a:ext cx="6022117" cy="112599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4EA56-889D-A9B5-51F4-D8480CB987C6}"/>
              </a:ext>
            </a:extLst>
          </p:cNvPr>
          <p:cNvSpPr txBox="1"/>
          <p:nvPr/>
        </p:nvSpPr>
        <p:spPr>
          <a:xfrm>
            <a:off x="1183821" y="2753332"/>
            <a:ext cx="2824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Such that:</a:t>
            </a:r>
            <a:endParaRPr lang="en-GB" sz="1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441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7585-6BF7-8E16-245A-5867EBFE9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08F245D-F339-1414-2B47-82BADF59959B}"/>
              </a:ext>
            </a:extLst>
          </p:cNvPr>
          <p:cNvSpPr txBox="1"/>
          <p:nvPr/>
        </p:nvSpPr>
        <p:spPr>
          <a:xfrm>
            <a:off x="57148" y="4600234"/>
            <a:ext cx="2612572" cy="5388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570E08-A687-C498-A313-BD2D7E362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" y="1794795"/>
            <a:ext cx="7788724" cy="2350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D10F66-6185-0D0C-84D2-CDD127B9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C27DCB-4259-1793-533E-223203C72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9720" y="621251"/>
            <a:ext cx="4131140" cy="2993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5AD5AAA-113A-C381-9DBB-BAC36BBD99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0404" y="1148030"/>
            <a:ext cx="1418128" cy="35453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792F80B-96D5-EFEF-BC99-DE9751926F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9158" y="4515124"/>
            <a:ext cx="2030501" cy="35453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E3385B-BD49-DCEA-6F65-E469DB615B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18155" y="4515124"/>
            <a:ext cx="1418128" cy="35453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530595-64FB-E5A9-B643-7B77ED7C2406}"/>
              </a:ext>
            </a:extLst>
          </p:cNvPr>
          <p:cNvCxnSpPr/>
          <p:nvPr/>
        </p:nvCxnSpPr>
        <p:spPr>
          <a:xfrm flipH="1">
            <a:off x="2319659" y="1502562"/>
            <a:ext cx="513348" cy="432374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5D7E21-8D31-4FB5-AD4B-D8CB04314F24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4265162" y="4145094"/>
            <a:ext cx="70074" cy="292233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C6CA14-3559-D1A8-380C-8019382EE292}"/>
              </a:ext>
            </a:extLst>
          </p:cNvPr>
          <p:cNvCxnSpPr>
            <a:cxnSpLocks/>
          </p:cNvCxnSpPr>
          <p:nvPr/>
        </p:nvCxnSpPr>
        <p:spPr>
          <a:xfrm flipV="1">
            <a:off x="1561082" y="3602567"/>
            <a:ext cx="917535" cy="792591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17B0341-60E4-E31A-12DC-55FB76B03579}"/>
              </a:ext>
            </a:extLst>
          </p:cNvPr>
          <p:cNvSpPr/>
          <p:nvPr/>
        </p:nvSpPr>
        <p:spPr>
          <a:xfrm>
            <a:off x="2529052" y="2438399"/>
            <a:ext cx="1233323" cy="1122131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61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23DAF-2EB7-2057-08ED-D9C8D215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E906591-BF90-8ACA-0FB2-03DB33B4572A}"/>
              </a:ext>
            </a:extLst>
          </p:cNvPr>
          <p:cNvSpPr txBox="1"/>
          <p:nvPr/>
        </p:nvSpPr>
        <p:spPr>
          <a:xfrm>
            <a:off x="57148" y="4600234"/>
            <a:ext cx="2612572" cy="5388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73EEC7-0618-FCD8-6D43-8D434AC6E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" y="1794795"/>
            <a:ext cx="7788724" cy="2350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24B1BB-5315-977C-F35A-9CF052F2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450F3-A377-7A46-F4F0-40AC71D59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6" y="1824963"/>
            <a:ext cx="8217767" cy="23235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13CCC01-42AF-6C3F-6685-51CE00D80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5914" y="587855"/>
            <a:ext cx="2195137" cy="78541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8A57E0-86AD-D32B-67C4-93CF6E3EF3A6}"/>
              </a:ext>
            </a:extLst>
          </p:cNvPr>
          <p:cNvCxnSpPr>
            <a:cxnSpLocks/>
          </p:cNvCxnSpPr>
          <p:nvPr/>
        </p:nvCxnSpPr>
        <p:spPr>
          <a:xfrm flipV="1">
            <a:off x="1871133" y="2455333"/>
            <a:ext cx="228600" cy="1896534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B621F8-39C6-08F3-2AD8-2E0495D35802}"/>
              </a:ext>
            </a:extLst>
          </p:cNvPr>
          <p:cNvCxnSpPr>
            <a:cxnSpLocks/>
          </p:cNvCxnSpPr>
          <p:nvPr/>
        </p:nvCxnSpPr>
        <p:spPr>
          <a:xfrm flipV="1">
            <a:off x="2708686" y="3996267"/>
            <a:ext cx="1177514" cy="55937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D5CED3-BC1A-0211-EA76-B536E55093DA}"/>
              </a:ext>
            </a:extLst>
          </p:cNvPr>
          <p:cNvSpPr txBox="1"/>
          <p:nvPr/>
        </p:nvSpPr>
        <p:spPr>
          <a:xfrm>
            <a:off x="-736819" y="4348098"/>
            <a:ext cx="4512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One dimensional </a:t>
            </a:r>
          </a:p>
          <a:p>
            <a:pPr algn="ctr"/>
            <a:r>
              <a:rPr lang="en-GB" sz="2000" dirty="0">
                <a:latin typeface="Rockwell" panose="02060603020205020403" pitchFamily="18" charset="0"/>
              </a:rPr>
              <a:t>unitary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594E05-5E7D-CA01-EEDF-7BE9C7AA27B4}"/>
              </a:ext>
            </a:extLst>
          </p:cNvPr>
          <p:cNvSpPr/>
          <p:nvPr/>
        </p:nvSpPr>
        <p:spPr>
          <a:xfrm>
            <a:off x="2529052" y="2438399"/>
            <a:ext cx="1233323" cy="1122131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B76C8A-DF31-8DE0-1284-97069C93F417}"/>
              </a:ext>
            </a:extLst>
          </p:cNvPr>
          <p:cNvSpPr txBox="1"/>
          <p:nvPr/>
        </p:nvSpPr>
        <p:spPr>
          <a:xfrm>
            <a:off x="3396201" y="4158788"/>
            <a:ext cx="6265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Two dimensional unitary </a:t>
            </a:r>
          </a:p>
          <a:p>
            <a:pPr algn="ctr"/>
            <a:r>
              <a:rPr lang="en-GB" sz="2000" dirty="0">
                <a:latin typeface="Rockwell" panose="02060603020205020403" pitchFamily="18" charset="0"/>
              </a:rPr>
              <a:t>Or </a:t>
            </a:r>
          </a:p>
          <a:p>
            <a:pPr algn="ctr"/>
            <a:r>
              <a:rPr lang="en-GB" sz="2000" dirty="0">
                <a:latin typeface="Rockwell" panose="02060603020205020403" pitchFamily="18" charset="0"/>
              </a:rPr>
              <a:t>Effective Qubit Unitary in                subspace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D7F5E6-6F8C-38CF-9198-BA3DF267DC94}"/>
              </a:ext>
            </a:extLst>
          </p:cNvPr>
          <p:cNvCxnSpPr>
            <a:cxnSpLocks/>
          </p:cNvCxnSpPr>
          <p:nvPr/>
        </p:nvCxnSpPr>
        <p:spPr>
          <a:xfrm flipH="1" flipV="1">
            <a:off x="3824817" y="3585633"/>
            <a:ext cx="1363090" cy="58962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5741693-92FC-5942-86D3-4BFD0F4F50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9457" y="4869655"/>
            <a:ext cx="960743" cy="23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3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4" grpId="0" animBg="1"/>
      <p:bldP spid="2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4651-847E-ED45-A96D-4AFA6262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82B3-8A84-8CF3-280C-813A0C21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6116AC-1897-8352-E363-4F52D8B8E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6975" y="594470"/>
            <a:ext cx="1941055" cy="3529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BF8260F-C3F8-3FB4-AE77-455295BEE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845" y="594469"/>
            <a:ext cx="1941055" cy="35291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E6C4579-CB73-6E32-B82B-CBE170F7F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0579" y="2727223"/>
            <a:ext cx="3936900" cy="5335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DEFE533-0DE2-5E36-E69A-7C15E252A1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3440" y="1287243"/>
            <a:ext cx="4769180" cy="6027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969A68-10DC-67F2-1EB6-B227B84B6B8F}"/>
              </a:ext>
            </a:extLst>
          </p:cNvPr>
          <p:cNvSpPr/>
          <p:nvPr/>
        </p:nvSpPr>
        <p:spPr>
          <a:xfrm>
            <a:off x="2147207" y="2430980"/>
            <a:ext cx="4769180" cy="1822614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A0BEB-061A-ECFA-2A01-5D776B9FB2C8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C4E85DC-9029-6F7C-5D55-90B532135E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95452" y="3421055"/>
            <a:ext cx="4468229" cy="4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BFC6-748C-29EE-2A00-04F1C312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98D9-6B64-4A80-6E76-77621DBC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B35F77-F769-2AC7-343E-9FF871E61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6975" y="594470"/>
            <a:ext cx="1941055" cy="3529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0C228F-97C7-65CD-2AB0-50D42E154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0845" y="594469"/>
            <a:ext cx="1941055" cy="35291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67420D6-00D4-6ADF-3A89-96BBB4F23A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3440" y="1287243"/>
            <a:ext cx="4769180" cy="60279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E4B868-0B5D-1D3F-C1F4-002D18041B60}"/>
              </a:ext>
            </a:extLst>
          </p:cNvPr>
          <p:cNvCxnSpPr>
            <a:cxnSpLocks/>
          </p:cNvCxnSpPr>
          <p:nvPr/>
        </p:nvCxnSpPr>
        <p:spPr>
          <a:xfrm>
            <a:off x="4492763" y="2192867"/>
            <a:ext cx="0" cy="2676789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85AAEC-2AB1-C573-E87D-B5CF3943EF54}"/>
              </a:ext>
            </a:extLst>
          </p:cNvPr>
          <p:cNvSpPr txBox="1"/>
          <p:nvPr/>
        </p:nvSpPr>
        <p:spPr>
          <a:xfrm>
            <a:off x="861867" y="2110084"/>
            <a:ext cx="38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Observation 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8A9D1-12C5-4E96-62F5-11790B6867A8}"/>
              </a:ext>
            </a:extLst>
          </p:cNvPr>
          <p:cNvSpPr txBox="1"/>
          <p:nvPr/>
        </p:nvSpPr>
        <p:spPr>
          <a:xfrm>
            <a:off x="5645533" y="2110085"/>
            <a:ext cx="38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Observation 2: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5FBC363-75CC-58FA-45A1-A06B515A0B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91895" y="2969128"/>
            <a:ext cx="1333924" cy="25882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A1B5C92-DC2D-6F21-51A0-27D68DFB13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8045" y="2985869"/>
            <a:ext cx="1134831" cy="318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124569-5D49-865F-01E7-10CA1578B243}"/>
              </a:ext>
            </a:extLst>
          </p:cNvPr>
          <p:cNvSpPr txBox="1"/>
          <p:nvPr/>
        </p:nvSpPr>
        <p:spPr>
          <a:xfrm>
            <a:off x="423743" y="2880975"/>
            <a:ext cx="469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If</a:t>
            </a:r>
            <a:r>
              <a:rPr lang="en-GB" sz="2400" dirty="0"/>
              <a:t> 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C2FBD79-5181-F117-9771-3D08C4C2D8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24690" y="2995664"/>
            <a:ext cx="464570" cy="23228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397D89-AF59-0BD1-A3CF-11A8115EC585}"/>
              </a:ext>
            </a:extLst>
          </p:cNvPr>
          <p:cNvCxnSpPr>
            <a:cxnSpLocks/>
          </p:cNvCxnSpPr>
          <p:nvPr/>
        </p:nvCxnSpPr>
        <p:spPr>
          <a:xfrm>
            <a:off x="559788" y="3817159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423E56-58B9-1603-808B-9D7DFCD78FE3}"/>
              </a:ext>
            </a:extLst>
          </p:cNvPr>
          <p:cNvSpPr txBox="1"/>
          <p:nvPr/>
        </p:nvSpPr>
        <p:spPr>
          <a:xfrm>
            <a:off x="861867" y="3567779"/>
            <a:ext cx="2983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As expected 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36877D3-9EC4-5056-8BDE-D65B3D004F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9105" y="2933089"/>
            <a:ext cx="1333924" cy="2588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7C4786-5912-1507-58A5-34FC901E1C4D}"/>
              </a:ext>
            </a:extLst>
          </p:cNvPr>
          <p:cNvSpPr txBox="1"/>
          <p:nvPr/>
        </p:nvSpPr>
        <p:spPr>
          <a:xfrm>
            <a:off x="4914504" y="2838845"/>
            <a:ext cx="469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If</a:t>
            </a:r>
            <a:r>
              <a:rPr lang="en-GB" sz="2400" dirty="0"/>
              <a:t> 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EF03553C-C5DF-DF15-D229-1215CC1EB3F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01900" y="2959625"/>
            <a:ext cx="464570" cy="23228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B3265AA-68BD-DA20-88DC-2051103297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83557" y="2679772"/>
            <a:ext cx="1299063" cy="739467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45857B-6B92-0498-26D1-C98407F29C54}"/>
              </a:ext>
            </a:extLst>
          </p:cNvPr>
          <p:cNvCxnSpPr>
            <a:cxnSpLocks/>
          </p:cNvCxnSpPr>
          <p:nvPr/>
        </p:nvCxnSpPr>
        <p:spPr>
          <a:xfrm>
            <a:off x="5099629" y="3865082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1D548792-49AD-DFF4-F2E5-7639BCF6B22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0957" y="4429655"/>
            <a:ext cx="3141886" cy="341509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9A1E5EE-219B-F927-D3CC-EA48EDD79C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11463" y="3664702"/>
            <a:ext cx="2342313" cy="42587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866A441-032C-0583-46DB-B5F34C19E3F0}"/>
              </a:ext>
            </a:extLst>
          </p:cNvPr>
          <p:cNvSpPr/>
          <p:nvPr/>
        </p:nvSpPr>
        <p:spPr>
          <a:xfrm>
            <a:off x="5137684" y="4368045"/>
            <a:ext cx="3328432" cy="533614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1547F-5F5B-0F99-A63C-20EF83ACCC64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2F8BE-DA13-FB88-0C9D-F9F7308841C7}"/>
              </a:ext>
            </a:extLst>
          </p:cNvPr>
          <p:cNvSpPr/>
          <p:nvPr/>
        </p:nvSpPr>
        <p:spPr>
          <a:xfrm>
            <a:off x="816189" y="4401315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2E2E84-A13A-9CAA-FBB8-8EE923D6923C}"/>
              </a:ext>
            </a:extLst>
          </p:cNvPr>
          <p:cNvSpPr/>
          <p:nvPr/>
        </p:nvSpPr>
        <p:spPr>
          <a:xfrm>
            <a:off x="931846" y="4334067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0EA312-4592-0968-E4B1-B7F3D90DED34}"/>
              </a:ext>
            </a:extLst>
          </p:cNvPr>
          <p:cNvCxnSpPr>
            <a:cxnSpLocks/>
          </p:cNvCxnSpPr>
          <p:nvPr/>
        </p:nvCxnSpPr>
        <p:spPr>
          <a:xfrm>
            <a:off x="816189" y="4549992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007568-57C2-6BFC-D4FC-69652283B323}"/>
              </a:ext>
            </a:extLst>
          </p:cNvPr>
          <p:cNvCxnSpPr>
            <a:cxnSpLocks/>
          </p:cNvCxnSpPr>
          <p:nvPr/>
        </p:nvCxnSpPr>
        <p:spPr>
          <a:xfrm>
            <a:off x="816189" y="4750380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B262871-99FB-5588-F065-6FA1601FFABA}"/>
              </a:ext>
            </a:extLst>
          </p:cNvPr>
          <p:cNvSpPr/>
          <p:nvPr/>
        </p:nvSpPr>
        <p:spPr>
          <a:xfrm>
            <a:off x="1315464" y="4403612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E5A2E-1E4B-A968-C3EE-839D5A74CB60}"/>
              </a:ext>
            </a:extLst>
          </p:cNvPr>
          <p:cNvSpPr/>
          <p:nvPr/>
        </p:nvSpPr>
        <p:spPr>
          <a:xfrm>
            <a:off x="1431121" y="4336364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F3DAB6-7F48-F300-E577-BD6912CB5B37}"/>
              </a:ext>
            </a:extLst>
          </p:cNvPr>
          <p:cNvCxnSpPr>
            <a:cxnSpLocks/>
          </p:cNvCxnSpPr>
          <p:nvPr/>
        </p:nvCxnSpPr>
        <p:spPr>
          <a:xfrm>
            <a:off x="1315464" y="4552289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C64753-7C4F-B4AA-7623-B05317D139B0}"/>
              </a:ext>
            </a:extLst>
          </p:cNvPr>
          <p:cNvCxnSpPr>
            <a:cxnSpLocks/>
          </p:cNvCxnSpPr>
          <p:nvPr/>
        </p:nvCxnSpPr>
        <p:spPr>
          <a:xfrm>
            <a:off x="1315464" y="4752677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7B8B191-CE32-5C31-C85E-E2CB12A7201C}"/>
              </a:ext>
            </a:extLst>
          </p:cNvPr>
          <p:cNvSpPr/>
          <p:nvPr/>
        </p:nvSpPr>
        <p:spPr>
          <a:xfrm>
            <a:off x="2514788" y="4410260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0CC405-C3C5-CA7E-395E-972D6B537DFE}"/>
              </a:ext>
            </a:extLst>
          </p:cNvPr>
          <p:cNvSpPr/>
          <p:nvPr/>
        </p:nvSpPr>
        <p:spPr>
          <a:xfrm>
            <a:off x="2630445" y="4343012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E01663-3B6A-0387-F0BF-FB56FEB989C1}"/>
              </a:ext>
            </a:extLst>
          </p:cNvPr>
          <p:cNvCxnSpPr>
            <a:cxnSpLocks/>
          </p:cNvCxnSpPr>
          <p:nvPr/>
        </p:nvCxnSpPr>
        <p:spPr>
          <a:xfrm>
            <a:off x="2514788" y="4558937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F3AF97-4FF7-0AF1-FC97-0A198B24CD3E}"/>
              </a:ext>
            </a:extLst>
          </p:cNvPr>
          <p:cNvCxnSpPr>
            <a:cxnSpLocks/>
          </p:cNvCxnSpPr>
          <p:nvPr/>
        </p:nvCxnSpPr>
        <p:spPr>
          <a:xfrm>
            <a:off x="2514788" y="4759325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0F36C26-9766-A756-7199-C8A062A1FB70}"/>
              </a:ext>
            </a:extLst>
          </p:cNvPr>
          <p:cNvSpPr/>
          <p:nvPr/>
        </p:nvSpPr>
        <p:spPr>
          <a:xfrm>
            <a:off x="3014063" y="4412557"/>
            <a:ext cx="325931" cy="5351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BC13CC-25FB-D08F-2B72-97A3256F7884}"/>
              </a:ext>
            </a:extLst>
          </p:cNvPr>
          <p:cNvSpPr/>
          <p:nvPr/>
        </p:nvSpPr>
        <p:spPr>
          <a:xfrm>
            <a:off x="3129720" y="4345309"/>
            <a:ext cx="94018" cy="4571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A32434-961E-2FE0-49DA-2238A2D4D6F0}"/>
              </a:ext>
            </a:extLst>
          </p:cNvPr>
          <p:cNvCxnSpPr>
            <a:cxnSpLocks/>
          </p:cNvCxnSpPr>
          <p:nvPr/>
        </p:nvCxnSpPr>
        <p:spPr>
          <a:xfrm>
            <a:off x="3014063" y="4561234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37DA96-BCFA-5F5F-9B4F-F1042EB29F7B}"/>
              </a:ext>
            </a:extLst>
          </p:cNvPr>
          <p:cNvCxnSpPr>
            <a:cxnSpLocks/>
          </p:cNvCxnSpPr>
          <p:nvPr/>
        </p:nvCxnSpPr>
        <p:spPr>
          <a:xfrm>
            <a:off x="3014063" y="4761622"/>
            <a:ext cx="9036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DBFA6A-D45F-0801-CC89-A119F976BB1C}"/>
              </a:ext>
            </a:extLst>
          </p:cNvPr>
          <p:cNvCxnSpPr>
            <a:cxnSpLocks/>
          </p:cNvCxnSpPr>
          <p:nvPr/>
        </p:nvCxnSpPr>
        <p:spPr>
          <a:xfrm>
            <a:off x="1861836" y="4680135"/>
            <a:ext cx="4326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90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4" grpId="0"/>
      <p:bldP spid="33" grpId="0" animBg="1"/>
      <p:bldP spid="4" grpId="0" animBg="1"/>
      <p:bldP spid="6" grpId="0" animBg="1"/>
      <p:bldP spid="13" grpId="0" animBg="1"/>
      <p:bldP spid="17" grpId="0" animBg="1"/>
      <p:bldP spid="29" grpId="0" animBg="1"/>
      <p:bldP spid="31" grpId="0" animBg="1"/>
      <p:bldP spid="36" grpId="0" animBg="1"/>
      <p:bldP spid="3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BA3A8-5F33-04D6-D829-C0912A75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F523-AF6C-63A9-D925-E3256D38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F615A1E-8BD3-6AE5-D446-AC6FE479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7410" y="450127"/>
            <a:ext cx="4769180" cy="60279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137B945-F902-B46B-2AEE-9E63E4C42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0627" y="1830919"/>
            <a:ext cx="5465963" cy="1953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A737CD-BCF3-6E93-C30F-E10CD2AE3A52}"/>
              </a:ext>
            </a:extLst>
          </p:cNvPr>
          <p:cNvSpPr txBox="1"/>
          <p:nvPr/>
        </p:nvSpPr>
        <p:spPr>
          <a:xfrm>
            <a:off x="76886" y="1444299"/>
            <a:ext cx="278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Optimal Unitary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FA989A-3C77-1E5F-10F4-F066FD0020A6}"/>
              </a:ext>
            </a:extLst>
          </p:cNvPr>
          <p:cNvCxnSpPr>
            <a:stCxn id="9" idx="2"/>
          </p:cNvCxnSpPr>
          <p:nvPr/>
        </p:nvCxnSpPr>
        <p:spPr>
          <a:xfrm>
            <a:off x="1467193" y="1905964"/>
            <a:ext cx="133007" cy="60863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7786FF-91F6-011B-417C-CB0877F027B5}"/>
              </a:ext>
            </a:extLst>
          </p:cNvPr>
          <p:cNvCxnSpPr>
            <a:cxnSpLocks/>
          </p:cNvCxnSpPr>
          <p:nvPr/>
        </p:nvCxnSpPr>
        <p:spPr>
          <a:xfrm flipV="1">
            <a:off x="1864522" y="1051840"/>
            <a:ext cx="405149" cy="39219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47BC1F0B-4C24-C785-3CCF-B0A4C858E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0786" y="4130332"/>
            <a:ext cx="3645894" cy="7875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9E85B7-184D-B660-D18C-67B10D6315D3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13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A1A9-9861-78D2-70E2-7E0559FB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91F3-52F7-2738-219E-A847B803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Qubits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90C790-D103-5E20-BED1-7A3307385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7410" y="450127"/>
            <a:ext cx="4769180" cy="60279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DA18656-A655-670D-50D9-7EE72BE57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0627" y="1830919"/>
            <a:ext cx="5465963" cy="195361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44F2D41-3C6D-DD17-0D43-DE44B5D38F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0786" y="4130332"/>
            <a:ext cx="3645894" cy="78751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DEC7BAA-02D2-6A60-C40D-A08AC3B12F17}"/>
              </a:ext>
            </a:extLst>
          </p:cNvPr>
          <p:cNvSpPr/>
          <p:nvPr/>
        </p:nvSpPr>
        <p:spPr>
          <a:xfrm>
            <a:off x="3420836" y="2238088"/>
            <a:ext cx="2881993" cy="1117433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D6F14-80B3-F204-B106-17CF45201D80}"/>
              </a:ext>
            </a:extLst>
          </p:cNvPr>
          <p:cNvSpPr txBox="1"/>
          <p:nvPr/>
        </p:nvSpPr>
        <p:spPr>
          <a:xfrm>
            <a:off x="802600" y="1165669"/>
            <a:ext cx="834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Effective single qubit rotation in the                   subspace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3DC809C-DF88-6168-360B-1B862BB372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7946" y="1254940"/>
            <a:ext cx="1302147" cy="3218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804D4E-5EB0-39FA-3A9B-92A9E3A85B00}"/>
              </a:ext>
            </a:extLst>
          </p:cNvPr>
          <p:cNvCxnSpPr>
            <a:cxnSpLocks/>
          </p:cNvCxnSpPr>
          <p:nvPr/>
        </p:nvCxnSpPr>
        <p:spPr>
          <a:xfrm>
            <a:off x="4861832" y="1640394"/>
            <a:ext cx="0" cy="51944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22BD4B-D4C4-FF3B-4DF2-A4D89028396A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93300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66B8-C8C1-EAAC-BB0F-2261F718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2E92B-CB5D-215B-A459-01F74F8B1520}"/>
              </a:ext>
            </a:extLst>
          </p:cNvPr>
          <p:cNvSpPr txBox="1"/>
          <p:nvPr/>
        </p:nvSpPr>
        <p:spPr>
          <a:xfrm>
            <a:off x="403980" y="3521502"/>
            <a:ext cx="8466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Rockwell" panose="02060603020205020403" pitchFamily="18" charset="0"/>
              </a:rPr>
              <a:t>But what if I would like to increase the local coherence of my qubit beyond        ?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E0FCA3-0E03-583F-80C1-EC72035FE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78" r="86038"/>
          <a:stretch>
            <a:fillRect/>
          </a:stretch>
        </p:blipFill>
        <p:spPr>
          <a:xfrm>
            <a:off x="7105637" y="4013028"/>
            <a:ext cx="707283" cy="623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ED6592-AA27-9C50-B68F-450B2FF6E0CC}"/>
              </a:ext>
            </a:extLst>
          </p:cNvPr>
          <p:cNvSpPr txBox="1"/>
          <p:nvPr/>
        </p:nvSpPr>
        <p:spPr>
          <a:xfrm>
            <a:off x="473529" y="400050"/>
            <a:ext cx="83275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Rockwell" panose="02060603020205020403" pitchFamily="18" charset="0"/>
              </a:rPr>
              <a:t>The two-qubit case can therefore be completely characterised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93E5-C5B1-DD9D-473F-AB99E4956336}"/>
              </a:ext>
            </a:extLst>
          </p:cNvPr>
          <p:cNvSpPr txBox="1"/>
          <p:nvPr/>
        </p:nvSpPr>
        <p:spPr>
          <a:xfrm>
            <a:off x="-27820" y="4636820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575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5E388-4962-C6E0-D6E1-3E7E1BD7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42FC6-8060-077B-8A88-904872D2C27F}"/>
              </a:ext>
            </a:extLst>
          </p:cNvPr>
          <p:cNvSpPr txBox="1"/>
          <p:nvPr/>
        </p:nvSpPr>
        <p:spPr>
          <a:xfrm>
            <a:off x="403980" y="3521502"/>
            <a:ext cx="84666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2"/>
                </a:solidFill>
                <a:latin typeface="Rockwell" panose="02060603020205020403" pitchFamily="18" charset="0"/>
              </a:rPr>
              <a:t>But what if I would like to increase the local coherence of my qubits beyond        ?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6C9CA55-FFFE-9A21-FF66-C86BBF490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78" r="86038"/>
          <a:stretch>
            <a:fillRect/>
          </a:stretch>
        </p:blipFill>
        <p:spPr>
          <a:xfrm>
            <a:off x="7203608" y="4013028"/>
            <a:ext cx="707283" cy="623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668D87-1DED-E8A5-8153-10F0E05DEC8B}"/>
              </a:ext>
            </a:extLst>
          </p:cNvPr>
          <p:cNvSpPr txBox="1"/>
          <p:nvPr/>
        </p:nvSpPr>
        <p:spPr>
          <a:xfrm>
            <a:off x="473529" y="400050"/>
            <a:ext cx="83275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2"/>
                </a:solidFill>
                <a:latin typeface="Rockwell" panose="02060603020205020403" pitchFamily="18" charset="0"/>
              </a:rPr>
              <a:t>The two-qubit case can therefore be completely characterised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A620F-2C97-1FE9-D2FF-1A29325EBE0E}"/>
              </a:ext>
            </a:extLst>
          </p:cNvPr>
          <p:cNvSpPr txBox="1"/>
          <p:nvPr/>
        </p:nvSpPr>
        <p:spPr>
          <a:xfrm>
            <a:off x="432707" y="1922776"/>
            <a:ext cx="8441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Rockwell" panose="02060603020205020403" pitchFamily="18" charset="0"/>
              </a:rPr>
              <a:t>Qubit Concatenation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7DF9D-8E70-4C9D-19FB-61EBA134ACAE}"/>
              </a:ext>
            </a:extLst>
          </p:cNvPr>
          <p:cNvSpPr txBox="1"/>
          <p:nvPr/>
        </p:nvSpPr>
        <p:spPr>
          <a:xfrm>
            <a:off x="0" y="4598720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5627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FFD2-445D-63B4-0CD9-694932BA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B4C9CE-8A76-0203-9B39-CC47B2A568DF}"/>
              </a:ext>
            </a:extLst>
          </p:cNvPr>
          <p:cNvSpPr/>
          <p:nvPr/>
        </p:nvSpPr>
        <p:spPr>
          <a:xfrm>
            <a:off x="3701989" y="978835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9993D43-D9C0-BD8C-6242-872B07A21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7882" y="1087994"/>
            <a:ext cx="246970" cy="3292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15D256-7B13-23D8-4746-991683D2FEA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991368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C3EA7F9-7C51-238A-A1F4-2C78D2ADC4E7}"/>
              </a:ext>
            </a:extLst>
          </p:cNvPr>
          <p:cNvSpPr/>
          <p:nvPr/>
        </p:nvSpPr>
        <p:spPr>
          <a:xfrm>
            <a:off x="4866155" y="978835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F44034C-3E36-E17E-DA74-B62121E96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048" y="1087994"/>
            <a:ext cx="246970" cy="3292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82F7F2-88F3-5C3C-F59D-561A197476AF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155534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8FF960-22EA-7073-018E-9A738D4F2CE2}"/>
              </a:ext>
            </a:extLst>
          </p:cNvPr>
          <p:cNvSpPr/>
          <p:nvPr/>
        </p:nvSpPr>
        <p:spPr>
          <a:xfrm>
            <a:off x="3624580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A1B809-7E53-7F88-56F1-BD2DA2769095}"/>
              </a:ext>
            </a:extLst>
          </p:cNvPr>
          <p:cNvCxnSpPr>
            <a:cxnSpLocks/>
          </p:cNvCxnSpPr>
          <p:nvPr/>
        </p:nvCxnSpPr>
        <p:spPr>
          <a:xfrm>
            <a:off x="3991368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BD0BCB-EC62-3BE0-4884-29D895649C92}"/>
              </a:ext>
            </a:extLst>
          </p:cNvPr>
          <p:cNvCxnSpPr>
            <a:cxnSpLocks/>
          </p:cNvCxnSpPr>
          <p:nvPr/>
        </p:nvCxnSpPr>
        <p:spPr>
          <a:xfrm>
            <a:off x="5155534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6A1355-CDDB-6946-C556-733A5B0E749C}"/>
              </a:ext>
            </a:extLst>
          </p:cNvPr>
          <p:cNvCxnSpPr>
            <a:cxnSpLocks/>
          </p:cNvCxnSpPr>
          <p:nvPr/>
        </p:nvCxnSpPr>
        <p:spPr>
          <a:xfrm flipH="1">
            <a:off x="5052594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5F3A08-F04B-5414-E5B8-8AAAFA856051}"/>
              </a:ext>
            </a:extLst>
          </p:cNvPr>
          <p:cNvCxnSpPr>
            <a:cxnSpLocks/>
          </p:cNvCxnSpPr>
          <p:nvPr/>
        </p:nvCxnSpPr>
        <p:spPr>
          <a:xfrm flipH="1">
            <a:off x="5112832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CACD2AD-228A-33A7-9866-CB22D57780E5}"/>
              </a:ext>
            </a:extLst>
          </p:cNvPr>
          <p:cNvSpPr/>
          <p:nvPr/>
        </p:nvSpPr>
        <p:spPr>
          <a:xfrm>
            <a:off x="3701989" y="3609550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E77B116C-7BA0-6688-A25B-7A7E33212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3842165" y="3755816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B5A62AA-FED7-E29A-D430-FAA9F450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3960546" y="3827119"/>
            <a:ext cx="174943" cy="182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FE4EF5-0523-8B5D-7126-4E6DC40297BA}"/>
              </a:ext>
            </a:extLst>
          </p:cNvPr>
          <p:cNvSpPr txBox="1"/>
          <p:nvPr/>
        </p:nvSpPr>
        <p:spPr>
          <a:xfrm>
            <a:off x="3792097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DAF15-2266-28C8-A4AF-C5F8D3C6CE8E}"/>
              </a:ext>
            </a:extLst>
          </p:cNvPr>
          <p:cNvSpPr txBox="1"/>
          <p:nvPr/>
        </p:nvSpPr>
        <p:spPr>
          <a:xfrm>
            <a:off x="5018363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E5B99A-6791-574B-F0AA-BC1461FCDD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7882" y="2334584"/>
            <a:ext cx="1502048" cy="474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708CE-FDA4-317D-CDF3-1782599E8971}"/>
              </a:ext>
            </a:extLst>
          </p:cNvPr>
          <p:cNvSpPr txBox="1"/>
          <p:nvPr/>
        </p:nvSpPr>
        <p:spPr>
          <a:xfrm>
            <a:off x="5808798" y="1800555"/>
            <a:ext cx="357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Optimal unitary when inputting two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55C5B30-4C0C-7214-2E69-334778EF9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7978" y="2334584"/>
            <a:ext cx="198839" cy="26511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DD972F-A90B-1D8F-6AF5-FDDC555808C1}"/>
              </a:ext>
            </a:extLst>
          </p:cNvPr>
          <p:cNvCxnSpPr/>
          <p:nvPr/>
        </p:nvCxnSpPr>
        <p:spPr>
          <a:xfrm flipH="1">
            <a:off x="5402538" y="2334584"/>
            <a:ext cx="384175" cy="132559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C89128-A076-7F68-4B68-86C194A9DAAC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86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4B72-20BA-FD17-AF5F-07D6BCCA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A45418-C76F-71EF-E49E-A5AFF9A4DD3F}"/>
              </a:ext>
            </a:extLst>
          </p:cNvPr>
          <p:cNvSpPr/>
          <p:nvPr/>
        </p:nvSpPr>
        <p:spPr>
          <a:xfrm>
            <a:off x="2046194" y="971332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954F077-0B8F-18C8-9BE7-2B07DB31B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087" y="1080491"/>
            <a:ext cx="246970" cy="3292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8A557A-3265-A462-1D2F-5FB63F0A914A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335573" y="1518944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D7FBFB7-B2F7-07DB-3463-DF5ABAED95BD}"/>
              </a:ext>
            </a:extLst>
          </p:cNvPr>
          <p:cNvSpPr/>
          <p:nvPr/>
        </p:nvSpPr>
        <p:spPr>
          <a:xfrm>
            <a:off x="3210360" y="971332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79EB44-46CA-B488-C204-D3DD75D1C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6253" y="1080491"/>
            <a:ext cx="246970" cy="3292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E06C11-9D47-71F8-C060-39518A7B226F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3499739" y="1518944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91BF91B-9141-4A5E-7533-BD45F385D294}"/>
              </a:ext>
            </a:extLst>
          </p:cNvPr>
          <p:cNvSpPr/>
          <p:nvPr/>
        </p:nvSpPr>
        <p:spPr>
          <a:xfrm>
            <a:off x="1968785" y="2067161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50DD26-D335-DD01-8640-C33BAE32B964}"/>
              </a:ext>
            </a:extLst>
          </p:cNvPr>
          <p:cNvCxnSpPr>
            <a:cxnSpLocks/>
          </p:cNvCxnSpPr>
          <p:nvPr/>
        </p:nvCxnSpPr>
        <p:spPr>
          <a:xfrm>
            <a:off x="2335573" y="3053830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E25427-BB25-C2EC-F7DC-C7B756E7AB24}"/>
              </a:ext>
            </a:extLst>
          </p:cNvPr>
          <p:cNvCxnSpPr>
            <a:cxnSpLocks/>
          </p:cNvCxnSpPr>
          <p:nvPr/>
        </p:nvCxnSpPr>
        <p:spPr>
          <a:xfrm>
            <a:off x="3499739" y="3061333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5519BE-DF6F-C339-F66C-119930250A4F}"/>
              </a:ext>
            </a:extLst>
          </p:cNvPr>
          <p:cNvCxnSpPr>
            <a:cxnSpLocks/>
          </p:cNvCxnSpPr>
          <p:nvPr/>
        </p:nvCxnSpPr>
        <p:spPr>
          <a:xfrm flipH="1">
            <a:off x="3396799" y="3488291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418D9C-6949-3AFD-649A-042294ADB204}"/>
              </a:ext>
            </a:extLst>
          </p:cNvPr>
          <p:cNvCxnSpPr>
            <a:cxnSpLocks/>
          </p:cNvCxnSpPr>
          <p:nvPr/>
        </p:nvCxnSpPr>
        <p:spPr>
          <a:xfrm flipH="1">
            <a:off x="3457037" y="3534101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EE2E23F-1673-0C02-05E7-6BB242797060}"/>
              </a:ext>
            </a:extLst>
          </p:cNvPr>
          <p:cNvSpPr/>
          <p:nvPr/>
        </p:nvSpPr>
        <p:spPr>
          <a:xfrm>
            <a:off x="2046194" y="3602047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F7529CC-5EA4-4548-FD03-C37B75D48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2186370" y="3748313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692A93C-51A1-5F8E-2BBC-8FD2E5C67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2304751" y="3819616"/>
            <a:ext cx="174943" cy="182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A5DBDB-CC82-1B75-DD28-088B7E1169EC}"/>
              </a:ext>
            </a:extLst>
          </p:cNvPr>
          <p:cNvSpPr txBox="1"/>
          <p:nvPr/>
        </p:nvSpPr>
        <p:spPr>
          <a:xfrm>
            <a:off x="2136302" y="551042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F730B-8CF7-2C69-56A1-2706676DB5F9}"/>
              </a:ext>
            </a:extLst>
          </p:cNvPr>
          <p:cNvSpPr txBox="1"/>
          <p:nvPr/>
        </p:nvSpPr>
        <p:spPr>
          <a:xfrm>
            <a:off x="3362568" y="549324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33134EC-BEB3-5814-73F4-723B466BA9A6}"/>
              </a:ext>
            </a:extLst>
          </p:cNvPr>
          <p:cNvSpPr/>
          <p:nvPr/>
        </p:nvSpPr>
        <p:spPr>
          <a:xfrm>
            <a:off x="5031359" y="978835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EAAD1-4973-DE3A-6721-839E78279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7252" y="1087994"/>
            <a:ext cx="246970" cy="329293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6993CF-F58E-FBBF-AB22-4B57E033D370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5320738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5673758-A5E5-FF23-5504-78576F092A36}"/>
              </a:ext>
            </a:extLst>
          </p:cNvPr>
          <p:cNvSpPr/>
          <p:nvPr/>
        </p:nvSpPr>
        <p:spPr>
          <a:xfrm>
            <a:off x="6195525" y="978835"/>
            <a:ext cx="578757" cy="5476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04F0963-982A-1F9B-5FE6-1FDC198A5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418" y="1087994"/>
            <a:ext cx="246970" cy="32929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37371A-7105-E3B3-5FB0-84D703C1C8DD}"/>
              </a:ext>
            </a:extLst>
          </p:cNvPr>
          <p:cNvCxnSpPr>
            <a:cxnSpLocks/>
            <a:stCxn id="49" idx="4"/>
          </p:cNvCxnSpPr>
          <p:nvPr/>
        </p:nvCxnSpPr>
        <p:spPr>
          <a:xfrm>
            <a:off x="6484904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8C50C06-4F80-C831-5191-1D2369D11146}"/>
              </a:ext>
            </a:extLst>
          </p:cNvPr>
          <p:cNvSpPr/>
          <p:nvPr/>
        </p:nvSpPr>
        <p:spPr>
          <a:xfrm>
            <a:off x="4953950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3EC965-2724-5565-5FB2-EA4903543E21}"/>
              </a:ext>
            </a:extLst>
          </p:cNvPr>
          <p:cNvCxnSpPr>
            <a:cxnSpLocks/>
          </p:cNvCxnSpPr>
          <p:nvPr/>
        </p:nvCxnSpPr>
        <p:spPr>
          <a:xfrm>
            <a:off x="5320738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434718-B53B-6834-F1D0-54D6FD8DB222}"/>
              </a:ext>
            </a:extLst>
          </p:cNvPr>
          <p:cNvCxnSpPr>
            <a:cxnSpLocks/>
          </p:cNvCxnSpPr>
          <p:nvPr/>
        </p:nvCxnSpPr>
        <p:spPr>
          <a:xfrm>
            <a:off x="6484904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E39848C-643A-7BF9-CEFB-14EAEC083F11}"/>
              </a:ext>
            </a:extLst>
          </p:cNvPr>
          <p:cNvCxnSpPr>
            <a:cxnSpLocks/>
          </p:cNvCxnSpPr>
          <p:nvPr/>
        </p:nvCxnSpPr>
        <p:spPr>
          <a:xfrm flipH="1">
            <a:off x="6381964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E16565-E5DA-1F6F-49AD-8E333BBEECC7}"/>
              </a:ext>
            </a:extLst>
          </p:cNvPr>
          <p:cNvCxnSpPr>
            <a:cxnSpLocks/>
          </p:cNvCxnSpPr>
          <p:nvPr/>
        </p:nvCxnSpPr>
        <p:spPr>
          <a:xfrm flipH="1">
            <a:off x="6442202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7659E5F-05B8-D2F8-E577-53F2E76B80A6}"/>
              </a:ext>
            </a:extLst>
          </p:cNvPr>
          <p:cNvSpPr/>
          <p:nvPr/>
        </p:nvSpPr>
        <p:spPr>
          <a:xfrm>
            <a:off x="5031359" y="3609550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C9F72215-5542-812F-0C3E-ED37942E3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785"/>
          <a:stretch>
            <a:fillRect/>
          </a:stretch>
        </p:blipFill>
        <p:spPr>
          <a:xfrm>
            <a:off x="5171535" y="3755816"/>
            <a:ext cx="236105" cy="246291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10969FC-7FAC-7992-CCE0-A3F320093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785"/>
          <a:stretch>
            <a:fillRect/>
          </a:stretch>
        </p:blipFill>
        <p:spPr>
          <a:xfrm>
            <a:off x="5289916" y="3827119"/>
            <a:ext cx="174943" cy="18249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723AD92-2E36-BCC5-CA05-C720FC462E18}"/>
              </a:ext>
            </a:extLst>
          </p:cNvPr>
          <p:cNvSpPr txBox="1"/>
          <p:nvPr/>
        </p:nvSpPr>
        <p:spPr>
          <a:xfrm>
            <a:off x="5121467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4FE35F-34B8-4705-E0C7-B69AB3165096}"/>
              </a:ext>
            </a:extLst>
          </p:cNvPr>
          <p:cNvSpPr txBox="1"/>
          <p:nvPr/>
        </p:nvSpPr>
        <p:spPr>
          <a:xfrm>
            <a:off x="6347733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1178E0E-8501-7DAD-CC97-81C3451BF5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6370" y="2319579"/>
            <a:ext cx="1502048" cy="47433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836E30D-9E5E-680B-4315-48E8E4D9C0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3243" y="2314185"/>
            <a:ext cx="1502048" cy="474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225254-77D3-5404-4E1B-2DC09AF8E7AF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55060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6FAB-5137-1882-BCA3-BD54C2B6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CF2FAE-E53A-C9D5-A070-909CD6046392}"/>
              </a:ext>
            </a:extLst>
          </p:cNvPr>
          <p:cNvCxnSpPr>
            <a:cxnSpLocks/>
          </p:cNvCxnSpPr>
          <p:nvPr/>
        </p:nvCxnSpPr>
        <p:spPr>
          <a:xfrm>
            <a:off x="3991368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5056DC-07B3-0A00-FC46-8631D076A3C4}"/>
              </a:ext>
            </a:extLst>
          </p:cNvPr>
          <p:cNvCxnSpPr>
            <a:cxnSpLocks/>
          </p:cNvCxnSpPr>
          <p:nvPr/>
        </p:nvCxnSpPr>
        <p:spPr>
          <a:xfrm>
            <a:off x="5155534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4924C16-C763-95E3-36F2-1534AFE8FA40}"/>
              </a:ext>
            </a:extLst>
          </p:cNvPr>
          <p:cNvSpPr/>
          <p:nvPr/>
        </p:nvSpPr>
        <p:spPr>
          <a:xfrm>
            <a:off x="3624580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12DEE8-D947-40FD-D99A-B1CAF087153A}"/>
              </a:ext>
            </a:extLst>
          </p:cNvPr>
          <p:cNvCxnSpPr>
            <a:cxnSpLocks/>
          </p:cNvCxnSpPr>
          <p:nvPr/>
        </p:nvCxnSpPr>
        <p:spPr>
          <a:xfrm>
            <a:off x="3991368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BFADEB-DF44-436B-8568-AB7F4D38AE1B}"/>
              </a:ext>
            </a:extLst>
          </p:cNvPr>
          <p:cNvCxnSpPr>
            <a:cxnSpLocks/>
          </p:cNvCxnSpPr>
          <p:nvPr/>
        </p:nvCxnSpPr>
        <p:spPr>
          <a:xfrm>
            <a:off x="5155534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E95D14-E972-1EEF-B57B-593EC2457AB0}"/>
              </a:ext>
            </a:extLst>
          </p:cNvPr>
          <p:cNvCxnSpPr>
            <a:cxnSpLocks/>
          </p:cNvCxnSpPr>
          <p:nvPr/>
        </p:nvCxnSpPr>
        <p:spPr>
          <a:xfrm flipH="1">
            <a:off x="5052594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272C8A-C0AD-DBE3-E3D6-2411951577C0}"/>
              </a:ext>
            </a:extLst>
          </p:cNvPr>
          <p:cNvCxnSpPr>
            <a:cxnSpLocks/>
          </p:cNvCxnSpPr>
          <p:nvPr/>
        </p:nvCxnSpPr>
        <p:spPr>
          <a:xfrm flipH="1">
            <a:off x="5112832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A3A5001F-55F3-3D8D-7CBE-7FF761651D61}"/>
              </a:ext>
            </a:extLst>
          </p:cNvPr>
          <p:cNvSpPr/>
          <p:nvPr/>
        </p:nvSpPr>
        <p:spPr>
          <a:xfrm>
            <a:off x="3701991" y="98633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DDE22C80-C525-750E-9787-5DC05E421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3842167" y="1132604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E6FE13C-0743-19F2-0F5D-4AD0D48D5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3960548" y="1203907"/>
            <a:ext cx="174943" cy="182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601DB6-21CD-2964-4309-8AF5CB84378A}"/>
              </a:ext>
            </a:extLst>
          </p:cNvPr>
          <p:cNvSpPr txBox="1"/>
          <p:nvPr/>
        </p:nvSpPr>
        <p:spPr>
          <a:xfrm>
            <a:off x="3792097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B8563E-653B-9EB5-97C3-6B21B6A107D3}"/>
              </a:ext>
            </a:extLst>
          </p:cNvPr>
          <p:cNvSpPr txBox="1"/>
          <p:nvPr/>
        </p:nvSpPr>
        <p:spPr>
          <a:xfrm>
            <a:off x="5018363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9D99795-DF71-E311-9913-A35C030E27A7}"/>
              </a:ext>
            </a:extLst>
          </p:cNvPr>
          <p:cNvSpPr/>
          <p:nvPr/>
        </p:nvSpPr>
        <p:spPr>
          <a:xfrm>
            <a:off x="3701991" y="3609550"/>
            <a:ext cx="578757" cy="5476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BE5EE93-FA44-9A25-249A-33FF9C91871D}"/>
              </a:ext>
            </a:extLst>
          </p:cNvPr>
          <p:cNvSpPr/>
          <p:nvPr/>
        </p:nvSpPr>
        <p:spPr>
          <a:xfrm>
            <a:off x="4866157" y="96818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D43C66B-AB18-9DBF-087A-A28C66E93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5006333" y="1114454"/>
            <a:ext cx="236105" cy="24629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0668E6F-8FD3-1BA4-7C26-4FE56179B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5124714" y="1185757"/>
            <a:ext cx="174943" cy="18249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02CE2E4-F455-1BAC-2AD1-3E5C0A7EB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7306"/>
          <a:stretch>
            <a:fillRect/>
          </a:stretch>
        </p:blipFill>
        <p:spPr>
          <a:xfrm>
            <a:off x="3829578" y="3786888"/>
            <a:ext cx="236105" cy="224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3EF6678-0592-7AEA-1F52-2A76F45E0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t="-31127"/>
          <a:stretch>
            <a:fillRect/>
          </a:stretch>
        </p:blipFill>
        <p:spPr>
          <a:xfrm>
            <a:off x="3952149" y="3750027"/>
            <a:ext cx="224036" cy="2937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E9B27A-B8D8-9279-132A-DDFF7199E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3051" y="2325105"/>
            <a:ext cx="1589487" cy="493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37CD8F-065E-C269-9A6A-3E814F21D098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7704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5A161-0F8B-301A-9264-477CA1C2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6D189D-5F37-1AC0-EA53-95D2FB28C7C5}"/>
              </a:ext>
            </a:extLst>
          </p:cNvPr>
          <p:cNvCxnSpPr>
            <a:cxnSpLocks/>
          </p:cNvCxnSpPr>
          <p:nvPr/>
        </p:nvCxnSpPr>
        <p:spPr>
          <a:xfrm>
            <a:off x="2417371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951A87-EA2C-4A13-1541-FA044017E2B3}"/>
              </a:ext>
            </a:extLst>
          </p:cNvPr>
          <p:cNvCxnSpPr>
            <a:cxnSpLocks/>
          </p:cNvCxnSpPr>
          <p:nvPr/>
        </p:nvCxnSpPr>
        <p:spPr>
          <a:xfrm>
            <a:off x="3581537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08ABB-B5A9-D490-7096-7D70A7484092}"/>
              </a:ext>
            </a:extLst>
          </p:cNvPr>
          <p:cNvSpPr/>
          <p:nvPr/>
        </p:nvSpPr>
        <p:spPr>
          <a:xfrm>
            <a:off x="2050583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2BED91-81DD-DA8D-1355-F339D5C871DD}"/>
              </a:ext>
            </a:extLst>
          </p:cNvPr>
          <p:cNvCxnSpPr>
            <a:cxnSpLocks/>
          </p:cNvCxnSpPr>
          <p:nvPr/>
        </p:nvCxnSpPr>
        <p:spPr>
          <a:xfrm>
            <a:off x="2417371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60B806-0207-72B2-A29F-4DE944A31D4C}"/>
              </a:ext>
            </a:extLst>
          </p:cNvPr>
          <p:cNvCxnSpPr>
            <a:cxnSpLocks/>
          </p:cNvCxnSpPr>
          <p:nvPr/>
        </p:nvCxnSpPr>
        <p:spPr>
          <a:xfrm>
            <a:off x="3581537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1C17D3-38AE-75B9-71A7-13CA33DF1F1F}"/>
              </a:ext>
            </a:extLst>
          </p:cNvPr>
          <p:cNvCxnSpPr>
            <a:cxnSpLocks/>
          </p:cNvCxnSpPr>
          <p:nvPr/>
        </p:nvCxnSpPr>
        <p:spPr>
          <a:xfrm flipH="1">
            <a:off x="3478597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B48E62-B59D-E2CE-CFE7-C5486C8DADA7}"/>
              </a:ext>
            </a:extLst>
          </p:cNvPr>
          <p:cNvCxnSpPr>
            <a:cxnSpLocks/>
          </p:cNvCxnSpPr>
          <p:nvPr/>
        </p:nvCxnSpPr>
        <p:spPr>
          <a:xfrm flipH="1">
            <a:off x="3538835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67AC033-F377-6AC4-419B-C769487AFB1F}"/>
              </a:ext>
            </a:extLst>
          </p:cNvPr>
          <p:cNvSpPr/>
          <p:nvPr/>
        </p:nvSpPr>
        <p:spPr>
          <a:xfrm>
            <a:off x="2127994" y="98633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05336323-B2F8-F634-6BCE-F46B31EAE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2268170" y="1132604"/>
            <a:ext cx="236105" cy="24629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C760B0D-A16E-DC34-8ED1-86C18CED8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2386551" y="1203907"/>
            <a:ext cx="174943" cy="182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EF16A1-A40F-8EFF-EA07-8F1A69B73D1C}"/>
              </a:ext>
            </a:extLst>
          </p:cNvPr>
          <p:cNvSpPr txBox="1"/>
          <p:nvPr/>
        </p:nvSpPr>
        <p:spPr>
          <a:xfrm>
            <a:off x="2218100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82DC4-AAE3-F392-4895-95283F98A8EA}"/>
              </a:ext>
            </a:extLst>
          </p:cNvPr>
          <p:cNvSpPr txBox="1"/>
          <p:nvPr/>
        </p:nvSpPr>
        <p:spPr>
          <a:xfrm>
            <a:off x="3444366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E122598-A275-22C7-0A8B-AB8B875BC77E}"/>
              </a:ext>
            </a:extLst>
          </p:cNvPr>
          <p:cNvSpPr/>
          <p:nvPr/>
        </p:nvSpPr>
        <p:spPr>
          <a:xfrm>
            <a:off x="2127994" y="3609550"/>
            <a:ext cx="578757" cy="5476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338714-506E-E8AD-E83C-4310895213D1}"/>
              </a:ext>
            </a:extLst>
          </p:cNvPr>
          <p:cNvSpPr/>
          <p:nvPr/>
        </p:nvSpPr>
        <p:spPr>
          <a:xfrm>
            <a:off x="3292160" y="96818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6EB7B88-E841-58B4-7B47-9AF415248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3432336" y="1114454"/>
            <a:ext cx="236105" cy="24629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556DB6B-2C33-3C37-1BFC-E29DBD3B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3550717" y="1185757"/>
            <a:ext cx="174943" cy="18249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CD10581-6C8B-154D-A6B2-685D50EBE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7306"/>
          <a:stretch>
            <a:fillRect/>
          </a:stretch>
        </p:blipFill>
        <p:spPr>
          <a:xfrm>
            <a:off x="2255581" y="3786888"/>
            <a:ext cx="236105" cy="224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2C5420C-686A-92A0-1E4A-7CC0FEF1B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t="-31127"/>
          <a:stretch>
            <a:fillRect/>
          </a:stretch>
        </p:blipFill>
        <p:spPr>
          <a:xfrm>
            <a:off x="2378152" y="3750027"/>
            <a:ext cx="224036" cy="29377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91A492-6C6C-4606-BFEB-BA2760FC2DC2}"/>
              </a:ext>
            </a:extLst>
          </p:cNvPr>
          <p:cNvCxnSpPr>
            <a:cxnSpLocks/>
          </p:cNvCxnSpPr>
          <p:nvPr/>
        </p:nvCxnSpPr>
        <p:spPr>
          <a:xfrm>
            <a:off x="5507996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CC033-D4EC-D657-F51F-87889B6422E1}"/>
              </a:ext>
            </a:extLst>
          </p:cNvPr>
          <p:cNvCxnSpPr>
            <a:cxnSpLocks/>
          </p:cNvCxnSpPr>
          <p:nvPr/>
        </p:nvCxnSpPr>
        <p:spPr>
          <a:xfrm>
            <a:off x="6672162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8DA4843-CD58-A306-BB8C-6D9F83A0A032}"/>
              </a:ext>
            </a:extLst>
          </p:cNvPr>
          <p:cNvSpPr/>
          <p:nvPr/>
        </p:nvSpPr>
        <p:spPr>
          <a:xfrm>
            <a:off x="5141208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9B424C-FA6C-8BCB-B16A-4EDEBE245F27}"/>
              </a:ext>
            </a:extLst>
          </p:cNvPr>
          <p:cNvCxnSpPr>
            <a:cxnSpLocks/>
          </p:cNvCxnSpPr>
          <p:nvPr/>
        </p:nvCxnSpPr>
        <p:spPr>
          <a:xfrm>
            <a:off x="5507996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027C1-5A8E-B4CE-BB5E-BEABB00C0904}"/>
              </a:ext>
            </a:extLst>
          </p:cNvPr>
          <p:cNvCxnSpPr>
            <a:cxnSpLocks/>
          </p:cNvCxnSpPr>
          <p:nvPr/>
        </p:nvCxnSpPr>
        <p:spPr>
          <a:xfrm>
            <a:off x="6672162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893988-9682-035D-0CE3-25544A40D24B}"/>
              </a:ext>
            </a:extLst>
          </p:cNvPr>
          <p:cNvCxnSpPr>
            <a:cxnSpLocks/>
          </p:cNvCxnSpPr>
          <p:nvPr/>
        </p:nvCxnSpPr>
        <p:spPr>
          <a:xfrm flipH="1">
            <a:off x="6569222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97F6FA-B517-83B0-E877-48BF91EA6469}"/>
              </a:ext>
            </a:extLst>
          </p:cNvPr>
          <p:cNvCxnSpPr>
            <a:cxnSpLocks/>
          </p:cNvCxnSpPr>
          <p:nvPr/>
        </p:nvCxnSpPr>
        <p:spPr>
          <a:xfrm flipH="1">
            <a:off x="6629460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657C50-454F-A536-9FAB-2BBBC9C79841}"/>
              </a:ext>
            </a:extLst>
          </p:cNvPr>
          <p:cNvSpPr/>
          <p:nvPr/>
        </p:nvSpPr>
        <p:spPr>
          <a:xfrm>
            <a:off x="5218619" y="98633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8E1F957-94D0-9AA3-3711-AA603032E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5358795" y="1132604"/>
            <a:ext cx="236105" cy="24629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998CB54-7DAC-33FD-D8E3-85D99F363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5477176" y="1203907"/>
            <a:ext cx="174943" cy="1824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943B6A-06EA-904F-715E-971F8E2540A0}"/>
              </a:ext>
            </a:extLst>
          </p:cNvPr>
          <p:cNvSpPr txBox="1"/>
          <p:nvPr/>
        </p:nvSpPr>
        <p:spPr>
          <a:xfrm>
            <a:off x="5308725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5C92C6-4FC4-98A4-1A0D-DD4E168DC9B5}"/>
              </a:ext>
            </a:extLst>
          </p:cNvPr>
          <p:cNvSpPr txBox="1"/>
          <p:nvPr/>
        </p:nvSpPr>
        <p:spPr>
          <a:xfrm>
            <a:off x="6534991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F64480-42AD-39F2-768E-E896B977EF89}"/>
              </a:ext>
            </a:extLst>
          </p:cNvPr>
          <p:cNvSpPr/>
          <p:nvPr/>
        </p:nvSpPr>
        <p:spPr>
          <a:xfrm>
            <a:off x="5218619" y="3609550"/>
            <a:ext cx="578757" cy="5476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9E5D46-D0DF-9CAB-ACAF-32CDC5EBD542}"/>
              </a:ext>
            </a:extLst>
          </p:cNvPr>
          <p:cNvSpPr/>
          <p:nvPr/>
        </p:nvSpPr>
        <p:spPr>
          <a:xfrm>
            <a:off x="6382785" y="968188"/>
            <a:ext cx="578757" cy="5476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2AD33CD-08EC-556D-BCBF-CFF912845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785"/>
          <a:stretch>
            <a:fillRect/>
          </a:stretch>
        </p:blipFill>
        <p:spPr>
          <a:xfrm>
            <a:off x="6522961" y="1114454"/>
            <a:ext cx="236105" cy="24629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544852F-262E-D4D5-AA9E-75F6FB30B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785"/>
          <a:stretch>
            <a:fillRect/>
          </a:stretch>
        </p:blipFill>
        <p:spPr>
          <a:xfrm>
            <a:off x="6641342" y="1185757"/>
            <a:ext cx="174943" cy="18249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AF8467A-DB9E-7E65-6682-777ECC2F6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7306"/>
          <a:stretch>
            <a:fillRect/>
          </a:stretch>
        </p:blipFill>
        <p:spPr>
          <a:xfrm>
            <a:off x="5346206" y="3786888"/>
            <a:ext cx="236105" cy="22403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8CA32DC-E5A7-579E-9CE1-A3C20CB36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t="-31127"/>
          <a:stretch>
            <a:fillRect/>
          </a:stretch>
        </p:blipFill>
        <p:spPr>
          <a:xfrm>
            <a:off x="5468777" y="3750027"/>
            <a:ext cx="224036" cy="29377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0C16D046-B57D-E43A-930C-5C90FD7F48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32444" y="2325105"/>
            <a:ext cx="1589487" cy="493289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EAA3165-7050-8ADC-4EDA-43461E65D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6206" y="2325105"/>
            <a:ext cx="1589487" cy="49328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89D2A9D-D8FE-341B-FD1C-E9E91F38E6E4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9540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6201-34C0-32F6-9746-25806C99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23119C-7826-5327-F0F7-1EA868C5C2F5}"/>
              </a:ext>
            </a:extLst>
          </p:cNvPr>
          <p:cNvCxnSpPr>
            <a:cxnSpLocks/>
          </p:cNvCxnSpPr>
          <p:nvPr/>
        </p:nvCxnSpPr>
        <p:spPr>
          <a:xfrm>
            <a:off x="3991368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312539-3E97-7956-63C6-7BD7F578AD87}"/>
              </a:ext>
            </a:extLst>
          </p:cNvPr>
          <p:cNvCxnSpPr>
            <a:cxnSpLocks/>
          </p:cNvCxnSpPr>
          <p:nvPr/>
        </p:nvCxnSpPr>
        <p:spPr>
          <a:xfrm>
            <a:off x="5155534" y="1526447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0261B42-F6BF-C8CC-D226-47DD042E38DC}"/>
              </a:ext>
            </a:extLst>
          </p:cNvPr>
          <p:cNvSpPr/>
          <p:nvPr/>
        </p:nvSpPr>
        <p:spPr>
          <a:xfrm>
            <a:off x="3624580" y="2074664"/>
            <a:ext cx="1894839" cy="99417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9C05C2-690A-5D97-845F-56004F24D5DB}"/>
              </a:ext>
            </a:extLst>
          </p:cNvPr>
          <p:cNvCxnSpPr>
            <a:cxnSpLocks/>
          </p:cNvCxnSpPr>
          <p:nvPr/>
        </p:nvCxnSpPr>
        <p:spPr>
          <a:xfrm>
            <a:off x="3991368" y="3061333"/>
            <a:ext cx="0" cy="54821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CC4D7C-6D91-2D0F-61E5-5490D72D4EB2}"/>
              </a:ext>
            </a:extLst>
          </p:cNvPr>
          <p:cNvCxnSpPr>
            <a:cxnSpLocks/>
          </p:cNvCxnSpPr>
          <p:nvPr/>
        </p:nvCxnSpPr>
        <p:spPr>
          <a:xfrm>
            <a:off x="5155534" y="3068836"/>
            <a:ext cx="0" cy="426958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9D7C29-DFA2-4515-833B-D2E7556920AC}"/>
              </a:ext>
            </a:extLst>
          </p:cNvPr>
          <p:cNvCxnSpPr>
            <a:cxnSpLocks/>
          </p:cNvCxnSpPr>
          <p:nvPr/>
        </p:nvCxnSpPr>
        <p:spPr>
          <a:xfrm flipH="1">
            <a:off x="5052594" y="349579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5BF698-DCA3-386B-20A5-8DA62D8B5A0B}"/>
              </a:ext>
            </a:extLst>
          </p:cNvPr>
          <p:cNvCxnSpPr>
            <a:cxnSpLocks/>
          </p:cNvCxnSpPr>
          <p:nvPr/>
        </p:nvCxnSpPr>
        <p:spPr>
          <a:xfrm flipH="1">
            <a:off x="5112832" y="354160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23F74D-A373-3EE5-BB8E-3EAEEA3B9E61}"/>
              </a:ext>
            </a:extLst>
          </p:cNvPr>
          <p:cNvSpPr txBox="1"/>
          <p:nvPr/>
        </p:nvSpPr>
        <p:spPr>
          <a:xfrm>
            <a:off x="3792097" y="558545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CCCD56-8AED-4C2C-C7AF-6511B0BAD530}"/>
              </a:ext>
            </a:extLst>
          </p:cNvPr>
          <p:cNvSpPr txBox="1"/>
          <p:nvPr/>
        </p:nvSpPr>
        <p:spPr>
          <a:xfrm>
            <a:off x="5018363" y="556827"/>
            <a:ext cx="768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B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26A3161-32AB-995A-46B4-0EA42E7A2CA2}"/>
              </a:ext>
            </a:extLst>
          </p:cNvPr>
          <p:cNvSpPr/>
          <p:nvPr/>
        </p:nvSpPr>
        <p:spPr>
          <a:xfrm>
            <a:off x="3705316" y="985733"/>
            <a:ext cx="578757" cy="5476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8D180F0-CCA6-3DA6-8D47-A40109963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7306"/>
          <a:stretch>
            <a:fillRect/>
          </a:stretch>
        </p:blipFill>
        <p:spPr>
          <a:xfrm>
            <a:off x="3832903" y="1163071"/>
            <a:ext cx="236105" cy="224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77F91FD-20BA-7DFC-E2CE-DA3925110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-31127"/>
          <a:stretch>
            <a:fillRect/>
          </a:stretch>
        </p:blipFill>
        <p:spPr>
          <a:xfrm>
            <a:off x="3955474" y="1126210"/>
            <a:ext cx="224036" cy="293770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A0233E18-227A-D528-F0EE-1C3A077DCD72}"/>
              </a:ext>
            </a:extLst>
          </p:cNvPr>
          <p:cNvSpPr/>
          <p:nvPr/>
        </p:nvSpPr>
        <p:spPr>
          <a:xfrm>
            <a:off x="4866155" y="985733"/>
            <a:ext cx="578757" cy="5476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C07000C4-DFB4-B84A-6E20-EDFECAD87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7306"/>
          <a:stretch>
            <a:fillRect/>
          </a:stretch>
        </p:blipFill>
        <p:spPr>
          <a:xfrm>
            <a:off x="4993742" y="1163071"/>
            <a:ext cx="236105" cy="22403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D6E3AE6-AEB4-FA70-F926-6F8BF12C9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-31127"/>
          <a:stretch>
            <a:fillRect/>
          </a:stretch>
        </p:blipFill>
        <p:spPr>
          <a:xfrm>
            <a:off x="5116313" y="1126210"/>
            <a:ext cx="224036" cy="293770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FB1D78CD-B9B9-43D7-7DEF-EB3FB66A5FA6}"/>
              </a:ext>
            </a:extLst>
          </p:cNvPr>
          <p:cNvSpPr/>
          <p:nvPr/>
        </p:nvSpPr>
        <p:spPr>
          <a:xfrm>
            <a:off x="3701989" y="3609550"/>
            <a:ext cx="578757" cy="547612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605B2D57-9F63-268E-3955-B6578F17E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678" y="3735350"/>
            <a:ext cx="405288" cy="28194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B798890-6482-E173-054A-46B68A1875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678" y="2340174"/>
            <a:ext cx="1592263" cy="485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4A81A-D35B-D426-60FB-CDB66FFFC4F8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22609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C5FD-44C4-5DA3-4A04-4F191C8B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37339A-B093-9919-0FC1-EA54793B26D0}"/>
              </a:ext>
            </a:extLst>
          </p:cNvPr>
          <p:cNvSpPr/>
          <p:nvPr/>
        </p:nvSpPr>
        <p:spPr>
          <a:xfrm>
            <a:off x="2693015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0BDA3D-A2C4-DE68-6869-03EC025C8167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853739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B0FAAB7-491F-9917-1E3A-FDC35FE50544}"/>
              </a:ext>
            </a:extLst>
          </p:cNvPr>
          <p:cNvSpPr/>
          <p:nvPr/>
        </p:nvSpPr>
        <p:spPr>
          <a:xfrm>
            <a:off x="2693015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66EE89-57AC-5ABE-9A6A-DD49E86C2F52}"/>
              </a:ext>
            </a:extLst>
          </p:cNvPr>
          <p:cNvCxnSpPr>
            <a:cxnSpLocks/>
          </p:cNvCxnSpPr>
          <p:nvPr/>
        </p:nvCxnSpPr>
        <p:spPr>
          <a:xfrm>
            <a:off x="2853739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0D82CC-BA2B-2744-F253-A0F79E5A10AB}"/>
              </a:ext>
            </a:extLst>
          </p:cNvPr>
          <p:cNvCxnSpPr>
            <a:cxnSpLocks/>
          </p:cNvCxnSpPr>
          <p:nvPr/>
        </p:nvCxnSpPr>
        <p:spPr>
          <a:xfrm flipH="1">
            <a:off x="2750799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8074F64-AFE8-6468-F441-1674B5B6903D}"/>
              </a:ext>
            </a:extLst>
          </p:cNvPr>
          <p:cNvCxnSpPr>
            <a:cxnSpLocks/>
          </p:cNvCxnSpPr>
          <p:nvPr/>
        </p:nvCxnSpPr>
        <p:spPr>
          <a:xfrm flipH="1">
            <a:off x="2811037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C22F49A-8B6A-DE88-740E-1F238FFDC093}"/>
              </a:ext>
            </a:extLst>
          </p:cNvPr>
          <p:cNvSpPr/>
          <p:nvPr/>
        </p:nvSpPr>
        <p:spPr>
          <a:xfrm>
            <a:off x="315597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E83089-2B73-5AD0-9B9C-E37E50FB274D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31670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E027299-CE51-23C6-8175-80B548520334}"/>
              </a:ext>
            </a:extLst>
          </p:cNvPr>
          <p:cNvSpPr/>
          <p:nvPr/>
        </p:nvSpPr>
        <p:spPr>
          <a:xfrm>
            <a:off x="3155986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A4EE7A-8CA8-7CCD-A679-CE43D220DFCC}"/>
              </a:ext>
            </a:extLst>
          </p:cNvPr>
          <p:cNvCxnSpPr>
            <a:cxnSpLocks/>
          </p:cNvCxnSpPr>
          <p:nvPr/>
        </p:nvCxnSpPr>
        <p:spPr>
          <a:xfrm>
            <a:off x="3316701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3F1EDE5-9662-FA6B-089E-6609781B6200}"/>
              </a:ext>
            </a:extLst>
          </p:cNvPr>
          <p:cNvSpPr/>
          <p:nvPr/>
        </p:nvSpPr>
        <p:spPr>
          <a:xfrm>
            <a:off x="3673290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361901-2503-53F5-B348-28B062E3B76E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3834014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8649270-3E97-94EA-C253-8EAD39D4D456}"/>
              </a:ext>
            </a:extLst>
          </p:cNvPr>
          <p:cNvSpPr/>
          <p:nvPr/>
        </p:nvSpPr>
        <p:spPr>
          <a:xfrm>
            <a:off x="3673290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4F27BB-6D63-D05B-9540-4B923098C411}"/>
              </a:ext>
            </a:extLst>
          </p:cNvPr>
          <p:cNvCxnSpPr>
            <a:cxnSpLocks/>
          </p:cNvCxnSpPr>
          <p:nvPr/>
        </p:nvCxnSpPr>
        <p:spPr>
          <a:xfrm>
            <a:off x="4296976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60060C-45A6-F66A-02AF-6BBEC65E2925}"/>
              </a:ext>
            </a:extLst>
          </p:cNvPr>
          <p:cNvCxnSpPr>
            <a:cxnSpLocks/>
          </p:cNvCxnSpPr>
          <p:nvPr/>
        </p:nvCxnSpPr>
        <p:spPr>
          <a:xfrm flipH="1">
            <a:off x="4194036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9070AB-A5DA-941D-C36B-19117EA4885E}"/>
              </a:ext>
            </a:extLst>
          </p:cNvPr>
          <p:cNvCxnSpPr>
            <a:cxnSpLocks/>
          </p:cNvCxnSpPr>
          <p:nvPr/>
        </p:nvCxnSpPr>
        <p:spPr>
          <a:xfrm flipH="1">
            <a:off x="4254274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74882C5-166F-97A5-F1F2-F15EBA04F359}"/>
              </a:ext>
            </a:extLst>
          </p:cNvPr>
          <p:cNvSpPr/>
          <p:nvPr/>
        </p:nvSpPr>
        <p:spPr>
          <a:xfrm>
            <a:off x="4136252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7113DB-6E77-4E87-0023-12AC2DA2D0D6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4296976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4373C2C-48FC-72A9-AEE8-023B48936BB0}"/>
              </a:ext>
            </a:extLst>
          </p:cNvPr>
          <p:cNvSpPr/>
          <p:nvPr/>
        </p:nvSpPr>
        <p:spPr>
          <a:xfrm>
            <a:off x="3701359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13ADCE-140C-0A5D-5973-A6D5CA636AEF}"/>
              </a:ext>
            </a:extLst>
          </p:cNvPr>
          <p:cNvCxnSpPr>
            <a:cxnSpLocks/>
          </p:cNvCxnSpPr>
          <p:nvPr/>
        </p:nvCxnSpPr>
        <p:spPr>
          <a:xfrm>
            <a:off x="3862074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0D39BCC-F1F6-CAF0-FD49-F02CA2B8AAD3}"/>
              </a:ext>
            </a:extLst>
          </p:cNvPr>
          <p:cNvSpPr/>
          <p:nvPr/>
        </p:nvSpPr>
        <p:spPr>
          <a:xfrm>
            <a:off x="4631391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9C0882-EE00-8F6D-D514-67EC49FAE490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4792115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BBCF72C-F583-BC3B-ECE9-2E77492AF312}"/>
              </a:ext>
            </a:extLst>
          </p:cNvPr>
          <p:cNvSpPr/>
          <p:nvPr/>
        </p:nvSpPr>
        <p:spPr>
          <a:xfrm>
            <a:off x="4631391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D956E87-7731-0ED0-F840-55B6A0EFD5EB}"/>
              </a:ext>
            </a:extLst>
          </p:cNvPr>
          <p:cNvCxnSpPr>
            <a:cxnSpLocks/>
          </p:cNvCxnSpPr>
          <p:nvPr/>
        </p:nvCxnSpPr>
        <p:spPr>
          <a:xfrm>
            <a:off x="4792115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9F8CCDF-F97B-9FC6-6C0D-6C60B95B5657}"/>
              </a:ext>
            </a:extLst>
          </p:cNvPr>
          <p:cNvCxnSpPr>
            <a:cxnSpLocks/>
          </p:cNvCxnSpPr>
          <p:nvPr/>
        </p:nvCxnSpPr>
        <p:spPr>
          <a:xfrm flipH="1">
            <a:off x="4689175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DC538B0-6730-242F-1D56-1FF94260E3B0}"/>
              </a:ext>
            </a:extLst>
          </p:cNvPr>
          <p:cNvCxnSpPr>
            <a:cxnSpLocks/>
          </p:cNvCxnSpPr>
          <p:nvPr/>
        </p:nvCxnSpPr>
        <p:spPr>
          <a:xfrm flipH="1">
            <a:off x="4749413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E0B38475-D9EC-5187-BA27-1F8393D19873}"/>
              </a:ext>
            </a:extLst>
          </p:cNvPr>
          <p:cNvSpPr/>
          <p:nvPr/>
        </p:nvSpPr>
        <p:spPr>
          <a:xfrm>
            <a:off x="5094353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F09F2EE-3B38-10C6-ADAE-D9AF1004609A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5255077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76BBD30-B2C4-299C-E3CC-2F46452B0CFA}"/>
              </a:ext>
            </a:extLst>
          </p:cNvPr>
          <p:cNvSpPr/>
          <p:nvPr/>
        </p:nvSpPr>
        <p:spPr>
          <a:xfrm>
            <a:off x="5094362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CC066A5-3E27-7A49-9390-6D7EF594552A}"/>
              </a:ext>
            </a:extLst>
          </p:cNvPr>
          <p:cNvCxnSpPr>
            <a:cxnSpLocks/>
          </p:cNvCxnSpPr>
          <p:nvPr/>
        </p:nvCxnSpPr>
        <p:spPr>
          <a:xfrm>
            <a:off x="5255077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CE28E47B-F473-E1AB-FE9D-12F1CC32E370}"/>
              </a:ext>
            </a:extLst>
          </p:cNvPr>
          <p:cNvSpPr/>
          <p:nvPr/>
        </p:nvSpPr>
        <p:spPr>
          <a:xfrm>
            <a:off x="561046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3DB1998-C17B-B916-4002-10A97925A287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577119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7166206-19C6-EABB-9D18-48296D073E05}"/>
              </a:ext>
            </a:extLst>
          </p:cNvPr>
          <p:cNvSpPr/>
          <p:nvPr/>
        </p:nvSpPr>
        <p:spPr>
          <a:xfrm>
            <a:off x="5610467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3BAF90B-AD31-562D-C3C7-5BE020BCC00E}"/>
              </a:ext>
            </a:extLst>
          </p:cNvPr>
          <p:cNvCxnSpPr>
            <a:cxnSpLocks/>
          </p:cNvCxnSpPr>
          <p:nvPr/>
        </p:nvCxnSpPr>
        <p:spPr>
          <a:xfrm>
            <a:off x="6234153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1055F5F-B2F5-8B4B-78A7-A661DBF55A92}"/>
              </a:ext>
            </a:extLst>
          </p:cNvPr>
          <p:cNvCxnSpPr>
            <a:cxnSpLocks/>
          </p:cNvCxnSpPr>
          <p:nvPr/>
        </p:nvCxnSpPr>
        <p:spPr>
          <a:xfrm flipH="1">
            <a:off x="6131213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F12D9FE-1D16-DE82-791A-E88B034B9237}"/>
              </a:ext>
            </a:extLst>
          </p:cNvPr>
          <p:cNvCxnSpPr>
            <a:cxnSpLocks/>
          </p:cNvCxnSpPr>
          <p:nvPr/>
        </p:nvCxnSpPr>
        <p:spPr>
          <a:xfrm flipH="1">
            <a:off x="6191451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42A3FE7A-EDAC-3089-85EE-41FB5935B7C9}"/>
              </a:ext>
            </a:extLst>
          </p:cNvPr>
          <p:cNvSpPr/>
          <p:nvPr/>
        </p:nvSpPr>
        <p:spPr>
          <a:xfrm>
            <a:off x="6073429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8780E76-2871-D74D-46C2-490DB7B59285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6234153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7AE15A15-5AEE-899E-8F7A-E01E10B4F00E}"/>
              </a:ext>
            </a:extLst>
          </p:cNvPr>
          <p:cNvSpPr/>
          <p:nvPr/>
        </p:nvSpPr>
        <p:spPr>
          <a:xfrm>
            <a:off x="5638536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CB7EA03-8125-89E2-76B0-180D7ECF54C1}"/>
              </a:ext>
            </a:extLst>
          </p:cNvPr>
          <p:cNvCxnSpPr>
            <a:cxnSpLocks/>
          </p:cNvCxnSpPr>
          <p:nvPr/>
        </p:nvCxnSpPr>
        <p:spPr>
          <a:xfrm>
            <a:off x="5799251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4287172-D582-F5B3-B258-CF678EC9DADA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3316701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B23ECEC-3ECA-AF31-FBF5-7816F923A71D}"/>
              </a:ext>
            </a:extLst>
          </p:cNvPr>
          <p:cNvSpPr/>
          <p:nvPr/>
        </p:nvSpPr>
        <p:spPr>
          <a:xfrm>
            <a:off x="3210328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44ADA9B-B036-8A31-5EE8-2BDF593B2D6D}"/>
              </a:ext>
            </a:extLst>
          </p:cNvPr>
          <p:cNvCxnSpPr>
            <a:cxnSpLocks/>
          </p:cNvCxnSpPr>
          <p:nvPr/>
        </p:nvCxnSpPr>
        <p:spPr>
          <a:xfrm>
            <a:off x="3371052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31E9697-B3AE-37EB-C4FF-AD0C214B9676}"/>
              </a:ext>
            </a:extLst>
          </p:cNvPr>
          <p:cNvCxnSpPr>
            <a:cxnSpLocks/>
          </p:cNvCxnSpPr>
          <p:nvPr/>
        </p:nvCxnSpPr>
        <p:spPr>
          <a:xfrm flipH="1">
            <a:off x="3268112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D9DCE9D-7461-1DC2-6213-FF5230BEDE36}"/>
              </a:ext>
            </a:extLst>
          </p:cNvPr>
          <p:cNvCxnSpPr>
            <a:cxnSpLocks/>
          </p:cNvCxnSpPr>
          <p:nvPr/>
        </p:nvCxnSpPr>
        <p:spPr>
          <a:xfrm flipH="1">
            <a:off x="3328350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A8E34BE-06CE-8CBC-21B9-8A32C9F33FE7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3860883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FE5AAF0-279B-6148-697E-9D92C4D1809F}"/>
              </a:ext>
            </a:extLst>
          </p:cNvPr>
          <p:cNvCxnSpPr>
            <a:cxnSpLocks/>
          </p:cNvCxnSpPr>
          <p:nvPr/>
        </p:nvCxnSpPr>
        <p:spPr>
          <a:xfrm>
            <a:off x="3834014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BED09BE-00CE-3F3C-7288-B43749B80810}"/>
              </a:ext>
            </a:extLst>
          </p:cNvPr>
          <p:cNvCxnSpPr>
            <a:cxnSpLocks/>
          </p:cNvCxnSpPr>
          <p:nvPr/>
        </p:nvCxnSpPr>
        <p:spPr>
          <a:xfrm flipH="1">
            <a:off x="5269523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B1EF954-3D1B-9A52-A121-0225FBEF308B}"/>
              </a:ext>
            </a:extLst>
          </p:cNvPr>
          <p:cNvSpPr/>
          <p:nvPr/>
        </p:nvSpPr>
        <p:spPr>
          <a:xfrm>
            <a:off x="5163150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BA32211-4C6B-D004-E764-36822D9E302F}"/>
              </a:ext>
            </a:extLst>
          </p:cNvPr>
          <p:cNvCxnSpPr>
            <a:cxnSpLocks/>
          </p:cNvCxnSpPr>
          <p:nvPr/>
        </p:nvCxnSpPr>
        <p:spPr>
          <a:xfrm>
            <a:off x="5323874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A18C2CF-EDA3-F5D0-756D-92E2970A5C1C}"/>
              </a:ext>
            </a:extLst>
          </p:cNvPr>
          <p:cNvCxnSpPr>
            <a:cxnSpLocks/>
          </p:cNvCxnSpPr>
          <p:nvPr/>
        </p:nvCxnSpPr>
        <p:spPr>
          <a:xfrm flipH="1">
            <a:off x="5220934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9CFB02E-066D-E911-E153-2B5DEAE47078}"/>
              </a:ext>
            </a:extLst>
          </p:cNvPr>
          <p:cNvCxnSpPr>
            <a:cxnSpLocks/>
          </p:cNvCxnSpPr>
          <p:nvPr/>
        </p:nvCxnSpPr>
        <p:spPr>
          <a:xfrm flipH="1">
            <a:off x="5281172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74E47BB-2F2F-4025-1CCE-F55E9AD742C9}"/>
              </a:ext>
            </a:extLst>
          </p:cNvPr>
          <p:cNvCxnSpPr>
            <a:cxnSpLocks/>
          </p:cNvCxnSpPr>
          <p:nvPr/>
        </p:nvCxnSpPr>
        <p:spPr>
          <a:xfrm flipH="1">
            <a:off x="5813705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7250A7F-B2E4-A8A2-7FD2-68F0CAFCCE36}"/>
              </a:ext>
            </a:extLst>
          </p:cNvPr>
          <p:cNvCxnSpPr>
            <a:cxnSpLocks/>
          </p:cNvCxnSpPr>
          <p:nvPr/>
        </p:nvCxnSpPr>
        <p:spPr>
          <a:xfrm>
            <a:off x="5786836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3B1642E0-C464-AA15-301F-1A2FB6937FD9}"/>
              </a:ext>
            </a:extLst>
          </p:cNvPr>
          <p:cNvSpPr/>
          <p:nvPr/>
        </p:nvSpPr>
        <p:spPr>
          <a:xfrm>
            <a:off x="3676559" y="2973970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BDC6CB34-7D37-D9DF-C08B-1AE1D185FE05}"/>
              </a:ext>
            </a:extLst>
          </p:cNvPr>
          <p:cNvSpPr/>
          <p:nvPr/>
        </p:nvSpPr>
        <p:spPr>
          <a:xfrm>
            <a:off x="5627746" y="2959688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E4009A5-E07C-CEAD-741C-6777DDE6DEDD}"/>
              </a:ext>
            </a:extLst>
          </p:cNvPr>
          <p:cNvSpPr/>
          <p:nvPr/>
        </p:nvSpPr>
        <p:spPr>
          <a:xfrm>
            <a:off x="4442611" y="3654990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5B291CC-CAEA-8EC6-96A2-376C0E4D72A9}"/>
              </a:ext>
            </a:extLst>
          </p:cNvPr>
          <p:cNvCxnSpPr>
            <a:cxnSpLocks/>
          </p:cNvCxnSpPr>
          <p:nvPr/>
        </p:nvCxnSpPr>
        <p:spPr>
          <a:xfrm>
            <a:off x="4603335" y="4115889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C873220-5627-1244-E658-ADA9C6B153B8}"/>
              </a:ext>
            </a:extLst>
          </p:cNvPr>
          <p:cNvCxnSpPr>
            <a:cxnSpLocks/>
          </p:cNvCxnSpPr>
          <p:nvPr/>
        </p:nvCxnSpPr>
        <p:spPr>
          <a:xfrm flipH="1">
            <a:off x="4500395" y="438962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2B8EBC7-786F-3EFC-9BEC-C23C3239C29C}"/>
              </a:ext>
            </a:extLst>
          </p:cNvPr>
          <p:cNvCxnSpPr>
            <a:cxnSpLocks/>
          </p:cNvCxnSpPr>
          <p:nvPr/>
        </p:nvCxnSpPr>
        <p:spPr>
          <a:xfrm flipH="1">
            <a:off x="4560633" y="443543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A0867BF-9C98-5759-E734-291B332BC64F}"/>
              </a:ext>
            </a:extLst>
          </p:cNvPr>
          <p:cNvCxnSpPr>
            <a:cxnSpLocks/>
          </p:cNvCxnSpPr>
          <p:nvPr/>
        </p:nvCxnSpPr>
        <p:spPr>
          <a:xfrm>
            <a:off x="5066297" y="4101609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2FC091D4-0DCB-C881-B9F9-02C2DF42C09C}"/>
              </a:ext>
            </a:extLst>
          </p:cNvPr>
          <p:cNvSpPr/>
          <p:nvPr/>
        </p:nvSpPr>
        <p:spPr>
          <a:xfrm>
            <a:off x="4907213" y="4403906"/>
            <a:ext cx="318168" cy="309431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927FD882-621A-1FC5-5ABA-5AA79C43EE3C}"/>
              </a:ext>
            </a:extLst>
          </p:cNvPr>
          <p:cNvCxnSpPr>
            <a:cxnSpLocks/>
            <a:stCxn id="127" idx="4"/>
          </p:cNvCxnSpPr>
          <p:nvPr/>
        </p:nvCxnSpPr>
        <p:spPr>
          <a:xfrm rot="16200000" flipH="1">
            <a:off x="4154801" y="2964252"/>
            <a:ext cx="172082" cy="810387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B66D02CE-CC7C-93B3-321E-203F40C98E7D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5335352" y="3000069"/>
            <a:ext cx="182430" cy="720538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16ED2756-9B7F-D8DB-6597-9D5F8FC54D96}"/>
              </a:ext>
            </a:extLst>
          </p:cNvPr>
          <p:cNvCxnSpPr>
            <a:cxnSpLocks/>
          </p:cNvCxnSpPr>
          <p:nvPr/>
        </p:nvCxnSpPr>
        <p:spPr>
          <a:xfrm>
            <a:off x="4646036" y="3451553"/>
            <a:ext cx="0" cy="20343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EA28661-B784-9047-EBDE-2C4184C281F8}"/>
              </a:ext>
            </a:extLst>
          </p:cNvPr>
          <p:cNvCxnSpPr>
            <a:cxnSpLocks/>
          </p:cNvCxnSpPr>
          <p:nvPr/>
        </p:nvCxnSpPr>
        <p:spPr>
          <a:xfrm>
            <a:off x="5066297" y="3434090"/>
            <a:ext cx="0" cy="22090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2EF562BC-7A50-5981-EF8F-A497CB75F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951" y="1022076"/>
            <a:ext cx="641802" cy="20267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51FCAFA-FCE7-50FC-2840-94D339EB1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6002" y="2346028"/>
            <a:ext cx="653062" cy="20267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9A666F-F265-4A3E-0D8D-667D8AE2CC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2655" y="3769208"/>
            <a:ext cx="664322" cy="20267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DF5772B-AE13-D076-6524-F3FD004C4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124" y="1028431"/>
            <a:ext cx="641802" cy="2026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74DB4BE-FEFD-08B6-E511-D1059FA34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202" y="1028431"/>
            <a:ext cx="641802" cy="20267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664A611-C85E-3898-B7A3-0C4C4CE71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882" y="1022076"/>
            <a:ext cx="641802" cy="2026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5C0687F-0625-E989-D101-2BD94AB99F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638" y="2346028"/>
            <a:ext cx="653062" cy="2026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68C5C3-A51B-A022-9B90-F5DB67F859B2}"/>
              </a:ext>
            </a:extLst>
          </p:cNvPr>
          <p:cNvSpPr txBox="1"/>
          <p:nvPr/>
        </p:nvSpPr>
        <p:spPr>
          <a:xfrm>
            <a:off x="16795" y="2420801"/>
            <a:ext cx="2537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Optimal unitary for given input state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994392-96C9-94BF-5681-30A528EDA4C6}"/>
              </a:ext>
            </a:extLst>
          </p:cNvPr>
          <p:cNvCxnSpPr>
            <a:cxnSpLocks/>
          </p:cNvCxnSpPr>
          <p:nvPr/>
        </p:nvCxnSpPr>
        <p:spPr>
          <a:xfrm flipV="1">
            <a:off x="2390776" y="1231105"/>
            <a:ext cx="462962" cy="131759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DF1EBD-F0EE-C469-12B8-8E3C0FEE7F90}"/>
              </a:ext>
            </a:extLst>
          </p:cNvPr>
          <p:cNvCxnSpPr>
            <a:cxnSpLocks/>
            <a:endCxn id="106" idx="1"/>
          </p:cNvCxnSpPr>
          <p:nvPr/>
        </p:nvCxnSpPr>
        <p:spPr>
          <a:xfrm flipV="1">
            <a:off x="2402398" y="2448364"/>
            <a:ext cx="807930" cy="10033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372E7C-CEC4-D56A-E2A6-E7F0D2BD9C79}"/>
              </a:ext>
            </a:extLst>
          </p:cNvPr>
          <p:cNvCxnSpPr>
            <a:cxnSpLocks/>
          </p:cNvCxnSpPr>
          <p:nvPr/>
        </p:nvCxnSpPr>
        <p:spPr>
          <a:xfrm>
            <a:off x="2390776" y="2548702"/>
            <a:ext cx="2066924" cy="118969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9455BDD-C8B5-8C5F-7676-C6D7EA3ECC52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11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B3DD-5B8A-40B7-FF40-AB91A60F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F37A9E-4605-B571-5A9C-F480F06169B7}"/>
              </a:ext>
            </a:extLst>
          </p:cNvPr>
          <p:cNvSpPr/>
          <p:nvPr/>
        </p:nvSpPr>
        <p:spPr>
          <a:xfrm>
            <a:off x="2693015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DBCB00-05D5-BD97-A6D0-2AC4D30A1821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853739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7B95F3F-0CAC-E039-0AD3-E4C01814785B}"/>
              </a:ext>
            </a:extLst>
          </p:cNvPr>
          <p:cNvSpPr/>
          <p:nvPr/>
        </p:nvSpPr>
        <p:spPr>
          <a:xfrm>
            <a:off x="2693015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7C01DA-6AA1-BF70-088D-34C0952B7696}"/>
              </a:ext>
            </a:extLst>
          </p:cNvPr>
          <p:cNvCxnSpPr>
            <a:cxnSpLocks/>
          </p:cNvCxnSpPr>
          <p:nvPr/>
        </p:nvCxnSpPr>
        <p:spPr>
          <a:xfrm>
            <a:off x="2853739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4F27C1B-66C5-28B2-6D58-5F9C99CC528B}"/>
              </a:ext>
            </a:extLst>
          </p:cNvPr>
          <p:cNvCxnSpPr>
            <a:cxnSpLocks/>
          </p:cNvCxnSpPr>
          <p:nvPr/>
        </p:nvCxnSpPr>
        <p:spPr>
          <a:xfrm flipH="1">
            <a:off x="2750799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6FC4105-7819-6383-1FD3-FE93727CAE7C}"/>
              </a:ext>
            </a:extLst>
          </p:cNvPr>
          <p:cNvCxnSpPr>
            <a:cxnSpLocks/>
          </p:cNvCxnSpPr>
          <p:nvPr/>
        </p:nvCxnSpPr>
        <p:spPr>
          <a:xfrm flipH="1">
            <a:off x="2811037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D179D2F-5E55-2A5F-6ECF-E46B3856F84D}"/>
              </a:ext>
            </a:extLst>
          </p:cNvPr>
          <p:cNvSpPr/>
          <p:nvPr/>
        </p:nvSpPr>
        <p:spPr>
          <a:xfrm>
            <a:off x="315597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39D2F7-EF2F-F80B-027A-C4EA2C19F1D6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31670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9CCFE88-A096-C0DB-5275-16FC6EF93731}"/>
              </a:ext>
            </a:extLst>
          </p:cNvPr>
          <p:cNvSpPr/>
          <p:nvPr/>
        </p:nvSpPr>
        <p:spPr>
          <a:xfrm>
            <a:off x="3155986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AAA08-D391-F4E1-112E-DDCAE3D21A3E}"/>
              </a:ext>
            </a:extLst>
          </p:cNvPr>
          <p:cNvCxnSpPr>
            <a:cxnSpLocks/>
          </p:cNvCxnSpPr>
          <p:nvPr/>
        </p:nvCxnSpPr>
        <p:spPr>
          <a:xfrm>
            <a:off x="3316701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7EA7DC7-880D-DDCB-AA05-70E48DFE7D65}"/>
              </a:ext>
            </a:extLst>
          </p:cNvPr>
          <p:cNvSpPr/>
          <p:nvPr/>
        </p:nvSpPr>
        <p:spPr>
          <a:xfrm>
            <a:off x="3673290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4D6090-1E4D-01C1-A042-8FFE8B4184D5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3834014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B2AE4BC-2CA9-589F-44DC-43647264A73C}"/>
              </a:ext>
            </a:extLst>
          </p:cNvPr>
          <p:cNvSpPr/>
          <p:nvPr/>
        </p:nvSpPr>
        <p:spPr>
          <a:xfrm>
            <a:off x="3673290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73DDA6-E4DD-6784-895D-E40AB268FBD1}"/>
              </a:ext>
            </a:extLst>
          </p:cNvPr>
          <p:cNvCxnSpPr>
            <a:cxnSpLocks/>
          </p:cNvCxnSpPr>
          <p:nvPr/>
        </p:nvCxnSpPr>
        <p:spPr>
          <a:xfrm>
            <a:off x="4296976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A9934E-0556-79BF-2A52-6F420D09966E}"/>
              </a:ext>
            </a:extLst>
          </p:cNvPr>
          <p:cNvCxnSpPr>
            <a:cxnSpLocks/>
          </p:cNvCxnSpPr>
          <p:nvPr/>
        </p:nvCxnSpPr>
        <p:spPr>
          <a:xfrm flipH="1">
            <a:off x="4194036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59BF54-7BC9-68DE-BBA7-AF1A9EE319AA}"/>
              </a:ext>
            </a:extLst>
          </p:cNvPr>
          <p:cNvCxnSpPr>
            <a:cxnSpLocks/>
          </p:cNvCxnSpPr>
          <p:nvPr/>
        </p:nvCxnSpPr>
        <p:spPr>
          <a:xfrm flipH="1">
            <a:off x="4254274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242AC48D-F34F-6BDD-E33A-5E8B701FBBF2}"/>
              </a:ext>
            </a:extLst>
          </p:cNvPr>
          <p:cNvSpPr/>
          <p:nvPr/>
        </p:nvSpPr>
        <p:spPr>
          <a:xfrm>
            <a:off x="4136252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5E6AE39-2C0A-039A-465D-256AABE1E8E2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4296976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A418857-5CF6-7BC9-07D5-29206364BA24}"/>
              </a:ext>
            </a:extLst>
          </p:cNvPr>
          <p:cNvSpPr/>
          <p:nvPr/>
        </p:nvSpPr>
        <p:spPr>
          <a:xfrm>
            <a:off x="3701359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EFD43D3-D09C-7315-207A-96B0EEEAD05A}"/>
              </a:ext>
            </a:extLst>
          </p:cNvPr>
          <p:cNvCxnSpPr>
            <a:cxnSpLocks/>
          </p:cNvCxnSpPr>
          <p:nvPr/>
        </p:nvCxnSpPr>
        <p:spPr>
          <a:xfrm>
            <a:off x="3862074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3E588EF-C9A6-D2C7-7A6F-97AECE9D0827}"/>
              </a:ext>
            </a:extLst>
          </p:cNvPr>
          <p:cNvSpPr/>
          <p:nvPr/>
        </p:nvSpPr>
        <p:spPr>
          <a:xfrm>
            <a:off x="4631391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8A7ADBC-414B-3388-B841-6D471C5C9113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4792115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F5613-064E-1C0A-BA81-9C755357BE73}"/>
              </a:ext>
            </a:extLst>
          </p:cNvPr>
          <p:cNvSpPr/>
          <p:nvPr/>
        </p:nvSpPr>
        <p:spPr>
          <a:xfrm>
            <a:off x="4631391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4A6781-E8E0-2A89-22A1-056EF6441FC3}"/>
              </a:ext>
            </a:extLst>
          </p:cNvPr>
          <p:cNvCxnSpPr>
            <a:cxnSpLocks/>
          </p:cNvCxnSpPr>
          <p:nvPr/>
        </p:nvCxnSpPr>
        <p:spPr>
          <a:xfrm>
            <a:off x="4792115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6E0D78-F562-1A49-A3EC-DFE0410BD499}"/>
              </a:ext>
            </a:extLst>
          </p:cNvPr>
          <p:cNvCxnSpPr>
            <a:cxnSpLocks/>
          </p:cNvCxnSpPr>
          <p:nvPr/>
        </p:nvCxnSpPr>
        <p:spPr>
          <a:xfrm flipH="1">
            <a:off x="4689175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35AB3FD-8825-30D3-E61B-CAA0E5BCBB8B}"/>
              </a:ext>
            </a:extLst>
          </p:cNvPr>
          <p:cNvCxnSpPr>
            <a:cxnSpLocks/>
          </p:cNvCxnSpPr>
          <p:nvPr/>
        </p:nvCxnSpPr>
        <p:spPr>
          <a:xfrm flipH="1">
            <a:off x="4749413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DB610232-1C99-B2D6-5EA8-413D4EB32D92}"/>
              </a:ext>
            </a:extLst>
          </p:cNvPr>
          <p:cNvSpPr/>
          <p:nvPr/>
        </p:nvSpPr>
        <p:spPr>
          <a:xfrm>
            <a:off x="5094353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9F9E253-17EA-4D1B-1EAF-CABD69A91034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5255077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221234A-7C5E-9D92-7F49-0ECE587CE2C9}"/>
              </a:ext>
            </a:extLst>
          </p:cNvPr>
          <p:cNvSpPr/>
          <p:nvPr/>
        </p:nvSpPr>
        <p:spPr>
          <a:xfrm>
            <a:off x="5094362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04E337-7E4E-16A7-EDE6-035D9B46A539}"/>
              </a:ext>
            </a:extLst>
          </p:cNvPr>
          <p:cNvCxnSpPr>
            <a:cxnSpLocks/>
          </p:cNvCxnSpPr>
          <p:nvPr/>
        </p:nvCxnSpPr>
        <p:spPr>
          <a:xfrm>
            <a:off x="5255077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C3CDD196-9E04-51FA-C20D-3DB08187BC67}"/>
              </a:ext>
            </a:extLst>
          </p:cNvPr>
          <p:cNvSpPr/>
          <p:nvPr/>
        </p:nvSpPr>
        <p:spPr>
          <a:xfrm>
            <a:off x="561046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307F257-9352-CA03-3458-D67FAC74AD8B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577119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FE7A377-0A75-5902-F491-5665370D23DF}"/>
              </a:ext>
            </a:extLst>
          </p:cNvPr>
          <p:cNvSpPr/>
          <p:nvPr/>
        </p:nvSpPr>
        <p:spPr>
          <a:xfrm>
            <a:off x="5610467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28C08EE-A43A-0C65-E60F-D7E06D404EB9}"/>
              </a:ext>
            </a:extLst>
          </p:cNvPr>
          <p:cNvCxnSpPr>
            <a:cxnSpLocks/>
          </p:cNvCxnSpPr>
          <p:nvPr/>
        </p:nvCxnSpPr>
        <p:spPr>
          <a:xfrm>
            <a:off x="6234153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4B0F019-D2DC-99A0-B7C9-14D0244C709E}"/>
              </a:ext>
            </a:extLst>
          </p:cNvPr>
          <p:cNvCxnSpPr>
            <a:cxnSpLocks/>
          </p:cNvCxnSpPr>
          <p:nvPr/>
        </p:nvCxnSpPr>
        <p:spPr>
          <a:xfrm flipH="1">
            <a:off x="6131213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AA2B474-0C22-7C92-6775-AE48E12F9959}"/>
              </a:ext>
            </a:extLst>
          </p:cNvPr>
          <p:cNvCxnSpPr>
            <a:cxnSpLocks/>
          </p:cNvCxnSpPr>
          <p:nvPr/>
        </p:nvCxnSpPr>
        <p:spPr>
          <a:xfrm flipH="1">
            <a:off x="6191451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DCD54EF6-A365-D886-0C26-A088D64A06D8}"/>
              </a:ext>
            </a:extLst>
          </p:cNvPr>
          <p:cNvSpPr/>
          <p:nvPr/>
        </p:nvSpPr>
        <p:spPr>
          <a:xfrm>
            <a:off x="6073429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9DC6409-2B80-B9FF-0C5C-63563749769A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6234153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EBB535CE-1CC6-E46D-A0EF-DA5B932FA2B5}"/>
              </a:ext>
            </a:extLst>
          </p:cNvPr>
          <p:cNvSpPr/>
          <p:nvPr/>
        </p:nvSpPr>
        <p:spPr>
          <a:xfrm>
            <a:off x="5638536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BE6DF2C-2EF8-9FEE-7E90-864A8E67BFE4}"/>
              </a:ext>
            </a:extLst>
          </p:cNvPr>
          <p:cNvCxnSpPr>
            <a:cxnSpLocks/>
          </p:cNvCxnSpPr>
          <p:nvPr/>
        </p:nvCxnSpPr>
        <p:spPr>
          <a:xfrm>
            <a:off x="5799251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2AB9C08-4B50-DF83-8822-A9AF84A455F6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3316701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C3E6225-B770-56AB-F10E-01856280A2EB}"/>
              </a:ext>
            </a:extLst>
          </p:cNvPr>
          <p:cNvSpPr/>
          <p:nvPr/>
        </p:nvSpPr>
        <p:spPr>
          <a:xfrm>
            <a:off x="3210328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291FAD2-2076-F92B-692C-82AE3ACFD117}"/>
              </a:ext>
            </a:extLst>
          </p:cNvPr>
          <p:cNvCxnSpPr>
            <a:cxnSpLocks/>
          </p:cNvCxnSpPr>
          <p:nvPr/>
        </p:nvCxnSpPr>
        <p:spPr>
          <a:xfrm>
            <a:off x="3371052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73786A9-276E-D7F8-44AE-EA013AB8043D}"/>
              </a:ext>
            </a:extLst>
          </p:cNvPr>
          <p:cNvCxnSpPr>
            <a:cxnSpLocks/>
          </p:cNvCxnSpPr>
          <p:nvPr/>
        </p:nvCxnSpPr>
        <p:spPr>
          <a:xfrm flipH="1">
            <a:off x="3268112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25D5564-5E7A-A096-076B-974EE2098603}"/>
              </a:ext>
            </a:extLst>
          </p:cNvPr>
          <p:cNvCxnSpPr>
            <a:cxnSpLocks/>
          </p:cNvCxnSpPr>
          <p:nvPr/>
        </p:nvCxnSpPr>
        <p:spPr>
          <a:xfrm flipH="1">
            <a:off x="3328350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3893998-2EE4-5674-E066-7D2AB2F0FA74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3860883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886BA38-9087-9400-2B5B-1441EE7F253B}"/>
              </a:ext>
            </a:extLst>
          </p:cNvPr>
          <p:cNvCxnSpPr>
            <a:cxnSpLocks/>
          </p:cNvCxnSpPr>
          <p:nvPr/>
        </p:nvCxnSpPr>
        <p:spPr>
          <a:xfrm>
            <a:off x="3834014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0B1737B-C108-BD8D-5A4C-461BFD01622A}"/>
              </a:ext>
            </a:extLst>
          </p:cNvPr>
          <p:cNvCxnSpPr>
            <a:cxnSpLocks/>
          </p:cNvCxnSpPr>
          <p:nvPr/>
        </p:nvCxnSpPr>
        <p:spPr>
          <a:xfrm flipH="1">
            <a:off x="5269523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EFA98B3-91B4-C76F-C0DB-29A9B8F5656F}"/>
              </a:ext>
            </a:extLst>
          </p:cNvPr>
          <p:cNvSpPr/>
          <p:nvPr/>
        </p:nvSpPr>
        <p:spPr>
          <a:xfrm>
            <a:off x="5163150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B7964A8-366C-9B55-4DB3-DF61F94404E3}"/>
              </a:ext>
            </a:extLst>
          </p:cNvPr>
          <p:cNvCxnSpPr>
            <a:cxnSpLocks/>
          </p:cNvCxnSpPr>
          <p:nvPr/>
        </p:nvCxnSpPr>
        <p:spPr>
          <a:xfrm>
            <a:off x="5323874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C313538-6D75-E9A9-E541-AF2DCDE02CE9}"/>
              </a:ext>
            </a:extLst>
          </p:cNvPr>
          <p:cNvCxnSpPr>
            <a:cxnSpLocks/>
          </p:cNvCxnSpPr>
          <p:nvPr/>
        </p:nvCxnSpPr>
        <p:spPr>
          <a:xfrm flipH="1">
            <a:off x="5220934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1E57940-9A95-71E6-18FE-AAB7FB528809}"/>
              </a:ext>
            </a:extLst>
          </p:cNvPr>
          <p:cNvCxnSpPr>
            <a:cxnSpLocks/>
          </p:cNvCxnSpPr>
          <p:nvPr/>
        </p:nvCxnSpPr>
        <p:spPr>
          <a:xfrm flipH="1">
            <a:off x="5281172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EF70361-10D7-21D1-7630-94580A4740ED}"/>
              </a:ext>
            </a:extLst>
          </p:cNvPr>
          <p:cNvCxnSpPr>
            <a:cxnSpLocks/>
          </p:cNvCxnSpPr>
          <p:nvPr/>
        </p:nvCxnSpPr>
        <p:spPr>
          <a:xfrm flipH="1">
            <a:off x="5813705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900C92C-E0FF-2857-3B9E-556CBC99973E}"/>
              </a:ext>
            </a:extLst>
          </p:cNvPr>
          <p:cNvCxnSpPr>
            <a:cxnSpLocks/>
          </p:cNvCxnSpPr>
          <p:nvPr/>
        </p:nvCxnSpPr>
        <p:spPr>
          <a:xfrm>
            <a:off x="5786836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CF3E3865-5E69-0129-6C2A-D731F829A115}"/>
              </a:ext>
            </a:extLst>
          </p:cNvPr>
          <p:cNvSpPr/>
          <p:nvPr/>
        </p:nvSpPr>
        <p:spPr>
          <a:xfrm>
            <a:off x="3676559" y="2973970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E862C51-1878-B511-722A-6E5DBC7D84CD}"/>
              </a:ext>
            </a:extLst>
          </p:cNvPr>
          <p:cNvSpPr/>
          <p:nvPr/>
        </p:nvSpPr>
        <p:spPr>
          <a:xfrm>
            <a:off x="5627746" y="2959688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D3BC2CF-17A4-7867-FDCF-5AF06965599B}"/>
              </a:ext>
            </a:extLst>
          </p:cNvPr>
          <p:cNvSpPr/>
          <p:nvPr/>
        </p:nvSpPr>
        <p:spPr>
          <a:xfrm>
            <a:off x="4442611" y="3654990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80CE926-6FEF-E851-D428-730A209FB5FE}"/>
              </a:ext>
            </a:extLst>
          </p:cNvPr>
          <p:cNvCxnSpPr>
            <a:cxnSpLocks/>
          </p:cNvCxnSpPr>
          <p:nvPr/>
        </p:nvCxnSpPr>
        <p:spPr>
          <a:xfrm>
            <a:off x="4603335" y="4115889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41CAB96-A579-340A-3854-D83E7DFAAC0D}"/>
              </a:ext>
            </a:extLst>
          </p:cNvPr>
          <p:cNvCxnSpPr>
            <a:cxnSpLocks/>
          </p:cNvCxnSpPr>
          <p:nvPr/>
        </p:nvCxnSpPr>
        <p:spPr>
          <a:xfrm flipH="1">
            <a:off x="4500395" y="438962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EC7937C-648D-2E39-8F0B-31CDEB040801}"/>
              </a:ext>
            </a:extLst>
          </p:cNvPr>
          <p:cNvCxnSpPr>
            <a:cxnSpLocks/>
          </p:cNvCxnSpPr>
          <p:nvPr/>
        </p:nvCxnSpPr>
        <p:spPr>
          <a:xfrm flipH="1">
            <a:off x="4560633" y="443543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415621F-80F9-04E3-039B-2CC45ED7E8F1}"/>
              </a:ext>
            </a:extLst>
          </p:cNvPr>
          <p:cNvCxnSpPr>
            <a:cxnSpLocks/>
          </p:cNvCxnSpPr>
          <p:nvPr/>
        </p:nvCxnSpPr>
        <p:spPr>
          <a:xfrm>
            <a:off x="5066297" y="4101609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D01AA081-96EE-9C29-45E4-F505E8DBB357}"/>
              </a:ext>
            </a:extLst>
          </p:cNvPr>
          <p:cNvSpPr/>
          <p:nvPr/>
        </p:nvSpPr>
        <p:spPr>
          <a:xfrm>
            <a:off x="4907213" y="4403906"/>
            <a:ext cx="318168" cy="309431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7429C528-5DBA-488B-7F76-90A83C2F6191}"/>
              </a:ext>
            </a:extLst>
          </p:cNvPr>
          <p:cNvCxnSpPr>
            <a:cxnSpLocks/>
            <a:stCxn id="127" idx="4"/>
          </p:cNvCxnSpPr>
          <p:nvPr/>
        </p:nvCxnSpPr>
        <p:spPr>
          <a:xfrm rot="16200000" flipH="1">
            <a:off x="4154801" y="2964252"/>
            <a:ext cx="172082" cy="810387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3D603330-610B-936F-14B9-DF84FF78D29C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5335352" y="3000069"/>
            <a:ext cx="182430" cy="720538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B5152DE-06DB-B3A4-1550-732C09C5B979}"/>
              </a:ext>
            </a:extLst>
          </p:cNvPr>
          <p:cNvCxnSpPr>
            <a:cxnSpLocks/>
          </p:cNvCxnSpPr>
          <p:nvPr/>
        </p:nvCxnSpPr>
        <p:spPr>
          <a:xfrm>
            <a:off x="4646036" y="3451553"/>
            <a:ext cx="0" cy="20343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318B995-4334-0309-9AAB-0B4B35D6B358}"/>
              </a:ext>
            </a:extLst>
          </p:cNvPr>
          <p:cNvCxnSpPr>
            <a:cxnSpLocks/>
          </p:cNvCxnSpPr>
          <p:nvPr/>
        </p:nvCxnSpPr>
        <p:spPr>
          <a:xfrm>
            <a:off x="5066297" y="3434090"/>
            <a:ext cx="0" cy="22090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725C6415-FDB9-5807-2E5C-AA3F49D71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951" y="1022076"/>
            <a:ext cx="641802" cy="20267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A87EB14-4E41-E5B0-CC0D-432D69002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6002" y="2346028"/>
            <a:ext cx="653062" cy="20267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FE122AC-FFF3-CEB2-CF5B-D743F75816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2655" y="3769208"/>
            <a:ext cx="664322" cy="20267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A458828-CD27-CB19-E6FE-AC8848278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124" y="1028431"/>
            <a:ext cx="641802" cy="2026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A20BB0B-9D8B-E615-A9BC-32222F19B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202" y="1028431"/>
            <a:ext cx="641802" cy="20267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08B60E0-BA71-7F99-8137-CDD6778FF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882" y="1022076"/>
            <a:ext cx="641802" cy="2026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39DD1F2-26D0-73AD-9ADA-5C21B54C0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638" y="2346028"/>
            <a:ext cx="653062" cy="20267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0F9B2B0-BECD-58C5-1C6E-BFD493467A19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7E526B2-583C-E942-D0BB-2B677F5EF9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6391" y="162871"/>
            <a:ext cx="577978" cy="44661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E5FE3D3-556B-BAB8-AF20-2765932398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7877" y="295510"/>
            <a:ext cx="367804" cy="34153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70C5391-BE6A-E649-6B08-EF81F1A9B2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47052" y="235822"/>
            <a:ext cx="145963" cy="42167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4EB7F99-9E82-92F9-5EDA-6CE75EF669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9638" y="235822"/>
            <a:ext cx="145963" cy="421671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2DD0E1-DA65-FC63-D84F-8C65E4692051}"/>
              </a:ext>
            </a:extLst>
          </p:cNvPr>
          <p:cNvCxnSpPr>
            <a:cxnSpLocks/>
          </p:cNvCxnSpPr>
          <p:nvPr/>
        </p:nvCxnSpPr>
        <p:spPr>
          <a:xfrm flipH="1">
            <a:off x="2849975" y="17954"/>
            <a:ext cx="3763" cy="26709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1533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91E8B3-D9B6-0968-6921-90982315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1AAEA6C-A84D-56A3-47CF-021FE90F8213}"/>
              </a:ext>
            </a:extLst>
          </p:cNvPr>
          <p:cNvSpPr/>
          <p:nvPr/>
        </p:nvSpPr>
        <p:spPr>
          <a:xfrm>
            <a:off x="2693015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0E56B2-4362-F5CA-8DA3-D73DEFEF24C3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853739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4CEF06F-8754-ED5E-7E81-A85C2239EDD8}"/>
              </a:ext>
            </a:extLst>
          </p:cNvPr>
          <p:cNvSpPr/>
          <p:nvPr/>
        </p:nvSpPr>
        <p:spPr>
          <a:xfrm>
            <a:off x="2693015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0C03049-F179-50A9-ECB0-E1D9A8981CA7}"/>
              </a:ext>
            </a:extLst>
          </p:cNvPr>
          <p:cNvCxnSpPr>
            <a:cxnSpLocks/>
          </p:cNvCxnSpPr>
          <p:nvPr/>
        </p:nvCxnSpPr>
        <p:spPr>
          <a:xfrm>
            <a:off x="2853739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B35B4A-E26F-916D-BDE2-3FE07D3D02F4}"/>
              </a:ext>
            </a:extLst>
          </p:cNvPr>
          <p:cNvCxnSpPr>
            <a:cxnSpLocks/>
          </p:cNvCxnSpPr>
          <p:nvPr/>
        </p:nvCxnSpPr>
        <p:spPr>
          <a:xfrm flipH="1">
            <a:off x="2750799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D95C05C-FDBA-501B-2C27-C0B8FAF94313}"/>
              </a:ext>
            </a:extLst>
          </p:cNvPr>
          <p:cNvCxnSpPr>
            <a:cxnSpLocks/>
          </p:cNvCxnSpPr>
          <p:nvPr/>
        </p:nvCxnSpPr>
        <p:spPr>
          <a:xfrm flipH="1">
            <a:off x="2811037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D4C623D-1A9F-FBA3-0AFD-7BB95E575541}"/>
              </a:ext>
            </a:extLst>
          </p:cNvPr>
          <p:cNvSpPr/>
          <p:nvPr/>
        </p:nvSpPr>
        <p:spPr>
          <a:xfrm>
            <a:off x="315597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343411-CC2B-F5FB-4112-0182592D59EA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31670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3B21BED-0051-7F8F-DF63-0249C4628C85}"/>
              </a:ext>
            </a:extLst>
          </p:cNvPr>
          <p:cNvSpPr/>
          <p:nvPr/>
        </p:nvSpPr>
        <p:spPr>
          <a:xfrm>
            <a:off x="3155986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6CB877-B60A-71F2-F184-F9A36286201A}"/>
              </a:ext>
            </a:extLst>
          </p:cNvPr>
          <p:cNvCxnSpPr>
            <a:cxnSpLocks/>
          </p:cNvCxnSpPr>
          <p:nvPr/>
        </p:nvCxnSpPr>
        <p:spPr>
          <a:xfrm>
            <a:off x="3316701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A49BBE1-E622-7422-7273-CD42DBB32763}"/>
              </a:ext>
            </a:extLst>
          </p:cNvPr>
          <p:cNvSpPr/>
          <p:nvPr/>
        </p:nvSpPr>
        <p:spPr>
          <a:xfrm>
            <a:off x="3673290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B74400-60C0-A345-D7BB-0951D019B00C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3834014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FD9C224-0E6A-250A-138C-A13CA5F700A7}"/>
              </a:ext>
            </a:extLst>
          </p:cNvPr>
          <p:cNvSpPr/>
          <p:nvPr/>
        </p:nvSpPr>
        <p:spPr>
          <a:xfrm>
            <a:off x="3673290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4CE5F7-A054-2A48-2123-AF5CE9536F21}"/>
              </a:ext>
            </a:extLst>
          </p:cNvPr>
          <p:cNvCxnSpPr>
            <a:cxnSpLocks/>
          </p:cNvCxnSpPr>
          <p:nvPr/>
        </p:nvCxnSpPr>
        <p:spPr>
          <a:xfrm>
            <a:off x="4296976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979F0A-A649-8F84-1CA8-9844E41E7CDE}"/>
              </a:ext>
            </a:extLst>
          </p:cNvPr>
          <p:cNvCxnSpPr>
            <a:cxnSpLocks/>
          </p:cNvCxnSpPr>
          <p:nvPr/>
        </p:nvCxnSpPr>
        <p:spPr>
          <a:xfrm flipH="1">
            <a:off x="4194036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415EB2-AB35-7FED-749A-4ED8368E81DF}"/>
              </a:ext>
            </a:extLst>
          </p:cNvPr>
          <p:cNvCxnSpPr>
            <a:cxnSpLocks/>
          </p:cNvCxnSpPr>
          <p:nvPr/>
        </p:nvCxnSpPr>
        <p:spPr>
          <a:xfrm flipH="1">
            <a:off x="4254274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3137CE7-94C1-55B9-BEDA-062B9D091AF9}"/>
              </a:ext>
            </a:extLst>
          </p:cNvPr>
          <p:cNvSpPr/>
          <p:nvPr/>
        </p:nvSpPr>
        <p:spPr>
          <a:xfrm>
            <a:off x="4136252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9AC472-6019-9839-2733-749B41AA1062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4296976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A071D98-E596-5917-EBC0-94E4CDE2A35F}"/>
              </a:ext>
            </a:extLst>
          </p:cNvPr>
          <p:cNvSpPr/>
          <p:nvPr/>
        </p:nvSpPr>
        <p:spPr>
          <a:xfrm>
            <a:off x="3701359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134BEB-8B55-F5E4-3C80-677FF15634E2}"/>
              </a:ext>
            </a:extLst>
          </p:cNvPr>
          <p:cNvCxnSpPr>
            <a:cxnSpLocks/>
          </p:cNvCxnSpPr>
          <p:nvPr/>
        </p:nvCxnSpPr>
        <p:spPr>
          <a:xfrm>
            <a:off x="3862074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0DC1511-B019-9BE5-D421-5D0935DA131A}"/>
              </a:ext>
            </a:extLst>
          </p:cNvPr>
          <p:cNvSpPr/>
          <p:nvPr/>
        </p:nvSpPr>
        <p:spPr>
          <a:xfrm>
            <a:off x="4631391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E9AE9A-555B-E002-D631-145D30A3C55B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4792115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821F206-005A-2CF8-D2A3-C3501FC5240E}"/>
              </a:ext>
            </a:extLst>
          </p:cNvPr>
          <p:cNvSpPr/>
          <p:nvPr/>
        </p:nvSpPr>
        <p:spPr>
          <a:xfrm>
            <a:off x="4631391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B42E96-8E41-5E96-9CDC-DD907896D2C7}"/>
              </a:ext>
            </a:extLst>
          </p:cNvPr>
          <p:cNvCxnSpPr>
            <a:cxnSpLocks/>
          </p:cNvCxnSpPr>
          <p:nvPr/>
        </p:nvCxnSpPr>
        <p:spPr>
          <a:xfrm>
            <a:off x="4792115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B65DABD-04D9-8629-A7C5-3AA72E2F7A06}"/>
              </a:ext>
            </a:extLst>
          </p:cNvPr>
          <p:cNvCxnSpPr>
            <a:cxnSpLocks/>
          </p:cNvCxnSpPr>
          <p:nvPr/>
        </p:nvCxnSpPr>
        <p:spPr>
          <a:xfrm flipH="1">
            <a:off x="4689175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E464856-523D-C62B-C180-4F61E56434CA}"/>
              </a:ext>
            </a:extLst>
          </p:cNvPr>
          <p:cNvCxnSpPr>
            <a:cxnSpLocks/>
          </p:cNvCxnSpPr>
          <p:nvPr/>
        </p:nvCxnSpPr>
        <p:spPr>
          <a:xfrm flipH="1">
            <a:off x="4749413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42533FE4-8279-422D-B7E7-7AB333908359}"/>
              </a:ext>
            </a:extLst>
          </p:cNvPr>
          <p:cNvSpPr/>
          <p:nvPr/>
        </p:nvSpPr>
        <p:spPr>
          <a:xfrm>
            <a:off x="5094353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BF7F-1E64-F194-D7C5-DA3A7DCF825F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5255077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CBC1CC3-E26A-9B19-2733-9E45E734E541}"/>
              </a:ext>
            </a:extLst>
          </p:cNvPr>
          <p:cNvSpPr/>
          <p:nvPr/>
        </p:nvSpPr>
        <p:spPr>
          <a:xfrm>
            <a:off x="5094362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A6DAFF3-C4EC-CC39-C181-DCCA8566A5F9}"/>
              </a:ext>
            </a:extLst>
          </p:cNvPr>
          <p:cNvCxnSpPr>
            <a:cxnSpLocks/>
          </p:cNvCxnSpPr>
          <p:nvPr/>
        </p:nvCxnSpPr>
        <p:spPr>
          <a:xfrm>
            <a:off x="5255077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C66D609-5417-62B6-25E6-14B21DFF2700}"/>
              </a:ext>
            </a:extLst>
          </p:cNvPr>
          <p:cNvSpPr/>
          <p:nvPr/>
        </p:nvSpPr>
        <p:spPr>
          <a:xfrm>
            <a:off x="561046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90B518B-15F7-ECC6-C4C1-5AF346A60ECA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577119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B41F715-5AC0-C3D7-CD8B-E7C5193F8803}"/>
              </a:ext>
            </a:extLst>
          </p:cNvPr>
          <p:cNvSpPr/>
          <p:nvPr/>
        </p:nvSpPr>
        <p:spPr>
          <a:xfrm>
            <a:off x="5610467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F2D0CF7-EE00-0CAF-6190-11E5EE33CB91}"/>
              </a:ext>
            </a:extLst>
          </p:cNvPr>
          <p:cNvCxnSpPr>
            <a:cxnSpLocks/>
          </p:cNvCxnSpPr>
          <p:nvPr/>
        </p:nvCxnSpPr>
        <p:spPr>
          <a:xfrm>
            <a:off x="6234153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C1F9CB4-F837-B3CF-ADE8-8D026F299DD3}"/>
              </a:ext>
            </a:extLst>
          </p:cNvPr>
          <p:cNvCxnSpPr>
            <a:cxnSpLocks/>
          </p:cNvCxnSpPr>
          <p:nvPr/>
        </p:nvCxnSpPr>
        <p:spPr>
          <a:xfrm flipH="1">
            <a:off x="6131213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9DA2DD1-2280-5E5D-2010-FB8CD8570C58}"/>
              </a:ext>
            </a:extLst>
          </p:cNvPr>
          <p:cNvCxnSpPr>
            <a:cxnSpLocks/>
          </p:cNvCxnSpPr>
          <p:nvPr/>
        </p:nvCxnSpPr>
        <p:spPr>
          <a:xfrm flipH="1">
            <a:off x="6191451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E4C6D0B7-1220-7318-0798-EF86522F168E}"/>
              </a:ext>
            </a:extLst>
          </p:cNvPr>
          <p:cNvSpPr/>
          <p:nvPr/>
        </p:nvSpPr>
        <p:spPr>
          <a:xfrm>
            <a:off x="6073429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960666E-5B04-FBFB-F424-59C7FEF48FC1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6234153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E310D1E3-D39E-D1B2-27EF-EC7CF8902537}"/>
              </a:ext>
            </a:extLst>
          </p:cNvPr>
          <p:cNvSpPr/>
          <p:nvPr/>
        </p:nvSpPr>
        <p:spPr>
          <a:xfrm>
            <a:off x="5638536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8BA947A-5822-98B3-52C9-3DDC010C9DAD}"/>
              </a:ext>
            </a:extLst>
          </p:cNvPr>
          <p:cNvCxnSpPr>
            <a:cxnSpLocks/>
          </p:cNvCxnSpPr>
          <p:nvPr/>
        </p:nvCxnSpPr>
        <p:spPr>
          <a:xfrm>
            <a:off x="5799251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09F571A-DF59-BB8B-1949-BCA6967B0CBA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3316701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687EF96-E499-D3AD-8F98-154472FC8D36}"/>
              </a:ext>
            </a:extLst>
          </p:cNvPr>
          <p:cNvSpPr/>
          <p:nvPr/>
        </p:nvSpPr>
        <p:spPr>
          <a:xfrm>
            <a:off x="3210328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B8E930C-85F0-06DF-F606-9144BDF735B0}"/>
              </a:ext>
            </a:extLst>
          </p:cNvPr>
          <p:cNvCxnSpPr>
            <a:cxnSpLocks/>
          </p:cNvCxnSpPr>
          <p:nvPr/>
        </p:nvCxnSpPr>
        <p:spPr>
          <a:xfrm>
            <a:off x="3371052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65BD310-93B7-C319-A44C-23C1463E0FF8}"/>
              </a:ext>
            </a:extLst>
          </p:cNvPr>
          <p:cNvCxnSpPr>
            <a:cxnSpLocks/>
          </p:cNvCxnSpPr>
          <p:nvPr/>
        </p:nvCxnSpPr>
        <p:spPr>
          <a:xfrm flipH="1">
            <a:off x="3268112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442B6A6-3E92-C81A-E27C-A68F2614FA9D}"/>
              </a:ext>
            </a:extLst>
          </p:cNvPr>
          <p:cNvCxnSpPr>
            <a:cxnSpLocks/>
          </p:cNvCxnSpPr>
          <p:nvPr/>
        </p:nvCxnSpPr>
        <p:spPr>
          <a:xfrm flipH="1">
            <a:off x="3328350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2482EB5-9C8F-D26B-0B46-F2F8684E9159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3860883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DF236D-4895-7F95-F40B-34002E0AD6C0}"/>
              </a:ext>
            </a:extLst>
          </p:cNvPr>
          <p:cNvCxnSpPr>
            <a:cxnSpLocks/>
          </p:cNvCxnSpPr>
          <p:nvPr/>
        </p:nvCxnSpPr>
        <p:spPr>
          <a:xfrm>
            <a:off x="3834014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F86D6FC-1084-A67B-EF06-8B96EF4811D2}"/>
              </a:ext>
            </a:extLst>
          </p:cNvPr>
          <p:cNvCxnSpPr>
            <a:cxnSpLocks/>
          </p:cNvCxnSpPr>
          <p:nvPr/>
        </p:nvCxnSpPr>
        <p:spPr>
          <a:xfrm flipH="1">
            <a:off x="5269523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4D9D509-D78D-BB46-B509-40BE750010BD}"/>
              </a:ext>
            </a:extLst>
          </p:cNvPr>
          <p:cNvSpPr/>
          <p:nvPr/>
        </p:nvSpPr>
        <p:spPr>
          <a:xfrm>
            <a:off x="5163150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2640CA5-644A-5746-B3F4-D26AF08EB42B}"/>
              </a:ext>
            </a:extLst>
          </p:cNvPr>
          <p:cNvCxnSpPr>
            <a:cxnSpLocks/>
          </p:cNvCxnSpPr>
          <p:nvPr/>
        </p:nvCxnSpPr>
        <p:spPr>
          <a:xfrm>
            <a:off x="5323874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FDDD524-346A-5030-245D-94E034135C57}"/>
              </a:ext>
            </a:extLst>
          </p:cNvPr>
          <p:cNvCxnSpPr>
            <a:cxnSpLocks/>
          </p:cNvCxnSpPr>
          <p:nvPr/>
        </p:nvCxnSpPr>
        <p:spPr>
          <a:xfrm flipH="1">
            <a:off x="5220934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BE9862D-616D-B601-9D56-70C9B988F211}"/>
              </a:ext>
            </a:extLst>
          </p:cNvPr>
          <p:cNvCxnSpPr>
            <a:cxnSpLocks/>
          </p:cNvCxnSpPr>
          <p:nvPr/>
        </p:nvCxnSpPr>
        <p:spPr>
          <a:xfrm flipH="1">
            <a:off x="5281172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3AEA0B0-AED3-1D68-B5C8-61195096EB89}"/>
              </a:ext>
            </a:extLst>
          </p:cNvPr>
          <p:cNvCxnSpPr>
            <a:cxnSpLocks/>
          </p:cNvCxnSpPr>
          <p:nvPr/>
        </p:nvCxnSpPr>
        <p:spPr>
          <a:xfrm flipH="1">
            <a:off x="5813705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7F38E10-6EA7-8190-8ADC-411D7B459E1C}"/>
              </a:ext>
            </a:extLst>
          </p:cNvPr>
          <p:cNvCxnSpPr>
            <a:cxnSpLocks/>
          </p:cNvCxnSpPr>
          <p:nvPr/>
        </p:nvCxnSpPr>
        <p:spPr>
          <a:xfrm>
            <a:off x="5786836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A3400FD4-1F27-B453-127E-DB2DEC0F69C3}"/>
              </a:ext>
            </a:extLst>
          </p:cNvPr>
          <p:cNvSpPr/>
          <p:nvPr/>
        </p:nvSpPr>
        <p:spPr>
          <a:xfrm>
            <a:off x="3676559" y="2973970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6A5DB34-B56A-A3EA-B61C-CFB52A5E149C}"/>
              </a:ext>
            </a:extLst>
          </p:cNvPr>
          <p:cNvSpPr/>
          <p:nvPr/>
        </p:nvSpPr>
        <p:spPr>
          <a:xfrm>
            <a:off x="5627746" y="2959688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02C1AE6-0519-A762-2948-64DC9AE86330}"/>
              </a:ext>
            </a:extLst>
          </p:cNvPr>
          <p:cNvSpPr/>
          <p:nvPr/>
        </p:nvSpPr>
        <p:spPr>
          <a:xfrm>
            <a:off x="4442611" y="3654990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C952538-4D2C-BF32-99F0-751B59B463FB}"/>
              </a:ext>
            </a:extLst>
          </p:cNvPr>
          <p:cNvCxnSpPr>
            <a:cxnSpLocks/>
          </p:cNvCxnSpPr>
          <p:nvPr/>
        </p:nvCxnSpPr>
        <p:spPr>
          <a:xfrm>
            <a:off x="4603335" y="4115889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7C9EF0E-61EF-F1D6-0D2D-40932C3BDDAB}"/>
              </a:ext>
            </a:extLst>
          </p:cNvPr>
          <p:cNvCxnSpPr>
            <a:cxnSpLocks/>
          </p:cNvCxnSpPr>
          <p:nvPr/>
        </p:nvCxnSpPr>
        <p:spPr>
          <a:xfrm flipH="1">
            <a:off x="4500395" y="438962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5CEBFE7-5694-18B3-D314-B54D04C9821A}"/>
              </a:ext>
            </a:extLst>
          </p:cNvPr>
          <p:cNvCxnSpPr>
            <a:cxnSpLocks/>
          </p:cNvCxnSpPr>
          <p:nvPr/>
        </p:nvCxnSpPr>
        <p:spPr>
          <a:xfrm flipH="1">
            <a:off x="4560633" y="443543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290711E-D935-2350-8BB7-BDBB9E4A5465}"/>
              </a:ext>
            </a:extLst>
          </p:cNvPr>
          <p:cNvCxnSpPr>
            <a:cxnSpLocks/>
          </p:cNvCxnSpPr>
          <p:nvPr/>
        </p:nvCxnSpPr>
        <p:spPr>
          <a:xfrm>
            <a:off x="5066297" y="4101609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EA6F68BB-DA6B-8B38-69C8-C4B5F659E5D9}"/>
              </a:ext>
            </a:extLst>
          </p:cNvPr>
          <p:cNvSpPr/>
          <p:nvPr/>
        </p:nvSpPr>
        <p:spPr>
          <a:xfrm>
            <a:off x="4907213" y="4403906"/>
            <a:ext cx="318168" cy="309431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6AFF8209-35C7-23CC-C800-A4DE37439F3A}"/>
              </a:ext>
            </a:extLst>
          </p:cNvPr>
          <p:cNvCxnSpPr>
            <a:cxnSpLocks/>
            <a:stCxn id="127" idx="4"/>
          </p:cNvCxnSpPr>
          <p:nvPr/>
        </p:nvCxnSpPr>
        <p:spPr>
          <a:xfrm rot="16200000" flipH="1">
            <a:off x="4154801" y="2964252"/>
            <a:ext cx="172082" cy="810387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FAC06537-9122-4C71-63B2-3C07EBCD5C55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5335352" y="3000069"/>
            <a:ext cx="182430" cy="720538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60AAA67-5CDA-252E-2877-DC7CD43B65F2}"/>
              </a:ext>
            </a:extLst>
          </p:cNvPr>
          <p:cNvCxnSpPr>
            <a:cxnSpLocks/>
          </p:cNvCxnSpPr>
          <p:nvPr/>
        </p:nvCxnSpPr>
        <p:spPr>
          <a:xfrm>
            <a:off x="4646036" y="3451553"/>
            <a:ext cx="0" cy="20343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F98CA3E9-9454-A85D-4174-019E2AD310C0}"/>
              </a:ext>
            </a:extLst>
          </p:cNvPr>
          <p:cNvCxnSpPr>
            <a:cxnSpLocks/>
          </p:cNvCxnSpPr>
          <p:nvPr/>
        </p:nvCxnSpPr>
        <p:spPr>
          <a:xfrm>
            <a:off x="5066297" y="3434090"/>
            <a:ext cx="0" cy="22090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BFAA1CD5-089E-00E8-D47C-4A26309A8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951" y="1022076"/>
            <a:ext cx="641802" cy="20267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D929A9-5B3A-4333-A972-E500F7AB0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6002" y="2346028"/>
            <a:ext cx="653062" cy="20267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106B3C0-25DE-F8DA-D4C1-E83BEA475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2655" y="3769208"/>
            <a:ext cx="664322" cy="20267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CCC78D-63BA-CB73-6BD1-A7047E90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124" y="1028431"/>
            <a:ext cx="641802" cy="2026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36A0453-1A7B-B5D1-9313-3627FC9BB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202" y="1028431"/>
            <a:ext cx="641802" cy="20267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E6EB64-5D00-90C3-1DE3-7B548E96F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882" y="1022076"/>
            <a:ext cx="641802" cy="2026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2AB55F8-E581-41F9-406A-C0FC7F22CB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638" y="2346028"/>
            <a:ext cx="653062" cy="2026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B4B8B5-631B-C416-00C7-EC02AEF8DA9D}"/>
              </a:ext>
            </a:extLst>
          </p:cNvPr>
          <p:cNvSpPr txBox="1"/>
          <p:nvPr/>
        </p:nvSpPr>
        <p:spPr>
          <a:xfrm>
            <a:off x="16795" y="2420801"/>
            <a:ext cx="2537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Optimal unitary for given input state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E1FAC2-38FD-04DC-C04A-E0F64577CAC1}"/>
              </a:ext>
            </a:extLst>
          </p:cNvPr>
          <p:cNvCxnSpPr>
            <a:cxnSpLocks/>
          </p:cNvCxnSpPr>
          <p:nvPr/>
        </p:nvCxnSpPr>
        <p:spPr>
          <a:xfrm flipV="1">
            <a:off x="2390776" y="1231105"/>
            <a:ext cx="462962" cy="1317597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3CE34F-D5ED-058C-EC98-C27B3DC96617}"/>
              </a:ext>
            </a:extLst>
          </p:cNvPr>
          <p:cNvCxnSpPr>
            <a:cxnSpLocks/>
            <a:endCxn id="106" idx="1"/>
          </p:cNvCxnSpPr>
          <p:nvPr/>
        </p:nvCxnSpPr>
        <p:spPr>
          <a:xfrm flipV="1">
            <a:off x="2402398" y="2448364"/>
            <a:ext cx="807930" cy="10033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801193-206F-636B-210C-5FF493FF0968}"/>
              </a:ext>
            </a:extLst>
          </p:cNvPr>
          <p:cNvCxnSpPr>
            <a:cxnSpLocks/>
          </p:cNvCxnSpPr>
          <p:nvPr/>
        </p:nvCxnSpPr>
        <p:spPr>
          <a:xfrm>
            <a:off x="2390776" y="2548702"/>
            <a:ext cx="2066924" cy="1189696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E33E3D8-38C0-96C9-5F91-3A8C015DE537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561AF-51E2-12D9-FF99-899612C0C66E}"/>
              </a:ext>
            </a:extLst>
          </p:cNvPr>
          <p:cNvSpPr txBox="1"/>
          <p:nvPr/>
        </p:nvSpPr>
        <p:spPr>
          <a:xfrm>
            <a:off x="5529259" y="4055603"/>
            <a:ext cx="3546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Rockwell" panose="02060603020205020403" pitchFamily="18" charset="0"/>
              </a:rPr>
              <a:t>Greedy</a:t>
            </a:r>
            <a:r>
              <a:rPr lang="en-GB" sz="2400" dirty="0">
                <a:latin typeface="Rockwell" panose="02060603020205020403" pitchFamily="18" charset="0"/>
              </a:rPr>
              <a:t> Coherence Enhancement Protocol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309A4-DA4B-889B-9F40-686B0057063A}"/>
              </a:ext>
            </a:extLst>
          </p:cNvPr>
          <p:cNvSpPr/>
          <p:nvPr/>
        </p:nvSpPr>
        <p:spPr>
          <a:xfrm>
            <a:off x="5589303" y="4050481"/>
            <a:ext cx="3426515" cy="856974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56584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F2D4-6BF3-9038-BFC0-6DFFB8B4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2236B11-0CF0-8077-410F-144962320493}"/>
              </a:ext>
            </a:extLst>
          </p:cNvPr>
          <p:cNvSpPr/>
          <p:nvPr/>
        </p:nvSpPr>
        <p:spPr>
          <a:xfrm>
            <a:off x="2693015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E5D13B-29DB-B7A2-7733-771DB0CC287A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853739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9FAB3-9D92-D4FA-C07F-403402A238D0}"/>
              </a:ext>
            </a:extLst>
          </p:cNvPr>
          <p:cNvSpPr/>
          <p:nvPr/>
        </p:nvSpPr>
        <p:spPr>
          <a:xfrm>
            <a:off x="2693015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1228A5-5DDC-8F32-79EB-E5C733645DD5}"/>
              </a:ext>
            </a:extLst>
          </p:cNvPr>
          <p:cNvCxnSpPr>
            <a:cxnSpLocks/>
          </p:cNvCxnSpPr>
          <p:nvPr/>
        </p:nvCxnSpPr>
        <p:spPr>
          <a:xfrm>
            <a:off x="2853739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1F71CF2-1BE8-A868-5A7E-0E08768F37A2}"/>
              </a:ext>
            </a:extLst>
          </p:cNvPr>
          <p:cNvCxnSpPr>
            <a:cxnSpLocks/>
          </p:cNvCxnSpPr>
          <p:nvPr/>
        </p:nvCxnSpPr>
        <p:spPr>
          <a:xfrm flipH="1">
            <a:off x="2750799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5DAAE76-DEAE-B3B5-0B65-6550D1287933}"/>
              </a:ext>
            </a:extLst>
          </p:cNvPr>
          <p:cNvCxnSpPr>
            <a:cxnSpLocks/>
          </p:cNvCxnSpPr>
          <p:nvPr/>
        </p:nvCxnSpPr>
        <p:spPr>
          <a:xfrm flipH="1">
            <a:off x="2811037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FC785AA-852C-7135-52FB-CEA97F60D62F}"/>
              </a:ext>
            </a:extLst>
          </p:cNvPr>
          <p:cNvSpPr/>
          <p:nvPr/>
        </p:nvSpPr>
        <p:spPr>
          <a:xfrm>
            <a:off x="315597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9D3F4B-FD62-CF62-2AA5-0EC41AFA2093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331670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8C321419-83F8-EDC3-2CCB-5CDD92D3F63F}"/>
              </a:ext>
            </a:extLst>
          </p:cNvPr>
          <p:cNvSpPr/>
          <p:nvPr/>
        </p:nvSpPr>
        <p:spPr>
          <a:xfrm>
            <a:off x="3155986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647124-2175-C861-A2F3-24510190E20C}"/>
              </a:ext>
            </a:extLst>
          </p:cNvPr>
          <p:cNvCxnSpPr>
            <a:cxnSpLocks/>
          </p:cNvCxnSpPr>
          <p:nvPr/>
        </p:nvCxnSpPr>
        <p:spPr>
          <a:xfrm>
            <a:off x="3316701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4650488-229B-0C90-9824-ECBBDBE85D1F}"/>
              </a:ext>
            </a:extLst>
          </p:cNvPr>
          <p:cNvSpPr/>
          <p:nvPr/>
        </p:nvSpPr>
        <p:spPr>
          <a:xfrm>
            <a:off x="3673290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C308B6-3619-F586-1472-CAD0DF878C9B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3834014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B8AC6D4-F8F2-51B1-170C-213F67E09500}"/>
              </a:ext>
            </a:extLst>
          </p:cNvPr>
          <p:cNvSpPr/>
          <p:nvPr/>
        </p:nvSpPr>
        <p:spPr>
          <a:xfrm>
            <a:off x="3673290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75D251-07A6-CD64-AFCA-7079FEC8B03C}"/>
              </a:ext>
            </a:extLst>
          </p:cNvPr>
          <p:cNvCxnSpPr>
            <a:cxnSpLocks/>
          </p:cNvCxnSpPr>
          <p:nvPr/>
        </p:nvCxnSpPr>
        <p:spPr>
          <a:xfrm>
            <a:off x="4296976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CBCB7B-8235-D61F-BCAB-F760D9C67E66}"/>
              </a:ext>
            </a:extLst>
          </p:cNvPr>
          <p:cNvCxnSpPr>
            <a:cxnSpLocks/>
          </p:cNvCxnSpPr>
          <p:nvPr/>
        </p:nvCxnSpPr>
        <p:spPr>
          <a:xfrm flipH="1">
            <a:off x="4194036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7589F6-DE02-3083-E47C-473B0CFD51F9}"/>
              </a:ext>
            </a:extLst>
          </p:cNvPr>
          <p:cNvCxnSpPr>
            <a:cxnSpLocks/>
          </p:cNvCxnSpPr>
          <p:nvPr/>
        </p:nvCxnSpPr>
        <p:spPr>
          <a:xfrm flipH="1">
            <a:off x="4254274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C17AE04-6E15-BF7C-FA7D-263A144A30F0}"/>
              </a:ext>
            </a:extLst>
          </p:cNvPr>
          <p:cNvSpPr/>
          <p:nvPr/>
        </p:nvSpPr>
        <p:spPr>
          <a:xfrm>
            <a:off x="4136252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5D67E9-A997-18DC-5744-F475230B1D30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4296976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684F884-98E4-962B-0EBA-153DEE26FF66}"/>
              </a:ext>
            </a:extLst>
          </p:cNvPr>
          <p:cNvSpPr/>
          <p:nvPr/>
        </p:nvSpPr>
        <p:spPr>
          <a:xfrm>
            <a:off x="3701359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6C36D16-BCFE-180F-9172-CAC03DBA983D}"/>
              </a:ext>
            </a:extLst>
          </p:cNvPr>
          <p:cNvCxnSpPr>
            <a:cxnSpLocks/>
          </p:cNvCxnSpPr>
          <p:nvPr/>
        </p:nvCxnSpPr>
        <p:spPr>
          <a:xfrm>
            <a:off x="3862074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E933DB6-33B2-F896-8037-B8765F9A05F3}"/>
              </a:ext>
            </a:extLst>
          </p:cNvPr>
          <p:cNvSpPr/>
          <p:nvPr/>
        </p:nvSpPr>
        <p:spPr>
          <a:xfrm>
            <a:off x="4631391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5D817E-FA14-5AC3-B521-D73BD8E5F309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4792115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11D7CAC-FDBE-B9E9-CD87-6864C0C1F376}"/>
              </a:ext>
            </a:extLst>
          </p:cNvPr>
          <p:cNvSpPr/>
          <p:nvPr/>
        </p:nvSpPr>
        <p:spPr>
          <a:xfrm>
            <a:off x="4631391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9770A2-423F-D6B7-1EBF-434B8AD0B220}"/>
              </a:ext>
            </a:extLst>
          </p:cNvPr>
          <p:cNvCxnSpPr>
            <a:cxnSpLocks/>
          </p:cNvCxnSpPr>
          <p:nvPr/>
        </p:nvCxnSpPr>
        <p:spPr>
          <a:xfrm>
            <a:off x="4792115" y="136100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76BC5D-9882-D925-198F-9DDFD6CE1DCF}"/>
              </a:ext>
            </a:extLst>
          </p:cNvPr>
          <p:cNvCxnSpPr>
            <a:cxnSpLocks/>
          </p:cNvCxnSpPr>
          <p:nvPr/>
        </p:nvCxnSpPr>
        <p:spPr>
          <a:xfrm flipH="1">
            <a:off x="4689175" y="163473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F801A1-5F73-4E16-A7D4-9B964CC368C2}"/>
              </a:ext>
            </a:extLst>
          </p:cNvPr>
          <p:cNvCxnSpPr>
            <a:cxnSpLocks/>
          </p:cNvCxnSpPr>
          <p:nvPr/>
        </p:nvCxnSpPr>
        <p:spPr>
          <a:xfrm flipH="1">
            <a:off x="4749413" y="168054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A8E6B29-BE85-876A-1F27-AEFCF4F6BAEA}"/>
              </a:ext>
            </a:extLst>
          </p:cNvPr>
          <p:cNvSpPr/>
          <p:nvPr/>
        </p:nvSpPr>
        <p:spPr>
          <a:xfrm>
            <a:off x="5094353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4D9BBFD-25AD-CC1F-6FB0-75BD9B9029D6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5255077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9F9AF65-1BA8-6171-4699-4133D5D0D1FF}"/>
              </a:ext>
            </a:extLst>
          </p:cNvPr>
          <p:cNvSpPr/>
          <p:nvPr/>
        </p:nvSpPr>
        <p:spPr>
          <a:xfrm>
            <a:off x="5094362" y="164902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DECB061-9922-5CA9-EB71-744548195C9A}"/>
              </a:ext>
            </a:extLst>
          </p:cNvPr>
          <p:cNvCxnSpPr>
            <a:cxnSpLocks/>
          </p:cNvCxnSpPr>
          <p:nvPr/>
        </p:nvCxnSpPr>
        <p:spPr>
          <a:xfrm>
            <a:off x="5255077" y="134672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03F14372-EAE7-4813-D0D5-B21DD70E0639}"/>
              </a:ext>
            </a:extLst>
          </p:cNvPr>
          <p:cNvSpPr/>
          <p:nvPr/>
        </p:nvSpPr>
        <p:spPr>
          <a:xfrm>
            <a:off x="5610467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8C1BF46-CBF5-67D0-9538-1D6CD2D76F12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5771191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E34A401-BB23-5CB3-C8AB-810D91166D4A}"/>
              </a:ext>
            </a:extLst>
          </p:cNvPr>
          <p:cNvSpPr/>
          <p:nvPr/>
        </p:nvSpPr>
        <p:spPr>
          <a:xfrm>
            <a:off x="5610467" y="90010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26B2D67-32D7-2204-2EBB-00BEE94C5468}"/>
              </a:ext>
            </a:extLst>
          </p:cNvPr>
          <p:cNvCxnSpPr>
            <a:cxnSpLocks/>
          </p:cNvCxnSpPr>
          <p:nvPr/>
        </p:nvCxnSpPr>
        <p:spPr>
          <a:xfrm>
            <a:off x="6234153" y="133244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0B14C86-3CFD-3A51-BC4F-E8626E6176B8}"/>
              </a:ext>
            </a:extLst>
          </p:cNvPr>
          <p:cNvCxnSpPr>
            <a:cxnSpLocks/>
          </p:cNvCxnSpPr>
          <p:nvPr/>
        </p:nvCxnSpPr>
        <p:spPr>
          <a:xfrm flipH="1">
            <a:off x="6131213" y="160617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E059608-6411-4D38-A0B0-0D05BFE38415}"/>
              </a:ext>
            </a:extLst>
          </p:cNvPr>
          <p:cNvCxnSpPr>
            <a:cxnSpLocks/>
          </p:cNvCxnSpPr>
          <p:nvPr/>
        </p:nvCxnSpPr>
        <p:spPr>
          <a:xfrm flipH="1">
            <a:off x="6191451" y="165198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3BF47CED-BC52-AF68-1ADB-3620C0403C93}"/>
              </a:ext>
            </a:extLst>
          </p:cNvPr>
          <p:cNvSpPr/>
          <p:nvPr/>
        </p:nvSpPr>
        <p:spPr>
          <a:xfrm>
            <a:off x="6073429" y="29551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36D90AC-A734-21B8-E7E3-AF31B364E6A7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6234153" y="59780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244B866A-D461-0B04-1F82-D061D60DE930}"/>
              </a:ext>
            </a:extLst>
          </p:cNvPr>
          <p:cNvSpPr/>
          <p:nvPr/>
        </p:nvSpPr>
        <p:spPr>
          <a:xfrm>
            <a:off x="5638536" y="163474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71C99EC-90DF-2F2C-D400-311C805C8FEA}"/>
              </a:ext>
            </a:extLst>
          </p:cNvPr>
          <p:cNvCxnSpPr>
            <a:cxnSpLocks/>
          </p:cNvCxnSpPr>
          <p:nvPr/>
        </p:nvCxnSpPr>
        <p:spPr>
          <a:xfrm>
            <a:off x="5799251" y="133244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61A6D18-7858-4129-368B-07F8933803A5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3316701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36AFEB1-6583-C087-CA45-C46065262B2D}"/>
              </a:ext>
            </a:extLst>
          </p:cNvPr>
          <p:cNvSpPr/>
          <p:nvPr/>
        </p:nvSpPr>
        <p:spPr>
          <a:xfrm>
            <a:off x="3210328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AFD1951-DD0B-A0F3-1610-0FF812ADF017}"/>
              </a:ext>
            </a:extLst>
          </p:cNvPr>
          <p:cNvCxnSpPr>
            <a:cxnSpLocks/>
          </p:cNvCxnSpPr>
          <p:nvPr/>
        </p:nvCxnSpPr>
        <p:spPr>
          <a:xfrm>
            <a:off x="3371052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8EE818A-A42F-7562-9B1F-529938E2F42C}"/>
              </a:ext>
            </a:extLst>
          </p:cNvPr>
          <p:cNvCxnSpPr>
            <a:cxnSpLocks/>
          </p:cNvCxnSpPr>
          <p:nvPr/>
        </p:nvCxnSpPr>
        <p:spPr>
          <a:xfrm flipH="1">
            <a:off x="3268112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B56D733-13D1-6B67-2D2F-92BA9B74FD3E}"/>
              </a:ext>
            </a:extLst>
          </p:cNvPr>
          <p:cNvCxnSpPr>
            <a:cxnSpLocks/>
          </p:cNvCxnSpPr>
          <p:nvPr/>
        </p:nvCxnSpPr>
        <p:spPr>
          <a:xfrm flipH="1">
            <a:off x="3328350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2BDE641-851E-3FD6-5E74-2F7FF62D330E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3860883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E045BC0-E5FB-D6DF-9AA1-6822A83B6734}"/>
              </a:ext>
            </a:extLst>
          </p:cNvPr>
          <p:cNvCxnSpPr>
            <a:cxnSpLocks/>
          </p:cNvCxnSpPr>
          <p:nvPr/>
        </p:nvCxnSpPr>
        <p:spPr>
          <a:xfrm>
            <a:off x="3834014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0FB325F-4A16-8700-8FF8-538BC9F61D73}"/>
              </a:ext>
            </a:extLst>
          </p:cNvPr>
          <p:cNvCxnSpPr>
            <a:cxnSpLocks/>
          </p:cNvCxnSpPr>
          <p:nvPr/>
        </p:nvCxnSpPr>
        <p:spPr>
          <a:xfrm flipH="1">
            <a:off x="5269523" y="1951317"/>
            <a:ext cx="5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FCA5D14-170D-7D99-DC4D-585F469F5B9A}"/>
              </a:ext>
            </a:extLst>
          </p:cNvPr>
          <p:cNvSpPr/>
          <p:nvPr/>
        </p:nvSpPr>
        <p:spPr>
          <a:xfrm>
            <a:off x="5163150" y="222505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C64B374-340A-60DB-EF24-33FA299EAC45}"/>
              </a:ext>
            </a:extLst>
          </p:cNvPr>
          <p:cNvCxnSpPr>
            <a:cxnSpLocks/>
          </p:cNvCxnSpPr>
          <p:nvPr/>
        </p:nvCxnSpPr>
        <p:spPr>
          <a:xfrm>
            <a:off x="5323874" y="268595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B0EA35B-E614-005C-8873-FDEC19BBD58A}"/>
              </a:ext>
            </a:extLst>
          </p:cNvPr>
          <p:cNvCxnSpPr>
            <a:cxnSpLocks/>
          </p:cNvCxnSpPr>
          <p:nvPr/>
        </p:nvCxnSpPr>
        <p:spPr>
          <a:xfrm flipH="1">
            <a:off x="5220934" y="295968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E7EB0BF-F8DB-6711-494A-D6273074B421}"/>
              </a:ext>
            </a:extLst>
          </p:cNvPr>
          <p:cNvCxnSpPr>
            <a:cxnSpLocks/>
          </p:cNvCxnSpPr>
          <p:nvPr/>
        </p:nvCxnSpPr>
        <p:spPr>
          <a:xfrm flipH="1">
            <a:off x="5281172" y="300549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94A6507-D8AC-9914-6C9E-13019A5F7B4B}"/>
              </a:ext>
            </a:extLst>
          </p:cNvPr>
          <p:cNvCxnSpPr>
            <a:cxnSpLocks/>
          </p:cNvCxnSpPr>
          <p:nvPr/>
        </p:nvCxnSpPr>
        <p:spPr>
          <a:xfrm flipH="1">
            <a:off x="5813705" y="1937037"/>
            <a:ext cx="1196" cy="28801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BAAC37C-0D09-AD4A-2BED-B3D662C75B7F}"/>
              </a:ext>
            </a:extLst>
          </p:cNvPr>
          <p:cNvCxnSpPr>
            <a:cxnSpLocks/>
          </p:cNvCxnSpPr>
          <p:nvPr/>
        </p:nvCxnSpPr>
        <p:spPr>
          <a:xfrm>
            <a:off x="5786836" y="267167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CE02CFF9-A83F-B986-4DA9-B6200CA41198}"/>
              </a:ext>
            </a:extLst>
          </p:cNvPr>
          <p:cNvSpPr/>
          <p:nvPr/>
        </p:nvSpPr>
        <p:spPr>
          <a:xfrm>
            <a:off x="3676559" y="2973970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B65FBC32-EA84-B78A-E97B-9CD8D90DFBDA}"/>
              </a:ext>
            </a:extLst>
          </p:cNvPr>
          <p:cNvSpPr/>
          <p:nvPr/>
        </p:nvSpPr>
        <p:spPr>
          <a:xfrm>
            <a:off x="5627746" y="2959688"/>
            <a:ext cx="318179" cy="30943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FD14890-8E28-4C20-41E2-478119BB9713}"/>
              </a:ext>
            </a:extLst>
          </p:cNvPr>
          <p:cNvSpPr/>
          <p:nvPr/>
        </p:nvSpPr>
        <p:spPr>
          <a:xfrm>
            <a:off x="4442611" y="3654990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DEB5AD6-E60F-1B3D-DCE3-3513F907D174}"/>
              </a:ext>
            </a:extLst>
          </p:cNvPr>
          <p:cNvCxnSpPr>
            <a:cxnSpLocks/>
          </p:cNvCxnSpPr>
          <p:nvPr/>
        </p:nvCxnSpPr>
        <p:spPr>
          <a:xfrm>
            <a:off x="4603335" y="4115889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1BCE79D-ADEF-5217-322B-E47E8F1D3CC9}"/>
              </a:ext>
            </a:extLst>
          </p:cNvPr>
          <p:cNvCxnSpPr>
            <a:cxnSpLocks/>
          </p:cNvCxnSpPr>
          <p:nvPr/>
        </p:nvCxnSpPr>
        <p:spPr>
          <a:xfrm flipH="1">
            <a:off x="4500395" y="438962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CDF6A8D-907A-9A5F-5036-2BAA3BB0DD93}"/>
              </a:ext>
            </a:extLst>
          </p:cNvPr>
          <p:cNvCxnSpPr>
            <a:cxnSpLocks/>
          </p:cNvCxnSpPr>
          <p:nvPr/>
        </p:nvCxnSpPr>
        <p:spPr>
          <a:xfrm flipH="1">
            <a:off x="4560633" y="443543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9C08286-6348-868D-B08B-789EA9331AAB}"/>
              </a:ext>
            </a:extLst>
          </p:cNvPr>
          <p:cNvCxnSpPr>
            <a:cxnSpLocks/>
          </p:cNvCxnSpPr>
          <p:nvPr/>
        </p:nvCxnSpPr>
        <p:spPr>
          <a:xfrm>
            <a:off x="5066297" y="4101609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92664C57-F8FB-094D-2EB3-49C18CCB9B2E}"/>
              </a:ext>
            </a:extLst>
          </p:cNvPr>
          <p:cNvSpPr/>
          <p:nvPr/>
        </p:nvSpPr>
        <p:spPr>
          <a:xfrm>
            <a:off x="4907213" y="4403906"/>
            <a:ext cx="318168" cy="309431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D61C380A-F5C9-69BA-E700-0C8D149E8EE0}"/>
              </a:ext>
            </a:extLst>
          </p:cNvPr>
          <p:cNvCxnSpPr>
            <a:cxnSpLocks/>
            <a:stCxn id="127" idx="4"/>
          </p:cNvCxnSpPr>
          <p:nvPr/>
        </p:nvCxnSpPr>
        <p:spPr>
          <a:xfrm rot="16200000" flipH="1">
            <a:off x="4154801" y="2964252"/>
            <a:ext cx="172082" cy="810387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CC881EB-7555-3028-8A72-28C2BCADBD40}"/>
              </a:ext>
            </a:extLst>
          </p:cNvPr>
          <p:cNvCxnSpPr>
            <a:cxnSpLocks/>
            <a:stCxn id="128" idx="4"/>
          </p:cNvCxnSpPr>
          <p:nvPr/>
        </p:nvCxnSpPr>
        <p:spPr>
          <a:xfrm rot="5400000">
            <a:off x="5335352" y="3000069"/>
            <a:ext cx="182430" cy="720538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6ABE109-9908-A6C9-80D8-E941B2E91655}"/>
              </a:ext>
            </a:extLst>
          </p:cNvPr>
          <p:cNvCxnSpPr>
            <a:cxnSpLocks/>
          </p:cNvCxnSpPr>
          <p:nvPr/>
        </p:nvCxnSpPr>
        <p:spPr>
          <a:xfrm>
            <a:off x="4646036" y="3451553"/>
            <a:ext cx="0" cy="20343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4AFF057-AC8E-E0FB-7981-734F451CFA64}"/>
              </a:ext>
            </a:extLst>
          </p:cNvPr>
          <p:cNvCxnSpPr>
            <a:cxnSpLocks/>
          </p:cNvCxnSpPr>
          <p:nvPr/>
        </p:nvCxnSpPr>
        <p:spPr>
          <a:xfrm>
            <a:off x="5066297" y="3434090"/>
            <a:ext cx="0" cy="22090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DFDA38E-07DE-3F71-16B3-4E88F69C6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951" y="1022076"/>
            <a:ext cx="641802" cy="20267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41739BA-0EEE-0715-E3A3-BF38D3AE4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6002" y="2346028"/>
            <a:ext cx="653062" cy="20267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748E007-EE26-712E-2B2B-C52EB9DB63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2655" y="3769208"/>
            <a:ext cx="664322" cy="20267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6D8E4EE-BF8B-5164-A68D-8EF1A2472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124" y="1028431"/>
            <a:ext cx="641802" cy="2026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B4AD157-1B77-4BC7-0740-9D22DDEC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6202" y="1028431"/>
            <a:ext cx="641802" cy="20267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C7F9AA8-11B6-371D-D351-25CE80DEB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882" y="1022076"/>
            <a:ext cx="641802" cy="2026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54235E8-B31F-01C6-13CB-25F619814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638" y="2346028"/>
            <a:ext cx="653062" cy="20267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AA88BEC-27A8-BAEF-19BC-467A89530A67}"/>
              </a:ext>
            </a:extLst>
          </p:cNvPr>
          <p:cNvSpPr txBox="1"/>
          <p:nvPr/>
        </p:nvSpPr>
        <p:spPr>
          <a:xfrm>
            <a:off x="5529259" y="4055603"/>
            <a:ext cx="3546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Rockwell" panose="02060603020205020403" pitchFamily="18" charset="0"/>
              </a:rPr>
              <a:t>Greedy</a:t>
            </a:r>
            <a:r>
              <a:rPr lang="en-GB" sz="2400" dirty="0">
                <a:latin typeface="Rockwell" panose="02060603020205020403" pitchFamily="18" charset="0"/>
              </a:rPr>
              <a:t> Coherence Enhancement Protocol 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D8E167-6166-E938-7FDA-89678A9C8E16}"/>
              </a:ext>
            </a:extLst>
          </p:cNvPr>
          <p:cNvSpPr/>
          <p:nvPr/>
        </p:nvSpPr>
        <p:spPr>
          <a:xfrm>
            <a:off x="5589303" y="4050481"/>
            <a:ext cx="3426515" cy="856974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3FDFC8-2E59-0DD7-3E67-BC9C7E541E3C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7B23D07-B2F8-D5AF-0172-89DAE9CF81D3}"/>
              </a:ext>
            </a:extLst>
          </p:cNvPr>
          <p:cNvCxnSpPr>
            <a:cxnSpLocks/>
          </p:cNvCxnSpPr>
          <p:nvPr/>
        </p:nvCxnSpPr>
        <p:spPr>
          <a:xfrm>
            <a:off x="188614" y="3767202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4C11C5-A5B3-4E4E-DD97-C06846F8DAA1}"/>
              </a:ext>
            </a:extLst>
          </p:cNvPr>
          <p:cNvSpPr txBox="1"/>
          <p:nvPr/>
        </p:nvSpPr>
        <p:spPr>
          <a:xfrm>
            <a:off x="479143" y="3569407"/>
            <a:ext cx="3279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This protocol is </a:t>
            </a:r>
            <a:r>
              <a:rPr lang="en-GB" sz="2000" dirty="0">
                <a:solidFill>
                  <a:srgbClr val="A91F2E"/>
                </a:solidFill>
                <a:latin typeface="Rockwell" panose="02060603020205020403" pitchFamily="18" charset="0"/>
              </a:rPr>
              <a:t>completely constructive </a:t>
            </a:r>
            <a:r>
              <a:rPr lang="en-GB" sz="1200" dirty="0">
                <a:solidFill>
                  <a:srgbClr val="A91F2E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51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31EE-41B8-0F33-00A8-86425BB1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5B0691-4120-F333-F05B-D23A0A9772E7}"/>
              </a:ext>
            </a:extLst>
          </p:cNvPr>
          <p:cNvSpPr/>
          <p:nvPr/>
        </p:nvSpPr>
        <p:spPr>
          <a:xfrm>
            <a:off x="1024317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39A189-AF9E-08E7-184F-AE1F5FA160BE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185041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7AFE858-1F27-68F9-DEE4-B04F3477C2CA}"/>
              </a:ext>
            </a:extLst>
          </p:cNvPr>
          <p:cNvSpPr/>
          <p:nvPr/>
        </p:nvSpPr>
        <p:spPr>
          <a:xfrm>
            <a:off x="1024317" y="1571337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3F3520C-77B8-EC3F-2331-620CFA4671CA}"/>
              </a:ext>
            </a:extLst>
          </p:cNvPr>
          <p:cNvCxnSpPr>
            <a:cxnSpLocks/>
          </p:cNvCxnSpPr>
          <p:nvPr/>
        </p:nvCxnSpPr>
        <p:spPr>
          <a:xfrm>
            <a:off x="1185041" y="2032236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BB330D4-69E9-2D6F-7EB1-1E1EA0C04178}"/>
              </a:ext>
            </a:extLst>
          </p:cNvPr>
          <p:cNvCxnSpPr>
            <a:cxnSpLocks/>
          </p:cNvCxnSpPr>
          <p:nvPr/>
        </p:nvCxnSpPr>
        <p:spPr>
          <a:xfrm flipH="1">
            <a:off x="1082101" y="2305971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B6DCBD-0BCB-2019-ECCF-D56433DBE0A7}"/>
              </a:ext>
            </a:extLst>
          </p:cNvPr>
          <p:cNvCxnSpPr>
            <a:cxnSpLocks/>
          </p:cNvCxnSpPr>
          <p:nvPr/>
        </p:nvCxnSpPr>
        <p:spPr>
          <a:xfrm flipH="1">
            <a:off x="1142339" y="2351781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8E7AEBC-13F8-C308-18C6-310F66432FCC}"/>
              </a:ext>
            </a:extLst>
          </p:cNvPr>
          <p:cNvSpPr/>
          <p:nvPr/>
        </p:nvSpPr>
        <p:spPr>
          <a:xfrm>
            <a:off x="1487279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86F1C9-600B-9A40-6821-7D4E7989786D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648003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FA8AAB1-3343-45D7-0E92-0C7786DEEF60}"/>
              </a:ext>
            </a:extLst>
          </p:cNvPr>
          <p:cNvSpPr/>
          <p:nvPr/>
        </p:nvSpPr>
        <p:spPr>
          <a:xfrm>
            <a:off x="1487288" y="2320253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A899B3-E032-1143-4DA6-BCA17893EAD0}"/>
              </a:ext>
            </a:extLst>
          </p:cNvPr>
          <p:cNvCxnSpPr>
            <a:cxnSpLocks/>
          </p:cNvCxnSpPr>
          <p:nvPr/>
        </p:nvCxnSpPr>
        <p:spPr>
          <a:xfrm>
            <a:off x="1648003" y="2017956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4694383-A0E0-9B73-1221-A2FD2BD18B77}"/>
              </a:ext>
            </a:extLst>
          </p:cNvPr>
          <p:cNvSpPr/>
          <p:nvPr/>
        </p:nvSpPr>
        <p:spPr>
          <a:xfrm>
            <a:off x="2004592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27CB665-15B2-210C-1AE7-035C2EE32A29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2165316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FD902B1-34C6-1E6F-FAA5-9BC15A906764}"/>
              </a:ext>
            </a:extLst>
          </p:cNvPr>
          <p:cNvSpPr/>
          <p:nvPr/>
        </p:nvSpPr>
        <p:spPr>
          <a:xfrm>
            <a:off x="2004592" y="1571337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2F3BF6-6F6B-5EA9-289A-67560EEAD450}"/>
              </a:ext>
            </a:extLst>
          </p:cNvPr>
          <p:cNvCxnSpPr>
            <a:cxnSpLocks/>
          </p:cNvCxnSpPr>
          <p:nvPr/>
        </p:nvCxnSpPr>
        <p:spPr>
          <a:xfrm>
            <a:off x="2628278" y="2003676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60444F-0207-7C88-7F82-B85FB2C6C29F}"/>
              </a:ext>
            </a:extLst>
          </p:cNvPr>
          <p:cNvCxnSpPr>
            <a:cxnSpLocks/>
          </p:cNvCxnSpPr>
          <p:nvPr/>
        </p:nvCxnSpPr>
        <p:spPr>
          <a:xfrm flipH="1">
            <a:off x="2525338" y="2277411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B00A49-544B-93D7-04A1-FB9A3878564C}"/>
              </a:ext>
            </a:extLst>
          </p:cNvPr>
          <p:cNvCxnSpPr>
            <a:cxnSpLocks/>
          </p:cNvCxnSpPr>
          <p:nvPr/>
        </p:nvCxnSpPr>
        <p:spPr>
          <a:xfrm flipH="1">
            <a:off x="2585576" y="2323221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69F47E9-D16B-763F-DC47-ED3BC7023905}"/>
              </a:ext>
            </a:extLst>
          </p:cNvPr>
          <p:cNvSpPr/>
          <p:nvPr/>
        </p:nvSpPr>
        <p:spPr>
          <a:xfrm>
            <a:off x="2467554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0FF29B-2FC5-2A42-6E4C-F53663B06E14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2628278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01F1E606-BC57-1CDC-756F-237F86226F18}"/>
              </a:ext>
            </a:extLst>
          </p:cNvPr>
          <p:cNvSpPr/>
          <p:nvPr/>
        </p:nvSpPr>
        <p:spPr>
          <a:xfrm>
            <a:off x="2032661" y="2305973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15B457-C2C3-53C3-57DF-AE247FA1EFBA}"/>
              </a:ext>
            </a:extLst>
          </p:cNvPr>
          <p:cNvCxnSpPr>
            <a:cxnSpLocks/>
          </p:cNvCxnSpPr>
          <p:nvPr/>
        </p:nvCxnSpPr>
        <p:spPr>
          <a:xfrm>
            <a:off x="2193376" y="2003676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5A14178-B49C-D070-3775-08B7265EB301}"/>
              </a:ext>
            </a:extLst>
          </p:cNvPr>
          <p:cNvSpPr/>
          <p:nvPr/>
        </p:nvSpPr>
        <p:spPr>
          <a:xfrm>
            <a:off x="2962693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5B346D-8CBA-9672-9F01-55476B194EFB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3123417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88300A7-5E4C-E992-C08F-6838284A6985}"/>
              </a:ext>
            </a:extLst>
          </p:cNvPr>
          <p:cNvSpPr/>
          <p:nvPr/>
        </p:nvSpPr>
        <p:spPr>
          <a:xfrm>
            <a:off x="2962693" y="1571337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CE7FBF-2A08-1D9A-B6BB-AB216F3C5E3B}"/>
              </a:ext>
            </a:extLst>
          </p:cNvPr>
          <p:cNvCxnSpPr>
            <a:cxnSpLocks/>
          </p:cNvCxnSpPr>
          <p:nvPr/>
        </p:nvCxnSpPr>
        <p:spPr>
          <a:xfrm>
            <a:off x="3123417" y="2032236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ED48865-36E4-8210-9E67-F755043DAE8A}"/>
              </a:ext>
            </a:extLst>
          </p:cNvPr>
          <p:cNvCxnSpPr>
            <a:cxnSpLocks/>
          </p:cNvCxnSpPr>
          <p:nvPr/>
        </p:nvCxnSpPr>
        <p:spPr>
          <a:xfrm flipH="1">
            <a:off x="3020477" y="2305971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829CE8C-DF33-6BAB-6D49-56D95E9709FA}"/>
              </a:ext>
            </a:extLst>
          </p:cNvPr>
          <p:cNvCxnSpPr>
            <a:cxnSpLocks/>
          </p:cNvCxnSpPr>
          <p:nvPr/>
        </p:nvCxnSpPr>
        <p:spPr>
          <a:xfrm flipH="1">
            <a:off x="3080715" y="2351781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4DE072C5-E072-9B90-67EF-B72E135A1078}"/>
              </a:ext>
            </a:extLst>
          </p:cNvPr>
          <p:cNvSpPr/>
          <p:nvPr/>
        </p:nvSpPr>
        <p:spPr>
          <a:xfrm>
            <a:off x="3425655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BB7B5F2-2612-9C11-C0FA-7D0CFB272728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3586379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5234F87-8705-7F44-71F1-87DD6E293657}"/>
              </a:ext>
            </a:extLst>
          </p:cNvPr>
          <p:cNvSpPr/>
          <p:nvPr/>
        </p:nvSpPr>
        <p:spPr>
          <a:xfrm>
            <a:off x="3425664" y="2320253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5AF98C1-9D36-3332-4D57-CA86C1BDA4F3}"/>
              </a:ext>
            </a:extLst>
          </p:cNvPr>
          <p:cNvCxnSpPr>
            <a:cxnSpLocks/>
          </p:cNvCxnSpPr>
          <p:nvPr/>
        </p:nvCxnSpPr>
        <p:spPr>
          <a:xfrm>
            <a:off x="3586379" y="2017956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8C3B46AE-6E3D-B889-9834-DDA581880587}"/>
              </a:ext>
            </a:extLst>
          </p:cNvPr>
          <p:cNvSpPr/>
          <p:nvPr/>
        </p:nvSpPr>
        <p:spPr>
          <a:xfrm>
            <a:off x="3941769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B8760D3-A623-41BB-3F82-250466F420A4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4102493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10472F60-6244-A587-9322-AC2AE31FC586}"/>
              </a:ext>
            </a:extLst>
          </p:cNvPr>
          <p:cNvSpPr/>
          <p:nvPr/>
        </p:nvSpPr>
        <p:spPr>
          <a:xfrm>
            <a:off x="3941769" y="1571337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D1F13D7-D593-AD15-56A3-C1971351B3AE}"/>
              </a:ext>
            </a:extLst>
          </p:cNvPr>
          <p:cNvCxnSpPr>
            <a:cxnSpLocks/>
          </p:cNvCxnSpPr>
          <p:nvPr/>
        </p:nvCxnSpPr>
        <p:spPr>
          <a:xfrm>
            <a:off x="4565455" y="2003676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C24FC72-5CF8-1396-5FD9-DFE1D2604277}"/>
              </a:ext>
            </a:extLst>
          </p:cNvPr>
          <p:cNvCxnSpPr>
            <a:cxnSpLocks/>
          </p:cNvCxnSpPr>
          <p:nvPr/>
        </p:nvCxnSpPr>
        <p:spPr>
          <a:xfrm flipH="1">
            <a:off x="4462515" y="2277411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3E6A2BE-B27F-D34D-CAE9-90E02FF71031}"/>
              </a:ext>
            </a:extLst>
          </p:cNvPr>
          <p:cNvCxnSpPr>
            <a:cxnSpLocks/>
          </p:cNvCxnSpPr>
          <p:nvPr/>
        </p:nvCxnSpPr>
        <p:spPr>
          <a:xfrm flipH="1">
            <a:off x="4522753" y="2323221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C8120EFF-7E9B-E787-5717-51555315D0C2}"/>
              </a:ext>
            </a:extLst>
          </p:cNvPr>
          <p:cNvSpPr/>
          <p:nvPr/>
        </p:nvSpPr>
        <p:spPr>
          <a:xfrm>
            <a:off x="4404731" y="966743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0E56F1A-12D2-71BE-8957-313DD5098006}"/>
              </a:ext>
            </a:extLst>
          </p:cNvPr>
          <p:cNvCxnSpPr>
            <a:cxnSpLocks/>
            <a:stCxn id="99" idx="4"/>
          </p:cNvCxnSpPr>
          <p:nvPr/>
        </p:nvCxnSpPr>
        <p:spPr>
          <a:xfrm>
            <a:off x="4565455" y="1269040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42C91CD3-A603-8DCD-CB78-AA1962D324A7}"/>
              </a:ext>
            </a:extLst>
          </p:cNvPr>
          <p:cNvSpPr/>
          <p:nvPr/>
        </p:nvSpPr>
        <p:spPr>
          <a:xfrm>
            <a:off x="3969838" y="2305973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13BD095-003C-63A2-7EE2-C5A6C897A2DE}"/>
              </a:ext>
            </a:extLst>
          </p:cNvPr>
          <p:cNvCxnSpPr>
            <a:cxnSpLocks/>
          </p:cNvCxnSpPr>
          <p:nvPr/>
        </p:nvCxnSpPr>
        <p:spPr>
          <a:xfrm>
            <a:off x="4130553" y="2003676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B08723F-7E01-AF7C-B4B3-DBE209D95AC6}"/>
              </a:ext>
            </a:extLst>
          </p:cNvPr>
          <p:cNvSpPr/>
          <p:nvPr/>
        </p:nvSpPr>
        <p:spPr>
          <a:xfrm>
            <a:off x="4161559" y="3997290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600A77-B8D8-A68B-FE90-647B3FCE3D18}"/>
              </a:ext>
            </a:extLst>
          </p:cNvPr>
          <p:cNvCxnSpPr>
            <a:cxnSpLocks/>
          </p:cNvCxnSpPr>
          <p:nvPr/>
        </p:nvCxnSpPr>
        <p:spPr>
          <a:xfrm>
            <a:off x="4322283" y="4458189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4DFD881-01CF-EE39-5F9C-A239908B5381}"/>
              </a:ext>
            </a:extLst>
          </p:cNvPr>
          <p:cNvCxnSpPr>
            <a:cxnSpLocks/>
          </p:cNvCxnSpPr>
          <p:nvPr/>
        </p:nvCxnSpPr>
        <p:spPr>
          <a:xfrm flipH="1">
            <a:off x="4219343" y="4731924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96630BD-13F8-D01C-49F3-15A9303997CC}"/>
              </a:ext>
            </a:extLst>
          </p:cNvPr>
          <p:cNvCxnSpPr>
            <a:cxnSpLocks/>
          </p:cNvCxnSpPr>
          <p:nvPr/>
        </p:nvCxnSpPr>
        <p:spPr>
          <a:xfrm flipH="1">
            <a:off x="4279581" y="4777734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CA7DB60-C514-3694-694B-EF323570ACA5}"/>
              </a:ext>
            </a:extLst>
          </p:cNvPr>
          <p:cNvCxnSpPr>
            <a:cxnSpLocks/>
          </p:cNvCxnSpPr>
          <p:nvPr/>
        </p:nvCxnSpPr>
        <p:spPr>
          <a:xfrm>
            <a:off x="4785245" y="4443909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24014357-DD69-337F-640C-363EE5C752F5}"/>
              </a:ext>
            </a:extLst>
          </p:cNvPr>
          <p:cNvSpPr/>
          <p:nvPr/>
        </p:nvSpPr>
        <p:spPr>
          <a:xfrm>
            <a:off x="4626161" y="4746206"/>
            <a:ext cx="318168" cy="309431"/>
          </a:xfrm>
          <a:prstGeom prst="ellipse">
            <a:avLst/>
          </a:prstGeom>
          <a:solidFill>
            <a:schemeClr val="accent6">
              <a:lumMod val="50000"/>
              <a:alpha val="58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55FF867-8FB2-F6BD-0647-9987F71D71CF}"/>
              </a:ext>
            </a:extLst>
          </p:cNvPr>
          <p:cNvCxnSpPr>
            <a:cxnSpLocks/>
          </p:cNvCxnSpPr>
          <p:nvPr/>
        </p:nvCxnSpPr>
        <p:spPr>
          <a:xfrm>
            <a:off x="4364984" y="3793853"/>
            <a:ext cx="0" cy="20343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95967A6-7C3E-A593-7D67-B9BD0488AC48}"/>
              </a:ext>
            </a:extLst>
          </p:cNvPr>
          <p:cNvCxnSpPr>
            <a:cxnSpLocks/>
          </p:cNvCxnSpPr>
          <p:nvPr/>
        </p:nvCxnSpPr>
        <p:spPr>
          <a:xfrm>
            <a:off x="4785245" y="3776390"/>
            <a:ext cx="0" cy="22090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7580B04-3A37-7BB4-6D8D-7CE79E8B9CB9}"/>
              </a:ext>
            </a:extLst>
          </p:cNvPr>
          <p:cNvSpPr/>
          <p:nvPr/>
        </p:nvSpPr>
        <p:spPr>
          <a:xfrm>
            <a:off x="6086579" y="96470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71400E-5590-9E02-CFB9-E9B13C12D0DE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6247303" y="126699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02BECE5-1B34-8092-5BCB-DCA188D75C14}"/>
              </a:ext>
            </a:extLst>
          </p:cNvPr>
          <p:cNvSpPr/>
          <p:nvPr/>
        </p:nvSpPr>
        <p:spPr>
          <a:xfrm>
            <a:off x="6086579" y="156929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15455C-BA8D-7501-ACF3-4DC92456A711}"/>
              </a:ext>
            </a:extLst>
          </p:cNvPr>
          <p:cNvCxnSpPr>
            <a:cxnSpLocks/>
          </p:cNvCxnSpPr>
          <p:nvPr/>
        </p:nvCxnSpPr>
        <p:spPr>
          <a:xfrm>
            <a:off x="6247303" y="203019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DC963DE-3AD8-10C7-A417-4C3AB6E2D417}"/>
              </a:ext>
            </a:extLst>
          </p:cNvPr>
          <p:cNvCxnSpPr>
            <a:cxnSpLocks/>
          </p:cNvCxnSpPr>
          <p:nvPr/>
        </p:nvCxnSpPr>
        <p:spPr>
          <a:xfrm flipH="1">
            <a:off x="6144363" y="230392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4C4176C-2A99-8CEE-4F34-80FBEC268D51}"/>
              </a:ext>
            </a:extLst>
          </p:cNvPr>
          <p:cNvCxnSpPr>
            <a:cxnSpLocks/>
          </p:cNvCxnSpPr>
          <p:nvPr/>
        </p:nvCxnSpPr>
        <p:spPr>
          <a:xfrm flipH="1">
            <a:off x="6204601" y="234973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80F5D12-2C59-D3E1-28C6-1A9EDBF82A81}"/>
              </a:ext>
            </a:extLst>
          </p:cNvPr>
          <p:cNvSpPr/>
          <p:nvPr/>
        </p:nvSpPr>
        <p:spPr>
          <a:xfrm>
            <a:off x="6549541" y="96470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CA1405-B02B-35DE-6EC0-FA27DAFB372D}"/>
              </a:ext>
            </a:extLst>
          </p:cNvPr>
          <p:cNvCxnSpPr>
            <a:cxnSpLocks/>
            <a:stCxn id="58" idx="4"/>
          </p:cNvCxnSpPr>
          <p:nvPr/>
        </p:nvCxnSpPr>
        <p:spPr>
          <a:xfrm>
            <a:off x="6710265" y="126699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A8C6533-F2A0-78B5-3CCF-569A40539589}"/>
              </a:ext>
            </a:extLst>
          </p:cNvPr>
          <p:cNvSpPr/>
          <p:nvPr/>
        </p:nvSpPr>
        <p:spPr>
          <a:xfrm>
            <a:off x="6549550" y="231821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383F78-356C-A445-567B-8C4F174D64EC}"/>
              </a:ext>
            </a:extLst>
          </p:cNvPr>
          <p:cNvCxnSpPr>
            <a:cxnSpLocks/>
          </p:cNvCxnSpPr>
          <p:nvPr/>
        </p:nvCxnSpPr>
        <p:spPr>
          <a:xfrm>
            <a:off x="6710265" y="201591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BA2ABB47-C9A6-892A-D165-3020C8D5FC52}"/>
              </a:ext>
            </a:extLst>
          </p:cNvPr>
          <p:cNvSpPr/>
          <p:nvPr/>
        </p:nvSpPr>
        <p:spPr>
          <a:xfrm>
            <a:off x="7065655" y="96470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4F7FE10-2B7E-11AC-31A0-E9761936940B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7226379" y="126699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633B453-5B6C-3ED8-752E-4BF13BA9A730}"/>
              </a:ext>
            </a:extLst>
          </p:cNvPr>
          <p:cNvSpPr/>
          <p:nvPr/>
        </p:nvSpPr>
        <p:spPr>
          <a:xfrm>
            <a:off x="7065655" y="1569294"/>
            <a:ext cx="784410" cy="44661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22C3626-9385-1E69-788C-E2FE356A3F44}"/>
              </a:ext>
            </a:extLst>
          </p:cNvPr>
          <p:cNvCxnSpPr>
            <a:cxnSpLocks/>
          </p:cNvCxnSpPr>
          <p:nvPr/>
        </p:nvCxnSpPr>
        <p:spPr>
          <a:xfrm>
            <a:off x="7689341" y="2001633"/>
            <a:ext cx="0" cy="27373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105D00D-1861-05FF-676F-2D24B0AD71BF}"/>
              </a:ext>
            </a:extLst>
          </p:cNvPr>
          <p:cNvCxnSpPr>
            <a:cxnSpLocks/>
          </p:cNvCxnSpPr>
          <p:nvPr/>
        </p:nvCxnSpPr>
        <p:spPr>
          <a:xfrm flipH="1">
            <a:off x="7586401" y="2275368"/>
            <a:ext cx="2058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CA9602-CC09-A56C-6CAA-A8974ABFD1C7}"/>
              </a:ext>
            </a:extLst>
          </p:cNvPr>
          <p:cNvCxnSpPr>
            <a:cxnSpLocks/>
          </p:cNvCxnSpPr>
          <p:nvPr/>
        </p:nvCxnSpPr>
        <p:spPr>
          <a:xfrm flipH="1">
            <a:off x="7646639" y="2321178"/>
            <a:ext cx="8540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09A48BB4-60AD-5752-D01C-252E8C542D61}"/>
              </a:ext>
            </a:extLst>
          </p:cNvPr>
          <p:cNvSpPr/>
          <p:nvPr/>
        </p:nvSpPr>
        <p:spPr>
          <a:xfrm>
            <a:off x="7528617" y="964700"/>
            <a:ext cx="321448" cy="302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59D792A-F0AC-F512-9938-A6B32F30CF16}"/>
              </a:ext>
            </a:extLst>
          </p:cNvPr>
          <p:cNvCxnSpPr>
            <a:cxnSpLocks/>
            <a:stCxn id="75" idx="4"/>
          </p:cNvCxnSpPr>
          <p:nvPr/>
        </p:nvCxnSpPr>
        <p:spPr>
          <a:xfrm>
            <a:off x="7689341" y="1266997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50C47ED-10EA-CEFE-E0CA-E98B9338334C}"/>
              </a:ext>
            </a:extLst>
          </p:cNvPr>
          <p:cNvSpPr/>
          <p:nvPr/>
        </p:nvSpPr>
        <p:spPr>
          <a:xfrm>
            <a:off x="7093724" y="2303930"/>
            <a:ext cx="321439" cy="302297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F81118-5897-DD4D-248C-67CED9B1586C}"/>
              </a:ext>
            </a:extLst>
          </p:cNvPr>
          <p:cNvCxnSpPr>
            <a:cxnSpLocks/>
          </p:cNvCxnSpPr>
          <p:nvPr/>
        </p:nvCxnSpPr>
        <p:spPr>
          <a:xfrm>
            <a:off x="7254439" y="2001633"/>
            <a:ext cx="0" cy="302297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0" name="Graphic 79">
            <a:extLst>
              <a:ext uri="{FF2B5EF4-FFF2-40B4-BE49-F238E27FC236}">
                <a16:creationId xmlns:a16="http://schemas.microsoft.com/office/drawing/2014/main" id="{8EB1271D-7352-AB8B-B309-A9B974C0B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253" y="1724819"/>
            <a:ext cx="1047394" cy="139653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69FF88C2-5055-893B-972C-57E62839D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120309" y="3124975"/>
            <a:ext cx="851474" cy="124219"/>
          </a:xfrm>
          <a:prstGeom prst="rect">
            <a:avLst/>
          </a:prstGeom>
        </p:spPr>
      </p:pic>
      <p:sp>
        <p:nvSpPr>
          <p:cNvPr id="91" name="Right Brace 90">
            <a:extLst>
              <a:ext uri="{FF2B5EF4-FFF2-40B4-BE49-F238E27FC236}">
                <a16:creationId xmlns:a16="http://schemas.microsoft.com/office/drawing/2014/main" id="{F558C2FA-D437-7641-BBCB-D7BC93A489B2}"/>
              </a:ext>
            </a:extLst>
          </p:cNvPr>
          <p:cNvSpPr/>
          <p:nvPr/>
        </p:nvSpPr>
        <p:spPr>
          <a:xfrm>
            <a:off x="8002697" y="1864471"/>
            <a:ext cx="243334" cy="2481259"/>
          </a:xfrm>
          <a:prstGeom prst="righ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E3BED58-9D8E-2A3D-452E-1C6E3EB8BCAD}"/>
              </a:ext>
            </a:extLst>
          </p:cNvPr>
          <p:cNvSpPr txBox="1"/>
          <p:nvPr/>
        </p:nvSpPr>
        <p:spPr>
          <a:xfrm>
            <a:off x="8261164" y="2996142"/>
            <a:ext cx="1439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steps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79DB4ED8-F174-C50A-AAB3-8152F5CE3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9366" y="2912161"/>
            <a:ext cx="208608" cy="151715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07C873AC-F1E7-6275-3F9B-C9FD176314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0202" y="133608"/>
            <a:ext cx="321448" cy="232157"/>
          </a:xfrm>
          <a:prstGeom prst="rect">
            <a:avLst/>
          </a:prstGeom>
        </p:spPr>
      </p:pic>
      <p:sp>
        <p:nvSpPr>
          <p:cNvPr id="115" name="Right Brace 114">
            <a:extLst>
              <a:ext uri="{FF2B5EF4-FFF2-40B4-BE49-F238E27FC236}">
                <a16:creationId xmlns:a16="http://schemas.microsoft.com/office/drawing/2014/main" id="{333D8CF8-B490-4742-2044-4FC328C2BF10}"/>
              </a:ext>
            </a:extLst>
          </p:cNvPr>
          <p:cNvSpPr/>
          <p:nvPr/>
        </p:nvSpPr>
        <p:spPr>
          <a:xfrm rot="16200000">
            <a:off x="4234634" y="-2631974"/>
            <a:ext cx="349499" cy="6559918"/>
          </a:xfrm>
          <a:prstGeom prst="righ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A6510F6-0A7C-15C9-3F30-F7B0CE7D53E2}"/>
              </a:ext>
            </a:extLst>
          </p:cNvPr>
          <p:cNvSpPr txBox="1"/>
          <p:nvPr/>
        </p:nvSpPr>
        <p:spPr>
          <a:xfrm>
            <a:off x="3887278" y="30235"/>
            <a:ext cx="3437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Input</a:t>
            </a:r>
            <a:r>
              <a:rPr lang="en-GB" sz="2000" dirty="0">
                <a:latin typeface="Rockwell" panose="02060603020205020403" pitchFamily="18" charset="0"/>
              </a:rPr>
              <a:t> </a:t>
            </a:r>
            <a:r>
              <a:rPr lang="en-GB" sz="2400" dirty="0">
                <a:latin typeface="Rockwell" panose="02060603020205020403" pitchFamily="18" charset="0"/>
              </a:rPr>
              <a:t>states</a:t>
            </a:r>
            <a:r>
              <a:rPr lang="en-GB" sz="2000" dirty="0">
                <a:latin typeface="Rockwell" panose="02060603020205020403" pitchFamily="18" charset="0"/>
              </a:rPr>
              <a:t>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912025A-E137-4795-8736-CE185C7128D5}"/>
              </a:ext>
            </a:extLst>
          </p:cNvPr>
          <p:cNvCxnSpPr>
            <a:cxnSpLocks/>
          </p:cNvCxnSpPr>
          <p:nvPr/>
        </p:nvCxnSpPr>
        <p:spPr>
          <a:xfrm>
            <a:off x="336448" y="4432231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1D126C-11C2-DE95-3D4C-881BCC4995A1}"/>
              </a:ext>
            </a:extLst>
          </p:cNvPr>
          <p:cNvSpPr txBox="1"/>
          <p:nvPr/>
        </p:nvSpPr>
        <p:spPr>
          <a:xfrm>
            <a:off x="662226" y="4243854"/>
            <a:ext cx="327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Inefficient</a:t>
            </a:r>
            <a:r>
              <a:rPr lang="en-GB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3B531-E03A-646C-12F8-A0B927EDD127}"/>
              </a:ext>
            </a:extLst>
          </p:cNvPr>
          <p:cNvSpPr txBox="1"/>
          <p:nvPr/>
        </p:nvSpPr>
        <p:spPr>
          <a:xfrm>
            <a:off x="662226" y="3535625"/>
            <a:ext cx="327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However</a:t>
            </a:r>
            <a:r>
              <a:rPr lang="en-GB" sz="2400" dirty="0">
                <a:latin typeface="Rockwell" panose="02060603020205020403" pitchFamily="18" charset="0"/>
              </a:rPr>
              <a:t> 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B9FF33-3AAA-1990-1ED3-466217B48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5621" y="1691041"/>
            <a:ext cx="641802" cy="2026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FAD9A20-DDFA-8EF7-80E2-8381E7FDBD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92504" y="1691266"/>
            <a:ext cx="641802" cy="20267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0015BD7-F51B-5ADC-4953-EB8573094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0988" y="1691041"/>
            <a:ext cx="641802" cy="2026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AAEE5D2-31FA-DEA4-F5C8-A11B003833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6592" y="1690269"/>
            <a:ext cx="641802" cy="20267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DD4F523-A60D-D6DE-67C7-AC02B381B9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0101" y="1688998"/>
            <a:ext cx="641802" cy="20267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3397795-29AC-0A6E-9F1F-AFE1A101DC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50478" y="1691266"/>
            <a:ext cx="641802" cy="20267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46B8E69-39E5-C878-9A43-C626880044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39839" y="4132758"/>
            <a:ext cx="664322" cy="2026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48AF13F-F0EA-6F76-65DE-506F99544EE7}"/>
              </a:ext>
            </a:extLst>
          </p:cNvPr>
          <p:cNvSpPr txBox="1"/>
          <p:nvPr/>
        </p:nvSpPr>
        <p:spPr>
          <a:xfrm>
            <a:off x="0" y="4627980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81A9A-E3D8-9B46-BA74-0F948A5DE80B}"/>
              </a:ext>
            </a:extLst>
          </p:cNvPr>
          <p:cNvSpPr txBox="1"/>
          <p:nvPr/>
        </p:nvSpPr>
        <p:spPr>
          <a:xfrm>
            <a:off x="600713" y="2996142"/>
            <a:ext cx="327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Completely Constructive </a:t>
            </a:r>
            <a:r>
              <a:rPr lang="en-GB" sz="1200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A799E9-F154-7B2F-0709-2F435A9FAEFF}"/>
              </a:ext>
            </a:extLst>
          </p:cNvPr>
          <p:cNvCxnSpPr>
            <a:cxnSpLocks/>
          </p:cNvCxnSpPr>
          <p:nvPr/>
        </p:nvCxnSpPr>
        <p:spPr>
          <a:xfrm>
            <a:off x="336447" y="3198784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56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03" grpId="0"/>
      <p:bldP spid="115" grpId="0" animBg="1"/>
      <p:bldP spid="116" grpId="0"/>
      <p:bldP spid="7" grpId="0"/>
      <p:bldP spid="9" grpId="0"/>
      <p:bldP spid="3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E9F88A-BE69-C450-93D2-BC7DE075D671}"/>
              </a:ext>
            </a:extLst>
          </p:cNvPr>
          <p:cNvSpPr txBox="1"/>
          <p:nvPr/>
        </p:nvSpPr>
        <p:spPr>
          <a:xfrm>
            <a:off x="323175" y="2563095"/>
            <a:ext cx="1993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at the </a:t>
            </a:r>
          </a:p>
          <a:p>
            <a:pPr algn="ctr"/>
            <a:r>
              <a:rPr lang="en-GB" sz="2400" dirty="0">
                <a:latin typeface="Rockwell" panose="02060603020205020403" pitchFamily="18" charset="0"/>
              </a:rPr>
              <a:t>       step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AD648-9627-A473-A7BD-C48D2CF38EAD}"/>
              </a:ext>
            </a:extLst>
          </p:cNvPr>
          <p:cNvSpPr txBox="1"/>
          <p:nvPr/>
        </p:nvSpPr>
        <p:spPr>
          <a:xfrm>
            <a:off x="370800" y="1404220"/>
            <a:ext cx="1993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at the </a:t>
            </a:r>
          </a:p>
          <a:p>
            <a:pPr algn="ctr"/>
            <a:r>
              <a:rPr lang="en-GB" sz="2400" dirty="0">
                <a:latin typeface="Rockwell" panose="02060603020205020403" pitchFamily="18" charset="0"/>
              </a:rPr>
              <a:t>       step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C2B35-95CC-6988-4B1E-5BBFBE3F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025586-31CC-F713-C8D3-AB17CE360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6919" y="1387910"/>
            <a:ext cx="4208771" cy="82795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1E284EE-776C-AACD-3AFE-11FC85529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6919" y="2645590"/>
            <a:ext cx="3984533" cy="5864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0E26ABF-8262-5847-430D-BC0A40A67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421" y="2751135"/>
            <a:ext cx="425221" cy="22185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07CA9DF-86DE-5B95-CE4F-DEEF389A6B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1850" y="1871777"/>
            <a:ext cx="1092064" cy="30577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8F5586B-4E8F-1561-175E-EC3B96A20A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421" y="1592261"/>
            <a:ext cx="425221" cy="22185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31DAD4C-BD48-528C-1316-0E3330B134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225" y="3030652"/>
            <a:ext cx="1092064" cy="30577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AB546B-63E9-CB30-EBD3-F884D368BF71}"/>
              </a:ext>
            </a:extLst>
          </p:cNvPr>
          <p:cNvCxnSpPr/>
          <p:nvPr/>
        </p:nvCxnSpPr>
        <p:spPr>
          <a:xfrm>
            <a:off x="2116667" y="1814116"/>
            <a:ext cx="61806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7C9999-644D-8514-AE8F-57EA54ACFA99}"/>
              </a:ext>
            </a:extLst>
          </p:cNvPr>
          <p:cNvCxnSpPr/>
          <p:nvPr/>
        </p:nvCxnSpPr>
        <p:spPr>
          <a:xfrm>
            <a:off x="2116667" y="3030652"/>
            <a:ext cx="618066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B79023A-2626-1900-FB00-CAF78405F352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F3F40-E351-0B51-D7EC-20C1C4EC1ABE}"/>
              </a:ext>
            </a:extLst>
          </p:cNvPr>
          <p:cNvSpPr txBox="1"/>
          <p:nvPr/>
        </p:nvSpPr>
        <p:spPr>
          <a:xfrm>
            <a:off x="895733" y="3785523"/>
            <a:ext cx="824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These are coupled, non-linear recurrence relations</a:t>
            </a:r>
          </a:p>
        </p:txBody>
      </p:sp>
    </p:spTree>
    <p:extLst>
      <p:ext uri="{BB962C8B-B14F-4D97-AF65-F5344CB8AC3E}">
        <p14:creationId xmlns:p14="http://schemas.microsoft.com/office/powerpoint/2010/main" val="196533375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22426-C63A-D8E3-8EC7-37CE0BD5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81B3F34-21E6-7D23-80A4-F25059F7B29D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AC42E-3AFA-7BD5-FF4C-45F5AB93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845FA6-E9C3-2122-87AD-F76A7C286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947"/>
          <a:stretch>
            <a:fillRect/>
          </a:stretch>
        </p:blipFill>
        <p:spPr>
          <a:xfrm>
            <a:off x="185245" y="1083733"/>
            <a:ext cx="8773510" cy="399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2862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B7E2-5EA2-6921-723A-F9406F1A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7182A7D-14E0-CD62-FC69-FB1196C363C1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259F-C6DE-B2E7-D35B-A7204E97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C85CC4-6EED-B973-1FBB-AF937234D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947"/>
          <a:stretch>
            <a:fillRect/>
          </a:stretch>
        </p:blipFill>
        <p:spPr>
          <a:xfrm>
            <a:off x="185245" y="1083733"/>
            <a:ext cx="8773510" cy="399428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6A3A2-79F1-1914-4CE2-8A037F0B5F53}"/>
              </a:ext>
            </a:extLst>
          </p:cNvPr>
          <p:cNvCxnSpPr>
            <a:cxnSpLocks/>
          </p:cNvCxnSpPr>
          <p:nvPr/>
        </p:nvCxnSpPr>
        <p:spPr>
          <a:xfrm flipH="1">
            <a:off x="3118757" y="1575707"/>
            <a:ext cx="432707" cy="809889"/>
          </a:xfrm>
          <a:prstGeom prst="straightConnector1">
            <a:avLst/>
          </a:prstGeom>
          <a:ln w="38100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E6D2D5-8451-CFEC-EC74-573E09C8915D}"/>
              </a:ext>
            </a:extLst>
          </p:cNvPr>
          <p:cNvSpPr txBox="1"/>
          <p:nvPr/>
        </p:nvSpPr>
        <p:spPr>
          <a:xfrm>
            <a:off x="3978540" y="1928013"/>
            <a:ext cx="2563586" cy="461665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State at step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D8A6BD-ED5D-BE35-09D4-27E011589F68}"/>
              </a:ext>
            </a:extLst>
          </p:cNvPr>
          <p:cNvCxnSpPr/>
          <p:nvPr/>
        </p:nvCxnSpPr>
        <p:spPr>
          <a:xfrm flipH="1">
            <a:off x="3594819" y="2385596"/>
            <a:ext cx="383721" cy="677636"/>
          </a:xfrm>
          <a:prstGeom prst="straightConnector1">
            <a:avLst/>
          </a:prstGeom>
          <a:ln w="38100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2A9DFF-2CB6-BC38-3A83-EF23D15B7C83}"/>
              </a:ext>
            </a:extLst>
          </p:cNvPr>
          <p:cNvSpPr txBox="1"/>
          <p:nvPr/>
        </p:nvSpPr>
        <p:spPr>
          <a:xfrm>
            <a:off x="4283528" y="2847261"/>
            <a:ext cx="2563586" cy="461665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State at step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23A1C9-4EDF-477C-8737-BD905F66754A}"/>
              </a:ext>
            </a:extLst>
          </p:cNvPr>
          <p:cNvCxnSpPr/>
          <p:nvPr/>
        </p:nvCxnSpPr>
        <p:spPr>
          <a:xfrm flipH="1">
            <a:off x="3899807" y="3304844"/>
            <a:ext cx="383721" cy="677636"/>
          </a:xfrm>
          <a:prstGeom prst="straightConnector1">
            <a:avLst/>
          </a:prstGeom>
          <a:ln w="38100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683355-F9D8-C893-325E-B986A84E5B6D}"/>
              </a:ext>
            </a:extLst>
          </p:cNvPr>
          <p:cNvSpPr txBox="1"/>
          <p:nvPr/>
        </p:nvSpPr>
        <p:spPr>
          <a:xfrm>
            <a:off x="4684844" y="3507258"/>
            <a:ext cx="2563586" cy="461665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State at step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94AFC6-6C92-360C-6C46-FE1FB163F5EA}"/>
              </a:ext>
            </a:extLst>
          </p:cNvPr>
          <p:cNvCxnSpPr>
            <a:cxnSpLocks/>
          </p:cNvCxnSpPr>
          <p:nvPr/>
        </p:nvCxnSpPr>
        <p:spPr>
          <a:xfrm flipH="1">
            <a:off x="3978540" y="3964841"/>
            <a:ext cx="706304" cy="578308"/>
          </a:xfrm>
          <a:prstGeom prst="straightConnector1">
            <a:avLst/>
          </a:prstGeom>
          <a:ln w="38100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A18D932-947D-4D54-328C-E32600F4B344}"/>
              </a:ext>
            </a:extLst>
          </p:cNvPr>
          <p:cNvSpPr txBox="1"/>
          <p:nvPr/>
        </p:nvSpPr>
        <p:spPr>
          <a:xfrm>
            <a:off x="5271409" y="4360976"/>
            <a:ext cx="2563586" cy="461665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Final State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0AB44E-A591-E507-AE0A-5579D523A9E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978540" y="4591809"/>
            <a:ext cx="1292869" cy="33029"/>
          </a:xfrm>
          <a:prstGeom prst="straightConnector1">
            <a:avLst/>
          </a:prstGeom>
          <a:ln w="38100">
            <a:solidFill>
              <a:srgbClr val="FFC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AA74D4-573F-004D-2502-729BDF28463C}"/>
              </a:ext>
            </a:extLst>
          </p:cNvPr>
          <p:cNvSpPr txBox="1"/>
          <p:nvPr/>
        </p:nvSpPr>
        <p:spPr>
          <a:xfrm>
            <a:off x="3551464" y="1134308"/>
            <a:ext cx="4580165" cy="461665"/>
          </a:xfrm>
          <a:prstGeom prst="rect">
            <a:avLst/>
          </a:prstGeom>
          <a:solidFill>
            <a:schemeClr val="bg1"/>
          </a:solidFill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Input state: 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5C3A729-5E35-8787-4426-6812933FF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6930" y="1217359"/>
            <a:ext cx="2678434" cy="3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428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A716-E6B5-375A-AD26-4A440EAC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7E9F20B-02E5-9C03-F096-9C9BC9B19807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2B60A-F6EC-4B52-F9BB-4FC94C84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8C7884-A4BF-346B-5149-CA25D86E7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947"/>
          <a:stretch>
            <a:fillRect/>
          </a:stretch>
        </p:blipFill>
        <p:spPr>
          <a:xfrm>
            <a:off x="185245" y="1083733"/>
            <a:ext cx="8773510" cy="399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4298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53D3-E8C1-9D69-B9F8-C01D2916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C4D357-B52A-24D2-10A4-ABAA08559714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Informational Non-equilibrium (Purity)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6A212-C45D-8191-17C6-7CA842A2260A}"/>
              </a:ext>
            </a:extLst>
          </p:cNvPr>
          <p:cNvSpPr txBox="1"/>
          <p:nvPr/>
        </p:nvSpPr>
        <p:spPr>
          <a:xfrm>
            <a:off x="482600" y="4226299"/>
            <a:ext cx="8661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resource theory of informational nonequilibrium in thermodynamics, Gour </a:t>
            </a:r>
            <a:r>
              <a:rPr lang="en-US" i="1" dirty="0"/>
              <a:t>et al., Physics Reports, </a:t>
            </a:r>
            <a:r>
              <a:rPr lang="en-US" dirty="0"/>
              <a:t>2015</a:t>
            </a:r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02B05-CE3A-3A14-358D-98DBA6E0F877}"/>
              </a:ext>
            </a:extLst>
          </p:cNvPr>
          <p:cNvSpPr txBox="1"/>
          <p:nvPr/>
        </p:nvSpPr>
        <p:spPr>
          <a:xfrm>
            <a:off x="8143552" y="4629350"/>
            <a:ext cx="110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ckwell" panose="02060603020205020403" pitchFamily="18" charset="0"/>
              </a:rPr>
              <a:t>Jump to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4B77C88E-16F5-EEA8-88B5-6FF6E83F697A}"/>
              </a:ext>
            </a:extLst>
          </p:cNvPr>
          <p:cNvSpPr/>
          <p:nvPr/>
        </p:nvSpPr>
        <p:spPr>
          <a:xfrm>
            <a:off x="8089900" y="4629351"/>
            <a:ext cx="901565" cy="363448"/>
          </a:xfrm>
          <a:prstGeom prst="rect">
            <a:avLst/>
          </a:prstGeom>
          <a:solidFill>
            <a:srgbClr val="FFC000">
              <a:alpha val="30000"/>
            </a:srgbClr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8E7FC-A4F5-9DD2-D2D7-1CB664B22365}"/>
              </a:ext>
            </a:extLst>
          </p:cNvPr>
          <p:cNvSpPr txBox="1"/>
          <p:nvPr/>
        </p:nvSpPr>
        <p:spPr>
          <a:xfrm>
            <a:off x="6598614" y="4623467"/>
            <a:ext cx="149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Rockwell" panose="02060603020205020403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778670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2BF9BB-A5F2-190E-4F25-D077D0A3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EC4E-F88B-613C-7ED2-D1F1F457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Informational Non-equilibrium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81098-7D63-97E4-2C99-D8EBE96B4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91" y="1268016"/>
            <a:ext cx="8773200" cy="1136517"/>
          </a:xfrm>
        </p:spPr>
        <p:txBody>
          <a:bodyPr/>
          <a:lstStyle/>
          <a:p>
            <a:r>
              <a:rPr lang="en-US" b="1" dirty="0">
                <a:latin typeface="Rockwell" panose="02060603020205020403" pitchFamily="18" charset="0"/>
              </a:rPr>
              <a:t>Colloquially</a:t>
            </a:r>
            <a:r>
              <a:rPr lang="en-US" dirty="0">
                <a:latin typeface="Rockwell" panose="02060603020205020403" pitchFamily="18" charset="0"/>
              </a:rPr>
              <a:t>: the resource (</a:t>
            </a:r>
            <a:r>
              <a:rPr lang="en-US" i="1" dirty="0">
                <a:latin typeface="Rockwell" panose="02060603020205020403" pitchFamily="18" charset="0"/>
              </a:rPr>
              <a:t>informational non-equilibrium</a:t>
            </a:r>
            <a:r>
              <a:rPr lang="en-US" dirty="0">
                <a:latin typeface="Rockwell" panose="02060603020205020403" pitchFamily="18" charset="0"/>
              </a:rPr>
              <a:t>) of a state is a measure of how “far” that state is from the maximally mixed state (</a:t>
            </a:r>
            <a:r>
              <a:rPr lang="en-US" i="1" dirty="0">
                <a:latin typeface="Rockwell" panose="02060603020205020403" pitchFamily="18" charset="0"/>
              </a:rPr>
              <a:t>the informational equilibrium state</a:t>
            </a:r>
            <a:r>
              <a:rPr lang="en-US" dirty="0">
                <a:latin typeface="Rockwell" panose="02060603020205020403" pitchFamily="18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B85E3-1EBC-30B2-FDAB-B0770C2EE678}"/>
              </a:ext>
            </a:extLst>
          </p:cNvPr>
          <p:cNvSpPr txBox="1"/>
          <p:nvPr/>
        </p:nvSpPr>
        <p:spPr>
          <a:xfrm>
            <a:off x="1515328" y="2404533"/>
            <a:ext cx="63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latin typeface="Rockwell" panose="02060603020205020403" pitchFamily="18" charset="0"/>
              </a:rPr>
              <a:t>Allowed Operations</a:t>
            </a:r>
            <a:r>
              <a:rPr lang="en-US" sz="1800" dirty="0">
                <a:latin typeface="Rockwell" panose="02060603020205020403" pitchFamily="18" charset="0"/>
              </a:rPr>
              <a:t>                                      </a:t>
            </a:r>
            <a:r>
              <a:rPr lang="en-US" sz="1800" u="sng" dirty="0">
                <a:latin typeface="Rockwell" panose="02060603020205020403" pitchFamily="18" charset="0"/>
              </a:rPr>
              <a:t>Free States </a:t>
            </a:r>
            <a:endParaRPr lang="en-GB" sz="1800" u="sng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A283B-0FA0-9FD9-9174-2B6FCDFF2EA6}"/>
              </a:ext>
            </a:extLst>
          </p:cNvPr>
          <p:cNvSpPr txBox="1"/>
          <p:nvPr/>
        </p:nvSpPr>
        <p:spPr>
          <a:xfrm>
            <a:off x="1612695" y="3105184"/>
            <a:ext cx="63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Noisy Operations                                 Maximally mixed state  </a:t>
            </a:r>
            <a:endParaRPr lang="en-GB" sz="1800" dirty="0">
              <a:latin typeface="Rockwell" panose="02060603020205020403" pitchFamily="18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96F6627-191B-482D-4282-D6AC09D55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6834" y="3875427"/>
            <a:ext cx="444505" cy="30773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C05FF7-E5D8-4FC9-8AB8-3E35FF5C4C69}"/>
              </a:ext>
            </a:extLst>
          </p:cNvPr>
          <p:cNvCxnSpPr>
            <a:stCxn id="4" idx="0"/>
          </p:cNvCxnSpPr>
          <p:nvPr/>
        </p:nvCxnSpPr>
        <p:spPr>
          <a:xfrm>
            <a:off x="4669161" y="2404533"/>
            <a:ext cx="0" cy="2224615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8DE65D-0459-D2CD-3D3C-2FE9ED18E8BF}"/>
              </a:ext>
            </a:extLst>
          </p:cNvPr>
          <p:cNvCxnSpPr>
            <a:cxnSpLocks/>
          </p:cNvCxnSpPr>
          <p:nvPr/>
        </p:nvCxnSpPr>
        <p:spPr>
          <a:xfrm>
            <a:off x="964995" y="2995081"/>
            <a:ext cx="7230533" cy="0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47613385-D2E4-95BE-3F9F-A303EEAF0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800" y="3851476"/>
            <a:ext cx="4164720" cy="3973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DD462A-37ED-B083-E7C3-248141606B9A}"/>
              </a:ext>
            </a:extLst>
          </p:cNvPr>
          <p:cNvSpPr txBox="1"/>
          <p:nvPr/>
        </p:nvSpPr>
        <p:spPr>
          <a:xfrm>
            <a:off x="3229187" y="4764957"/>
            <a:ext cx="51358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We care about the subset of allowed operations that are </a:t>
            </a:r>
            <a:r>
              <a:rPr lang="en-US" b="1" dirty="0">
                <a:latin typeface="Rockwell" panose="02060603020205020403" pitchFamily="18" charset="0"/>
              </a:rPr>
              <a:t>unitary </a:t>
            </a:r>
            <a:endParaRPr lang="en-GB" b="1" dirty="0">
              <a:latin typeface="Rockwell" panose="02060603020205020403" pitchFamily="18" charset="0"/>
            </a:endParaRP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E5B817C1-D518-A16D-54F0-C359978C59DD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>
            <a:off x="2607733" y="4442025"/>
            <a:ext cx="621454" cy="469126"/>
          </a:xfrm>
          <a:prstGeom prst="curvedConnector3">
            <a:avLst>
              <a:gd name="adj1" fmla="val 100409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6AC29D-F21D-BE17-3E95-3204C9D9120E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149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43BA-3D82-EB99-A180-AA5F9166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DEA5B8E0-08FA-3C24-67D1-D57FB63B039E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0B4EE-7961-2F88-770D-803515AF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latin typeface="Rockwell" panose="02060603020205020403" pitchFamily="18" charset="0"/>
              </a:rPr>
              <a:t>Resource Theory of </a:t>
            </a:r>
            <a:r>
              <a:rPr lang="en-US" sz="2400" dirty="0"/>
              <a:t>Informational Non-equilibrium </a:t>
            </a:r>
            <a:br>
              <a:rPr lang="en-GB" dirty="0">
                <a:latin typeface="Rockwell" panose="02060603020205020403" pitchFamily="18" charset="0"/>
              </a:rPr>
            </a:b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50458-A4F9-20A9-DA0E-2C3A09223E65}"/>
              </a:ext>
            </a:extLst>
          </p:cNvPr>
          <p:cNvSpPr/>
          <p:nvPr/>
        </p:nvSpPr>
        <p:spPr>
          <a:xfrm>
            <a:off x="1081816" y="3297863"/>
            <a:ext cx="1189817" cy="877993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33D56-6C73-BE62-B3CD-7020DD232FA7}"/>
              </a:ext>
            </a:extLst>
          </p:cNvPr>
          <p:cNvSpPr txBox="1"/>
          <p:nvPr/>
        </p:nvSpPr>
        <p:spPr>
          <a:xfrm>
            <a:off x="988934" y="2687280"/>
            <a:ext cx="1501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Free States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39CF71-12ED-0210-42D1-CFA7110CBA1D}"/>
              </a:ext>
            </a:extLst>
          </p:cNvPr>
          <p:cNvSpPr/>
          <p:nvPr/>
        </p:nvSpPr>
        <p:spPr>
          <a:xfrm>
            <a:off x="4387137" y="3384277"/>
            <a:ext cx="4250562" cy="705163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6899D-0667-DF4A-CB70-0052C2DC1FC6}"/>
              </a:ext>
            </a:extLst>
          </p:cNvPr>
          <p:cNvSpPr txBox="1"/>
          <p:nvPr/>
        </p:nvSpPr>
        <p:spPr>
          <a:xfrm>
            <a:off x="5147636" y="2687280"/>
            <a:ext cx="272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Allowed Operations  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082929-6DFC-DF59-89C7-EE0EE82CBD37}"/>
              </a:ext>
            </a:extLst>
          </p:cNvPr>
          <p:cNvCxnSpPr>
            <a:cxnSpLocks/>
          </p:cNvCxnSpPr>
          <p:nvPr/>
        </p:nvCxnSpPr>
        <p:spPr>
          <a:xfrm flipV="1">
            <a:off x="218467" y="2195202"/>
            <a:ext cx="8573123" cy="76171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7FBC1954-45C4-3D87-BB91-5EA491A4E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6713" y="3543383"/>
            <a:ext cx="4020452" cy="3836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3861C7-041C-A8FC-4145-2785A403AF85}"/>
              </a:ext>
            </a:extLst>
          </p:cNvPr>
          <p:cNvSpPr txBox="1"/>
          <p:nvPr/>
        </p:nvSpPr>
        <p:spPr>
          <a:xfrm>
            <a:off x="370800" y="1020433"/>
            <a:ext cx="85731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Rockwell" panose="02060603020205020403" pitchFamily="18" charset="0"/>
              </a:rPr>
              <a:t>Colloquially</a:t>
            </a:r>
            <a:r>
              <a:rPr lang="en-US" sz="2000" dirty="0">
                <a:latin typeface="Rockwell" panose="02060603020205020403" pitchFamily="18" charset="0"/>
              </a:rPr>
              <a:t>: the resource (</a:t>
            </a:r>
            <a:r>
              <a:rPr lang="en-US" sz="2000" i="1" dirty="0">
                <a:latin typeface="Rockwell" panose="02060603020205020403" pitchFamily="18" charset="0"/>
              </a:rPr>
              <a:t>informational non-equilibrium</a:t>
            </a:r>
            <a:r>
              <a:rPr lang="en-US" sz="2000" dirty="0">
                <a:latin typeface="Rockwell" panose="02060603020205020403" pitchFamily="18" charset="0"/>
              </a:rPr>
              <a:t>) of a state is a measure of how “far” that state is from the maximally mixed state (</a:t>
            </a:r>
            <a:r>
              <a:rPr lang="en-US" sz="2000" i="1" dirty="0">
                <a:latin typeface="Rockwell" panose="02060603020205020403" pitchFamily="18" charset="0"/>
              </a:rPr>
              <a:t>the informational equilibrium state</a:t>
            </a:r>
            <a:r>
              <a:rPr lang="en-US" sz="2000" dirty="0">
                <a:latin typeface="Rockwell" panose="02060603020205020403" pitchFamily="18" charset="0"/>
              </a:rPr>
              <a:t>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61EEAC20-A8F7-C5CB-DAD4-1119778DB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4473" y="3615604"/>
            <a:ext cx="444505" cy="307734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5D43EBB9-77AC-4E2E-21BD-90103D7BF8C3}"/>
              </a:ext>
            </a:extLst>
          </p:cNvPr>
          <p:cNvSpPr/>
          <p:nvPr/>
        </p:nvSpPr>
        <p:spPr>
          <a:xfrm>
            <a:off x="1237526" y="3514092"/>
            <a:ext cx="191549" cy="445536"/>
          </a:xfrm>
          <a:prstGeom prst="lef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F91D751A-E2EE-E862-F8FC-E2C8FAAADAC1}"/>
              </a:ext>
            </a:extLst>
          </p:cNvPr>
          <p:cNvSpPr/>
          <p:nvPr/>
        </p:nvSpPr>
        <p:spPr>
          <a:xfrm flipH="1">
            <a:off x="1898978" y="3514092"/>
            <a:ext cx="191549" cy="445536"/>
          </a:xfrm>
          <a:prstGeom prst="lef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30B7CA-FF80-847A-FE82-66682990434A}"/>
              </a:ext>
            </a:extLst>
          </p:cNvPr>
          <p:cNvSpPr txBox="1"/>
          <p:nvPr/>
        </p:nvSpPr>
        <p:spPr>
          <a:xfrm>
            <a:off x="561241" y="4472743"/>
            <a:ext cx="6160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We care about the subset of allowed operations that are </a:t>
            </a:r>
            <a:r>
              <a:rPr lang="en-US" sz="1600" b="1" dirty="0">
                <a:latin typeface="Rockwell" panose="02060603020205020403" pitchFamily="18" charset="0"/>
              </a:rPr>
              <a:t>unitary </a:t>
            </a:r>
            <a:endParaRPr lang="en-GB" sz="1600" b="1" dirty="0">
              <a:latin typeface="Rockwell" panose="02060603020205020403" pitchFamily="18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FA377D5B-2E3E-4A83-7FB1-D510F85FE33D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88667" y="4192635"/>
            <a:ext cx="621454" cy="469126"/>
          </a:xfrm>
          <a:prstGeom prst="curvedConnector3">
            <a:avLst>
              <a:gd name="adj1" fmla="val 100409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6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2" grpId="0" animBg="1"/>
      <p:bldP spid="13" grpId="0"/>
      <p:bldP spid="22" grpId="0" animBg="1"/>
      <p:bldP spid="23" grpId="0" animBg="1"/>
      <p:bldP spid="24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B488-A23C-E210-9D75-3199A76B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Informational Non-equilibrium 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5F95-A394-6862-13C7-5D141BBCD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91" y="1268016"/>
            <a:ext cx="8773200" cy="1481534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Special case of the resource theory of thermodynamics</a:t>
            </a:r>
          </a:p>
          <a:p>
            <a:endParaRPr lang="en-US" dirty="0">
              <a:latin typeface="Rockwell" panose="02060603020205020403" pitchFamily="18" charset="0"/>
            </a:endParaRPr>
          </a:p>
          <a:p>
            <a:r>
              <a:rPr lang="en-US" dirty="0">
                <a:latin typeface="Rockwell" panose="02060603020205020403" pitchFamily="18" charset="0"/>
              </a:rPr>
              <a:t>Allows the informational contributions to thermodynamics to be isolated from the energetic ones.</a:t>
            </a:r>
          </a:p>
          <a:p>
            <a:endParaRPr lang="en-US" dirty="0">
              <a:latin typeface="Rockwell" panose="02060603020205020403" pitchFamily="18" charset="0"/>
            </a:endParaRPr>
          </a:p>
          <a:p>
            <a:endParaRPr lang="en-US" dirty="0">
              <a:latin typeface="Rockwell" panose="02060603020205020403" pitchFamily="18" charset="0"/>
            </a:endParaRPr>
          </a:p>
          <a:p>
            <a:endParaRPr lang="en-US" dirty="0">
              <a:latin typeface="Rockwell" panose="02060603020205020403" pitchFamily="18" charset="0"/>
            </a:endParaRPr>
          </a:p>
          <a:p>
            <a:r>
              <a:rPr lang="en-US" dirty="0">
                <a:latin typeface="Rockwell" panose="02060603020205020403" pitchFamily="18" charset="0"/>
              </a:rPr>
              <a:t>Mathematical simple and hence a good test bed for new ideas.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C9D9336-2FC1-1A51-9AEF-147FB1913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8000" y="3122577"/>
            <a:ext cx="984133" cy="28118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184DE81-A172-0925-8C8C-E9BF66DD10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3755" y="3089799"/>
            <a:ext cx="1444733" cy="3467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E1E118-50FA-2BA8-B465-467D73FD0FF8}"/>
              </a:ext>
            </a:extLst>
          </p:cNvPr>
          <p:cNvSpPr txBox="1"/>
          <p:nvPr/>
        </p:nvSpPr>
        <p:spPr>
          <a:xfrm>
            <a:off x="3778325" y="3055418"/>
            <a:ext cx="14447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Rockwell" panose="02060603020205020403" pitchFamily="18" charset="0"/>
              </a:rPr>
              <a:t>such that </a:t>
            </a:r>
            <a:endParaRPr lang="en-GB" sz="21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00281-0086-DCCE-D289-114A7B516136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35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9BA2-953B-BD57-C0DE-9A7C9C0D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2735-12ED-1D7A-F596-20D4C2FA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Informational Non-equilibrium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78612E-6390-DE76-6952-A9238B459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0022" y="1422841"/>
            <a:ext cx="3422072" cy="41539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5F64B4-CCD9-6C6C-F04C-86D55F817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539" y="2773007"/>
            <a:ext cx="4796384" cy="279401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82BDC7F-5534-5178-81D0-A92705F3D21D}"/>
              </a:ext>
            </a:extLst>
          </p:cNvPr>
          <p:cNvCxnSpPr/>
          <p:nvPr/>
        </p:nvCxnSpPr>
        <p:spPr>
          <a:xfrm rot="10800000">
            <a:off x="5240405" y="1869988"/>
            <a:ext cx="650344" cy="279400"/>
          </a:xfrm>
          <a:prstGeom prst="curvedConnector3">
            <a:avLst>
              <a:gd name="adj1" fmla="val 10077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EEB83F9-3C48-E274-ECAC-7716133052CA}"/>
              </a:ext>
            </a:extLst>
          </p:cNvPr>
          <p:cNvSpPr txBox="1"/>
          <p:nvPr/>
        </p:nvSpPr>
        <p:spPr>
          <a:xfrm>
            <a:off x="5890749" y="1849483"/>
            <a:ext cx="2658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d-dimensional maximally mixed state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17FEA7-7CB1-1561-B09C-721E4FC226F3}"/>
              </a:ext>
            </a:extLst>
          </p:cNvPr>
          <p:cNvCxnSpPr/>
          <p:nvPr/>
        </p:nvCxnSpPr>
        <p:spPr>
          <a:xfrm flipV="1">
            <a:off x="2361738" y="1869987"/>
            <a:ext cx="1447800" cy="814254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A0B0E1-8389-73E7-807B-A6D11280FEE2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15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EE8D-E6C5-911B-553A-E3E7AEE8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8EFF-6798-F3BA-32AE-43E32378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Informational Non-equilibrium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7C4F09-5136-D8DD-5FD2-FC3AB3013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0022" y="1422841"/>
            <a:ext cx="3422072" cy="4153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9901E8-36B8-5C1E-F240-C599AD70A4F8}"/>
              </a:ext>
            </a:extLst>
          </p:cNvPr>
          <p:cNvSpPr txBox="1"/>
          <p:nvPr/>
        </p:nvSpPr>
        <p:spPr>
          <a:xfrm>
            <a:off x="635672" y="2590177"/>
            <a:ext cx="501642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Rockwell" panose="02060603020205020403" pitchFamily="18" charset="0"/>
              </a:rPr>
              <a:t>Monotonic under allowed operations: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Rockwell" panose="02060603020205020403" pitchFamily="18" charset="0"/>
              </a:rPr>
              <a:t>Faithful: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961AEF-F313-AC85-332C-0EF37BEAE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2708" y="3174323"/>
            <a:ext cx="5178583" cy="3016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12CA7-6251-D9E4-16A5-376B834DCA20}"/>
              </a:ext>
            </a:extLst>
          </p:cNvPr>
          <p:cNvSpPr txBox="1"/>
          <p:nvPr/>
        </p:nvSpPr>
        <p:spPr>
          <a:xfrm>
            <a:off x="312610" y="2053051"/>
            <a:ext cx="740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This is a </a:t>
            </a:r>
            <a:r>
              <a:rPr lang="en-US" sz="1800" i="1" dirty="0">
                <a:latin typeface="Rockwell" panose="02060603020205020403" pitchFamily="18" charset="0"/>
              </a:rPr>
              <a:t>good measure </a:t>
            </a:r>
            <a:r>
              <a:rPr lang="en-US" sz="1800" dirty="0">
                <a:latin typeface="Rockwell" panose="02060603020205020403" pitchFamily="18" charset="0"/>
              </a:rPr>
              <a:t>of informational non-equilibrium</a:t>
            </a:r>
            <a:endParaRPr lang="en-GB" sz="1800" dirty="0">
              <a:latin typeface="Rockwell" panose="02060603020205020403" pitchFamily="18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0DDAFF-BB6C-44B2-88D5-19A2D2F96F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55669" y="4060134"/>
            <a:ext cx="4610109" cy="379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1C8D36-83F5-24B9-BC43-BEC6B01B5956}"/>
              </a:ext>
            </a:extLst>
          </p:cNvPr>
          <p:cNvSpPr txBox="1"/>
          <p:nvPr/>
        </p:nvSpPr>
        <p:spPr>
          <a:xfrm>
            <a:off x="4376486" y="4770571"/>
            <a:ext cx="51785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ckwell" panose="02060603020205020403" pitchFamily="18" charset="0"/>
              </a:rPr>
              <a:t>i.e</a:t>
            </a:r>
            <a:r>
              <a:rPr lang="en-US" dirty="0">
                <a:latin typeface="Rockwell" panose="02060603020205020403" pitchFamily="18" charset="0"/>
              </a:rPr>
              <a:t> is a free state (here we have only one free state)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B271D9-F52B-63DB-ED17-F3862AC1A0F0}"/>
              </a:ext>
            </a:extLst>
          </p:cNvPr>
          <p:cNvCxnSpPr>
            <a:cxnSpLocks/>
          </p:cNvCxnSpPr>
          <p:nvPr/>
        </p:nvCxnSpPr>
        <p:spPr>
          <a:xfrm flipV="1">
            <a:off x="6384175" y="4439790"/>
            <a:ext cx="0" cy="33078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33BB98-8E75-9236-CF0A-8587EB209B39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28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1FAF-3660-6E9F-F64B-C1751A0E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1551-F1BC-6272-03EA-16D74EC6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Informational Non-equilibrium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07B900-FB8B-C0C2-4DEE-7D305A892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2284" y="1439467"/>
            <a:ext cx="3422072" cy="41539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95433A9-05DB-AEE0-55E1-F40ACAAF6B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3808" y="2408554"/>
            <a:ext cx="4796384" cy="27940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167C3FA-1DD0-1819-F224-D48C6F2E9A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6096" y="3241646"/>
            <a:ext cx="3422072" cy="4454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71F63FC-0717-D339-1A71-B9E4B31E36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97416" y="3976545"/>
            <a:ext cx="910990" cy="372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209839-4AF1-6D14-DD7D-8F0A6B62DBC4}"/>
              </a:ext>
            </a:extLst>
          </p:cNvPr>
          <p:cNvSpPr txBox="1"/>
          <p:nvPr/>
        </p:nvSpPr>
        <p:spPr>
          <a:xfrm>
            <a:off x="3808406" y="3933725"/>
            <a:ext cx="63622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- </a:t>
            </a:r>
            <a:r>
              <a:rPr lang="en-US" sz="2100" dirty="0">
                <a:latin typeface="Rockwell" panose="02060603020205020403" pitchFamily="18" charset="0"/>
              </a:rPr>
              <a:t>Maximum Eigenvalue </a:t>
            </a:r>
            <a:endParaRPr lang="en-GB" sz="2100" dirty="0">
              <a:latin typeface="Rockwell" panose="02060603020205020403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B5004A-B149-5469-10BE-4A810A55D6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13664" y="3341415"/>
            <a:ext cx="983752" cy="245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6A78E7-B325-8548-5ADA-FA580970EF07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27525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6098-ADDB-9E23-72C2-306E22C2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45B37C-ED8B-5B80-1124-66062945033A}"/>
              </a:ext>
            </a:extLst>
          </p:cNvPr>
          <p:cNvSpPr txBox="1"/>
          <p:nvPr/>
        </p:nvSpPr>
        <p:spPr>
          <a:xfrm>
            <a:off x="197050" y="1048174"/>
            <a:ext cx="8749897" cy="3522538"/>
          </a:xfrm>
          <a:prstGeom prst="rect">
            <a:avLst/>
          </a:prstGeom>
          <a:noFill/>
          <a:ln w="635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FD4FC58-159C-72D2-38A2-9368B0C8C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1882" y="1944400"/>
            <a:ext cx="2269418" cy="393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B87089-13E3-B66C-6ACD-847BDD95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Informational Non-equilibrium Concentration</a:t>
            </a:r>
            <a:endParaRPr lang="en-GB" sz="28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45AE16-FA94-AC69-D016-54E22AC5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00" y="1219344"/>
            <a:ext cx="8402400" cy="45958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ckwell" panose="02060603020205020403" pitchFamily="18" charset="0"/>
              </a:rPr>
              <a:t>Does there exists a two-</a:t>
            </a:r>
            <a:r>
              <a:rPr lang="en-US" dirty="0" err="1">
                <a:latin typeface="Rockwell" panose="02060603020205020403" pitchFamily="18" charset="0"/>
              </a:rPr>
              <a:t>qudit</a:t>
            </a:r>
            <a:r>
              <a:rPr lang="en-US" dirty="0">
                <a:latin typeface="Rockwell" panose="02060603020205020403" pitchFamily="18" charset="0"/>
              </a:rPr>
              <a:t> unitary,          , achieving </a:t>
            </a:r>
          </a:p>
          <a:p>
            <a:pPr marL="0" indent="0">
              <a:buNone/>
            </a:pPr>
            <a:endParaRPr lang="en-US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Rockwell" panose="02060603020205020403" pitchFamily="18" charset="0"/>
              </a:rPr>
              <a:t> 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3E7278C-8A29-F504-F022-3C9C86D07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9738" y="1247291"/>
            <a:ext cx="622527" cy="2829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AED76FB-8889-4CE8-1E83-DCD1967EFF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48686" y="3791316"/>
            <a:ext cx="4595810" cy="459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8A610D-C06C-137B-A0F5-B7ED97A3ACC6}"/>
              </a:ext>
            </a:extLst>
          </p:cNvPr>
          <p:cNvSpPr txBox="1"/>
          <p:nvPr/>
        </p:nvSpPr>
        <p:spPr>
          <a:xfrm>
            <a:off x="441900" y="2398450"/>
            <a:ext cx="12425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Rockwell" panose="02060603020205020403" pitchFamily="18" charset="0"/>
              </a:rPr>
              <a:t>where</a:t>
            </a:r>
            <a:endParaRPr lang="en-GB" sz="2100" dirty="0">
              <a:latin typeface="Rockwell" panose="02060603020205020403" pitchFamily="18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AB44107-2F69-377D-0DD8-0618A51492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9864" y="3067843"/>
            <a:ext cx="3422072" cy="44547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03F3747-D42B-7C68-C00F-A4BB68542A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9738" y="1227136"/>
            <a:ext cx="636598" cy="3472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CE96369-1F89-4499-19C7-119A893F0717}"/>
              </a:ext>
            </a:extLst>
          </p:cNvPr>
          <p:cNvSpPr txBox="1"/>
          <p:nvPr/>
        </p:nvSpPr>
        <p:spPr>
          <a:xfrm>
            <a:off x="6624300" y="2093573"/>
            <a:ext cx="222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All          are resource non-increasing when considering informational non-equilibrium 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62F9FB4-B32B-C134-9BC6-89743AD05D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69850" y="2186194"/>
            <a:ext cx="300900" cy="13677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59C4B9-1183-1DDE-A959-F7351287CCC0}"/>
              </a:ext>
            </a:extLst>
          </p:cNvPr>
          <p:cNvCxnSpPr>
            <a:cxnSpLocks/>
          </p:cNvCxnSpPr>
          <p:nvPr/>
        </p:nvCxnSpPr>
        <p:spPr>
          <a:xfrm flipH="1" flipV="1">
            <a:off x="5594736" y="1619250"/>
            <a:ext cx="1029564" cy="566944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770EAB47-1B4E-F1D3-30CD-3FE8B2D220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48686" y="3806127"/>
            <a:ext cx="4803314" cy="59821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DAAD8C-241A-DDDB-EBFB-3FE71B4C942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43937" y="1970287"/>
            <a:ext cx="3713926" cy="523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E3B67C-58E9-6FFD-6AD8-841D4603F4B5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99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989A-54C2-8C3C-30A8-F2D7FBC3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Main Result</a:t>
            </a:r>
            <a:endParaRPr lang="en-GB" sz="28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BB091F-B849-9B82-7447-7C578B9BE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2930" y="1946482"/>
            <a:ext cx="4309308" cy="67717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83FDA02-4104-CC31-63EF-4F380B130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621" y="3412246"/>
            <a:ext cx="3713926" cy="523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BFAE59-55E8-21A8-430E-471C9FB3EFD5}"/>
              </a:ext>
            </a:extLst>
          </p:cNvPr>
          <p:cNvSpPr txBox="1"/>
          <p:nvPr/>
        </p:nvSpPr>
        <p:spPr>
          <a:xfrm>
            <a:off x="370800" y="1258817"/>
            <a:ext cx="58136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Rockwell" panose="02060603020205020403" pitchFamily="18" charset="0"/>
              </a:rPr>
              <a:t>For a d-dimensional state    ,  </a:t>
            </a:r>
            <a:endParaRPr lang="en-GB" sz="2100" dirty="0">
              <a:latin typeface="Rockwell" panose="02060603020205020403" pitchFamily="18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03AB92E-A861-F05C-E2B8-7CB786311C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6039" y="1350412"/>
            <a:ext cx="181129" cy="24150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1B71466-0CB8-C2FC-BF25-C4A24972BE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508" y="4142222"/>
            <a:ext cx="1695645" cy="3082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DE40FA-39A3-F502-218D-5C3D40EBD1AA}"/>
              </a:ext>
            </a:extLst>
          </p:cNvPr>
          <p:cNvSpPr txBox="1"/>
          <p:nvPr/>
        </p:nvSpPr>
        <p:spPr>
          <a:xfrm>
            <a:off x="2689746" y="4111705"/>
            <a:ext cx="508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- </a:t>
            </a:r>
            <a:r>
              <a:rPr lang="en-US" sz="1800" dirty="0">
                <a:latin typeface="Rockwell" panose="02060603020205020403" pitchFamily="18" charset="0"/>
              </a:rPr>
              <a:t>The sum over the d </a:t>
            </a:r>
            <a:r>
              <a:rPr lang="en-US" sz="1800" b="1" dirty="0">
                <a:latin typeface="Rockwell" panose="02060603020205020403" pitchFamily="18" charset="0"/>
              </a:rPr>
              <a:t>largest</a:t>
            </a:r>
            <a:r>
              <a:rPr lang="en-US" sz="1800" dirty="0">
                <a:latin typeface="Rockwell" panose="02060603020205020403" pitchFamily="18" charset="0"/>
              </a:rPr>
              <a:t> eigenvalues of  </a:t>
            </a:r>
            <a:endParaRPr lang="en-GB" sz="1800" dirty="0">
              <a:latin typeface="Rockwell" panose="02060603020205020403" pitchFamily="18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2C16D4A-E30B-635B-A64A-3B3050F3BC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15635" y="4206877"/>
            <a:ext cx="713529" cy="2436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0F08CC1-7EC3-D8AC-8EC3-F144897C0832}"/>
              </a:ext>
            </a:extLst>
          </p:cNvPr>
          <p:cNvSpPr txBox="1"/>
          <p:nvPr/>
        </p:nvSpPr>
        <p:spPr>
          <a:xfrm>
            <a:off x="370800" y="2820838"/>
            <a:ext cx="23118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Rockwell" panose="02060603020205020403" pitchFamily="18" charset="0"/>
              </a:rPr>
              <a:t>Where</a:t>
            </a:r>
            <a:endParaRPr lang="en-GB" sz="21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5461A-6548-81F2-BC11-5B1E1BA2DD12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00753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566D-5BD7-765B-2A1A-640FF98B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Takeaways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0865E-8766-12B6-A8C0-0C52A53E1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No concentration for two qubits:</a:t>
            </a:r>
          </a:p>
          <a:p>
            <a:endParaRPr lang="en-US" dirty="0">
              <a:latin typeface="Rockwell" panose="02060603020205020403" pitchFamily="18" charset="0"/>
            </a:endParaRPr>
          </a:p>
          <a:p>
            <a:endParaRPr lang="en-US" dirty="0">
              <a:latin typeface="Rockwell" panose="02060603020205020403" pitchFamily="18" charset="0"/>
            </a:endParaRPr>
          </a:p>
          <a:p>
            <a:r>
              <a:rPr lang="en-US" dirty="0">
                <a:latin typeface="Rockwell" panose="02060603020205020403" pitchFamily="18" charset="0"/>
              </a:rPr>
              <a:t>For all           , one can always find a     such that</a:t>
            </a:r>
          </a:p>
          <a:p>
            <a:endParaRPr lang="en-US" dirty="0">
              <a:latin typeface="Rockwell" panose="02060603020205020403" pitchFamily="18" charset="0"/>
            </a:endParaRPr>
          </a:p>
          <a:p>
            <a:r>
              <a:rPr lang="en-US" dirty="0">
                <a:latin typeface="Rockwell" panose="02060603020205020403" pitchFamily="18" charset="0"/>
              </a:rPr>
              <a:t>Concentration is bounded by initial resource content:   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D15697-FF9C-EE0C-E62A-242F42198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484" y="2607386"/>
            <a:ext cx="696342" cy="21052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88568B-6974-2890-2533-39FFE9116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2840" y="2669516"/>
            <a:ext cx="158927" cy="2119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DA68F2-344B-0808-C5F1-CE742544CB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5465" y="2583705"/>
            <a:ext cx="1932997" cy="45948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B9D33C4-3E16-F472-90B1-3F9192AF0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3612" y="1863364"/>
            <a:ext cx="4556774" cy="39871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6B5B2CF-1ECB-B204-C2FC-740DAADF18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30118" y="3962552"/>
            <a:ext cx="2483763" cy="48341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9B146C-B745-8E7E-EB54-05177225C01B}"/>
              </a:ext>
            </a:extLst>
          </p:cNvPr>
          <p:cNvCxnSpPr/>
          <p:nvPr/>
        </p:nvCxnSpPr>
        <p:spPr>
          <a:xfrm>
            <a:off x="4448266" y="2342197"/>
            <a:ext cx="0" cy="51816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F5D03769-D54C-6F32-DD90-09F2611A89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93612" y="2937642"/>
            <a:ext cx="4309308" cy="67717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1C0061-C38B-BF4C-53EB-5D7D31F7BB54}"/>
              </a:ext>
            </a:extLst>
          </p:cNvPr>
          <p:cNvCxnSpPr>
            <a:cxnSpLocks/>
          </p:cNvCxnSpPr>
          <p:nvPr/>
        </p:nvCxnSpPr>
        <p:spPr>
          <a:xfrm flipH="1">
            <a:off x="4448266" y="1012371"/>
            <a:ext cx="989148" cy="46842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E4F68E-2A16-3138-D787-32F0F6B45191}"/>
              </a:ext>
            </a:extLst>
          </p:cNvPr>
          <p:cNvSpPr txBox="1"/>
          <p:nvPr/>
        </p:nvSpPr>
        <p:spPr>
          <a:xfrm>
            <a:off x="4571999" y="530417"/>
            <a:ext cx="3520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Rockwell" panose="02060603020205020403" pitchFamily="18" charset="0"/>
              </a:rPr>
              <a:t>This is true for all resource measures</a:t>
            </a:r>
            <a:endParaRPr lang="en-GB" sz="2100" dirty="0">
              <a:latin typeface="Rockwell" panose="020606030202050204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D0254-3BD2-AEEA-EDE6-5EC16916510E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288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0368D-8A0F-D881-2087-F6A39C05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5038-CCA1-5299-3719-B5F17A3E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1194130"/>
            <a:ext cx="8402400" cy="994172"/>
          </a:xfrm>
        </p:spPr>
        <p:txBody>
          <a:bodyPr/>
          <a:lstStyle/>
          <a:p>
            <a:pPr algn="ctr"/>
            <a:r>
              <a:rPr lang="en-US" sz="3600" dirty="0"/>
              <a:t>A notion of “Bound” Informational </a:t>
            </a:r>
            <a:br>
              <a:rPr lang="en-US" sz="3600" dirty="0"/>
            </a:br>
            <a:r>
              <a:rPr lang="en-US" sz="3600" dirty="0"/>
              <a:t>Non-equilibrium </a:t>
            </a:r>
            <a:endParaRPr lang="en-GB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B4A36-FDF3-872B-7F89-D1C7DB132406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97046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5A849A-8996-C503-A45F-5B528554589A}"/>
              </a:ext>
            </a:extLst>
          </p:cNvPr>
          <p:cNvSpPr txBox="1"/>
          <p:nvPr/>
        </p:nvSpPr>
        <p:spPr>
          <a:xfrm>
            <a:off x="370800" y="1399669"/>
            <a:ext cx="6284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Rockwell" panose="02060603020205020403" pitchFamily="18" charset="0"/>
              </a:rPr>
              <a:t>If                                              , then                                .  </a:t>
            </a:r>
            <a:endParaRPr lang="en-GB" sz="2100" dirty="0">
              <a:latin typeface="Rockwell" panose="020606030202050204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A03B8-D538-68E1-B3F3-6B5E9098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A notion of “Bound” Informational Non-equilibrium </a:t>
            </a:r>
            <a:endParaRPr lang="en-GB" sz="24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73D39B7-DDB8-6E79-686A-D9A0C3CF3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397" y="2479882"/>
            <a:ext cx="4309308" cy="67717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F4D181-9F2B-AA79-1F75-A18E89A78218}"/>
              </a:ext>
            </a:extLst>
          </p:cNvPr>
          <p:cNvCxnSpPr/>
          <p:nvPr/>
        </p:nvCxnSpPr>
        <p:spPr>
          <a:xfrm>
            <a:off x="5218051" y="2005967"/>
            <a:ext cx="0" cy="473915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72F7C4-EF2E-C274-5D87-57D3A9CD68A6}"/>
              </a:ext>
            </a:extLst>
          </p:cNvPr>
          <p:cNvSpPr txBox="1"/>
          <p:nvPr/>
        </p:nvSpPr>
        <p:spPr>
          <a:xfrm>
            <a:off x="516467" y="2218306"/>
            <a:ext cx="8256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If     is not a pure state, and not the maximally mixed state, but the above is satisfied, then, </a:t>
            </a:r>
          </a:p>
          <a:p>
            <a:pPr algn="ctr"/>
            <a:endParaRPr lang="en-US" sz="1800" dirty="0">
              <a:latin typeface="Rockwell" panose="02060603020205020403" pitchFamily="18" charset="0"/>
            </a:endParaRPr>
          </a:p>
          <a:p>
            <a:pPr algn="ctr"/>
            <a:r>
              <a:rPr lang="en-US" sz="1800" dirty="0">
                <a:latin typeface="Rockwell" panose="02060603020205020403" pitchFamily="18" charset="0"/>
              </a:rPr>
              <a:t> is resourceful but that resource </a:t>
            </a:r>
            <a:r>
              <a:rPr lang="en-US" sz="1800" b="1" dirty="0">
                <a:latin typeface="Rockwell" panose="02060603020205020403" pitchFamily="18" charset="0"/>
              </a:rPr>
              <a:t>cannot</a:t>
            </a:r>
            <a:r>
              <a:rPr lang="en-US" sz="1800" dirty="0">
                <a:latin typeface="Rockwell" panose="02060603020205020403" pitchFamily="18" charset="0"/>
              </a:rPr>
              <a:t> be concentrated</a:t>
            </a:r>
            <a:r>
              <a:rPr lang="en-US" sz="1800" dirty="0"/>
              <a:t>.  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AC01FF6-B033-0708-2E95-3C44E3FFB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672" y="2320706"/>
            <a:ext cx="146227" cy="1949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AC4E62C-80B7-DDE1-19D1-67AE24A82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6675" y="3157059"/>
            <a:ext cx="146227" cy="1949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DA68C1-550B-4044-CD84-70F6F9858756}"/>
              </a:ext>
            </a:extLst>
          </p:cNvPr>
          <p:cNvSpPr txBox="1"/>
          <p:nvPr/>
        </p:nvSpPr>
        <p:spPr>
          <a:xfrm>
            <a:off x="491381" y="3821774"/>
            <a:ext cx="934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We coin the term </a:t>
            </a:r>
            <a:r>
              <a:rPr lang="en-US" sz="1800" i="1" dirty="0">
                <a:latin typeface="Rockwell" panose="02060603020205020403" pitchFamily="18" charset="0"/>
              </a:rPr>
              <a:t>bound informational non-equilibrium </a:t>
            </a:r>
            <a:r>
              <a:rPr lang="en-US" sz="1800" dirty="0">
                <a:latin typeface="Rockwell" panose="02060603020205020403" pitchFamily="18" charset="0"/>
              </a:rPr>
              <a:t>to describe such states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EC414A-20D5-BA4E-17EA-7684E7004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2801" y="1471026"/>
            <a:ext cx="1977562" cy="45515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46A254E-DE53-6B23-190F-E2FD38FB9E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090" y="1448062"/>
            <a:ext cx="2956930" cy="3187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0C7D99-3F89-9049-4233-09504472CA3D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64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76CB7-7E4D-0901-5AAE-1C6457AD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6CF25EF-5BB3-440E-78FC-0FCD050C1113}"/>
              </a:ext>
            </a:extLst>
          </p:cNvPr>
          <p:cNvSpPr/>
          <p:nvPr/>
        </p:nvSpPr>
        <p:spPr>
          <a:xfrm>
            <a:off x="7326207" y="2814458"/>
            <a:ext cx="1320800" cy="979392"/>
          </a:xfrm>
          <a:prstGeom prst="rect">
            <a:avLst/>
          </a:prstGeom>
          <a:solidFill>
            <a:srgbClr val="FFC000">
              <a:alpha val="2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C05266-E975-D1B0-D369-2992C1354EBE}"/>
              </a:ext>
            </a:extLst>
          </p:cNvPr>
          <p:cNvSpPr/>
          <p:nvPr/>
        </p:nvSpPr>
        <p:spPr>
          <a:xfrm>
            <a:off x="5719235" y="2142068"/>
            <a:ext cx="1320800" cy="1680617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2CB677-18D8-C744-247C-5E59BBFEE3C6}"/>
              </a:ext>
            </a:extLst>
          </p:cNvPr>
          <p:cNvSpPr/>
          <p:nvPr/>
        </p:nvSpPr>
        <p:spPr>
          <a:xfrm>
            <a:off x="1913467" y="2571749"/>
            <a:ext cx="1320800" cy="125093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C71A5-25EF-70EE-1A80-B58E2E3DC0B9}"/>
              </a:ext>
            </a:extLst>
          </p:cNvPr>
          <p:cNvSpPr txBox="1"/>
          <p:nvPr/>
        </p:nvSpPr>
        <p:spPr>
          <a:xfrm>
            <a:off x="298873" y="229457"/>
            <a:ext cx="8644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Bound Resource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56DB0-B6FB-3D68-6A65-8F23DE3D052C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4EEBA-5173-EE14-0F53-1EA9B1271720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99617E-B9E2-BD43-6CF5-F23BEA4BF65C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79AECA-B069-CE30-45DD-6B6770CC211B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E73D9E-9E6A-F1E1-0D36-B2076BEBD201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D2E65B2-82C3-4DA0-A3C2-F8DC0E100980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4A984-EEE9-E9A9-B0AF-E60B71B5DFFE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79FC60-8355-6DB0-F18C-118BCE7EFD26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A23A99-430F-BEB0-4514-595D3F164F73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8D3CAF-B665-6A32-5DE7-660DB6611217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8F5E58-387A-3294-6EDB-9C631F44E1A2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E265469-4B39-273A-FFD5-758E6BA7034E}"/>
              </a:ext>
            </a:extLst>
          </p:cNvPr>
          <p:cNvSpPr/>
          <p:nvPr/>
        </p:nvSpPr>
        <p:spPr>
          <a:xfrm>
            <a:off x="298873" y="2571750"/>
            <a:ext cx="1320800" cy="125093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2825C-FC49-E28C-A94C-20E54F0BEE4B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DF5442-EDE3-1F6D-E9E1-E7DA0C5DF4ED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9E09CB-36A6-1DD1-9097-90080E4B236F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9BE602-B55E-AD77-A199-B108F255499D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BA5A4-5C8F-3D91-8596-740D0F6599EF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E2F14A7-384F-1FBA-2C1A-4228639A28C5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52F208-E520-2F53-6386-FCF905F478CB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D8A3E6-1944-7EF3-75AB-25D3B564A9C0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2CBDC5-ABE3-CA94-9F89-8B9F310E7C6C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891612-3089-CD71-1CD0-94180EDBDE13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88B13227-F1DF-50CC-5B97-B49D19C49CE4}"/>
              </a:ext>
            </a:extLst>
          </p:cNvPr>
          <p:cNvSpPr/>
          <p:nvPr/>
        </p:nvSpPr>
        <p:spPr>
          <a:xfrm>
            <a:off x="3897206" y="2196386"/>
            <a:ext cx="1134533" cy="990591"/>
          </a:xfrm>
          <a:prstGeom prst="mathMultiply">
            <a:avLst>
              <a:gd name="adj1" fmla="val 13263"/>
            </a:avLst>
          </a:prstGeom>
          <a:solidFill>
            <a:srgbClr val="FF0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4619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AD4A-FC94-2E93-6E6F-90F64B3E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CC1B-4D62-18EF-5443-F95F32EC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A notion of “Bound” Informational Non-equilibrium </a:t>
            </a:r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692FA9-3B60-B77D-2DAD-11009BC3ADCB}"/>
                  </a:ext>
                </a:extLst>
              </p:cNvPr>
              <p:cNvSpPr txBox="1"/>
              <p:nvPr/>
            </p:nvSpPr>
            <p:spPr>
              <a:xfrm>
                <a:off x="370800" y="1268016"/>
                <a:ext cx="8011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Rockwell" panose="02060603020205020403" pitchFamily="18" charset="0"/>
                  </a:rPr>
                  <a:t>All non-pure, not maximally mixed qubits have bound-informational non-equilibrium.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800" dirty="0">
                  <a:latin typeface="Rockwell" panose="02060603020205020403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Rockwell" panose="02060603020205020403" pitchFamily="18" charset="0"/>
                  </a:rPr>
                  <a:t>All states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dirty="0">
                    <a:latin typeface="Rockwell" panose="02060603020205020403" pitchFamily="18" charset="0"/>
                  </a:rPr>
                  <a:t>-fold degeneracy in their eigen-spectrum have bound informational non-equilibrium</a:t>
                </a:r>
                <a:endParaRPr lang="en-GB" sz="1800" dirty="0"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692FA9-3B60-B77D-2DAD-11009BC3A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00" y="1268016"/>
                <a:ext cx="8011200" cy="1477328"/>
              </a:xfrm>
              <a:prstGeom prst="rect">
                <a:avLst/>
              </a:prstGeom>
              <a:blipFill>
                <a:blip r:embed="rId2"/>
                <a:stretch>
                  <a:fillRect l="-533" t="-206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00F70D68-EF7A-4C98-FCA4-95A957FB8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400" y="3928101"/>
            <a:ext cx="1036031" cy="2210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AE8CB65-64F1-7DE4-B368-749F841D11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3838" y="3071151"/>
            <a:ext cx="3536323" cy="290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611ACC-39BD-F037-A88B-2C512A631177}"/>
              </a:ext>
            </a:extLst>
          </p:cNvPr>
          <p:cNvSpPr txBox="1"/>
          <p:nvPr/>
        </p:nvSpPr>
        <p:spPr>
          <a:xfrm>
            <a:off x="1930400" y="3892417"/>
            <a:ext cx="1651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Some pure state </a:t>
            </a:r>
            <a:endParaRPr lang="en-GB" dirty="0">
              <a:latin typeface="Rockwell" panose="02060603020205020403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6340F2-71D5-5159-ED4D-DDED5BB4FCCB}"/>
              </a:ext>
            </a:extLst>
          </p:cNvPr>
          <p:cNvCxnSpPr>
            <a:cxnSpLocks/>
          </p:cNvCxnSpPr>
          <p:nvPr/>
        </p:nvCxnSpPr>
        <p:spPr>
          <a:xfrm flipV="1">
            <a:off x="2755900" y="3393995"/>
            <a:ext cx="385233" cy="48881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332593-508F-8BC1-1326-9732A1D78B64}"/>
              </a:ext>
            </a:extLst>
          </p:cNvPr>
          <p:cNvCxnSpPr>
            <a:cxnSpLocks/>
          </p:cNvCxnSpPr>
          <p:nvPr/>
        </p:nvCxnSpPr>
        <p:spPr>
          <a:xfrm flipH="1" flipV="1">
            <a:off x="3526366" y="3416114"/>
            <a:ext cx="431801" cy="45937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0EA96A8A-4119-9C9A-9F9C-0D2BC38D1E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5357" y="3739516"/>
            <a:ext cx="6231017" cy="27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4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4E67-5C07-A44B-E496-138585DC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6784-5E14-DC5F-E1DA-BC46697F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A notion of “Bound” Informational Non-equilibrium </a:t>
            </a:r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ACC81-01FE-E93D-EB7D-2843E2449592}"/>
                  </a:ext>
                </a:extLst>
              </p:cNvPr>
              <p:cNvSpPr txBox="1"/>
              <p:nvPr/>
            </p:nvSpPr>
            <p:spPr>
              <a:xfrm>
                <a:off x="370800" y="1268016"/>
                <a:ext cx="8011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Rockwell" panose="02060603020205020403" pitchFamily="18" charset="0"/>
                  </a:rPr>
                  <a:t>All non-pure, not maximally mixed, qubits have bound-informational non-equilibrium.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800" dirty="0">
                  <a:latin typeface="Rockwell" panose="02060603020205020403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>
                    <a:latin typeface="Rockwell" panose="02060603020205020403" pitchFamily="18" charset="0"/>
                  </a:rPr>
                  <a:t>Only states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800" dirty="0">
                    <a:latin typeface="Rockwell" panose="02060603020205020403" pitchFamily="18" charset="0"/>
                  </a:rPr>
                  <a:t>-fold degeneracy in their eigen-spectrum have bound informational non-equilibrium</a:t>
                </a:r>
                <a:endParaRPr lang="en-GB" sz="1800" dirty="0"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ACC81-01FE-E93D-EB7D-2843E2449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00" y="1268016"/>
                <a:ext cx="8011200" cy="1477328"/>
              </a:xfrm>
              <a:prstGeom prst="rect">
                <a:avLst/>
              </a:prstGeom>
              <a:blipFill>
                <a:blip r:embed="rId2"/>
                <a:stretch>
                  <a:fillRect l="-533" t="-206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BB398676-8B26-A61E-0D21-E72CB7E4C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0474" y="2941592"/>
            <a:ext cx="2926192" cy="373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030C67-A4A7-B0E4-B81B-5F71F3F91C60}"/>
              </a:ext>
            </a:extLst>
          </p:cNvPr>
          <p:cNvSpPr txBox="1"/>
          <p:nvPr/>
        </p:nvSpPr>
        <p:spPr>
          <a:xfrm>
            <a:off x="949108" y="4063661"/>
            <a:ext cx="6850187" cy="58477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Dephasing channels acting on pure states produce states with bound informational non-equilibrium  </a:t>
            </a:r>
            <a:endParaRPr lang="en-GB" sz="1600" dirty="0">
              <a:latin typeface="Rockwell" panose="02060603020205020403" pitchFamily="18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1A3AB58-B4E2-B343-5A8D-3FA5C5E26D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2391" y="3518296"/>
            <a:ext cx="4162017" cy="3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3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C2E3-6354-8CD9-400D-F52805515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BF3E-A249-B9BD-6529-4E179773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1515864"/>
            <a:ext cx="8402400" cy="994172"/>
          </a:xfrm>
        </p:spPr>
        <p:txBody>
          <a:bodyPr/>
          <a:lstStyle/>
          <a:p>
            <a:pPr algn="ctr"/>
            <a:r>
              <a:rPr lang="en-GB" sz="3600" dirty="0"/>
              <a:t>Qutrit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D49BC-F261-2924-464F-551C94BFB006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25938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DFE6-56DA-48AD-B8D7-0CAFED712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Qutrits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274FCB9-88A8-4784-8B8A-ADC8383CD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099" y="1368704"/>
            <a:ext cx="2045856" cy="3038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765E672-D148-EC2D-46C0-CEB708FC2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293753" y="1697013"/>
            <a:ext cx="3703320" cy="32404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BA3B1FA-AB6A-A8CF-E177-C12E4A3D99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2173" y="2345669"/>
            <a:ext cx="1434795" cy="3038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A24C71-16D8-31E9-4339-180677439A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7159" y="2286270"/>
            <a:ext cx="3477270" cy="35447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9792306-8EE1-E26C-9EB1-347696EDC7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133" y="2407079"/>
            <a:ext cx="658684" cy="1646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3EC3B6-142E-043D-5732-EB5E24000D7F}"/>
              </a:ext>
            </a:extLst>
          </p:cNvPr>
          <p:cNvSpPr txBox="1"/>
          <p:nvPr/>
        </p:nvSpPr>
        <p:spPr>
          <a:xfrm>
            <a:off x="-4293753" y="-770958"/>
            <a:ext cx="231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As                        </a:t>
            </a:r>
            <a:endParaRPr lang="en-GB" sz="180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2BF48D8-61F8-D656-BEF2-860EF093F3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3300" y="3078688"/>
            <a:ext cx="3612494" cy="46768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CCF0CEC-2732-5A4E-548A-04961E60C9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572658" y="-1975566"/>
            <a:ext cx="658684" cy="16467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1681604-F489-455C-B2D8-963C3893B4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19570" y="4014066"/>
            <a:ext cx="4309308" cy="67717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E2021C-1B07-A14A-73C2-DAF33FB66AEE}"/>
              </a:ext>
            </a:extLst>
          </p:cNvPr>
          <p:cNvCxnSpPr/>
          <p:nvPr/>
        </p:nvCxnSpPr>
        <p:spPr>
          <a:xfrm>
            <a:off x="4292399" y="3546377"/>
            <a:ext cx="0" cy="473915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F7D6B6-AEE0-8E97-DBBB-3D26BE47FB76}"/>
              </a:ext>
            </a:extLst>
          </p:cNvPr>
          <p:cNvSpPr txBox="1"/>
          <p:nvPr/>
        </p:nvSpPr>
        <p:spPr>
          <a:xfrm>
            <a:off x="228600" y="3841650"/>
            <a:ext cx="8686800" cy="646331"/>
          </a:xfrm>
          <a:prstGeom prst="rect">
            <a:avLst/>
          </a:prstGeom>
          <a:noFill/>
          <a:ln w="317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The optimal amount of informational non-equilibrium that be concentrated given two qutrits is always given by the above equation </a:t>
            </a:r>
            <a:endParaRPr lang="en-GB" sz="1800" dirty="0">
              <a:latin typeface="Rockwell" panose="02060603020205020403" pitchFamily="18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EAEA7E-95D3-5B0D-935D-92C9743555A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5133" y="1358603"/>
            <a:ext cx="4626585" cy="32404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B4DBC25-F42E-1313-406C-768EA8974E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133" y="3173955"/>
            <a:ext cx="658684" cy="1646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706479-2B80-F20E-3D11-356C5B13B801}"/>
              </a:ext>
            </a:extLst>
          </p:cNvPr>
          <p:cNvSpPr txBox="1"/>
          <p:nvPr/>
        </p:nvSpPr>
        <p:spPr>
          <a:xfrm>
            <a:off x="-176876" y="4691243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79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7BE3-B3FF-29AF-0599-04E3848D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48B0-736E-A62A-8877-D5F1EDAE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Qutrits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06C197C-275C-16C0-3BF8-BCDD36341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052" y="537085"/>
            <a:ext cx="3612494" cy="46768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A5769F7-E218-4BCE-30A2-370F210DD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6330" y="1940085"/>
            <a:ext cx="923871" cy="20530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932B363A-8F61-0CD5-ADE4-DC6802E5B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755" y="1890047"/>
            <a:ext cx="3444593" cy="3373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92CF0F-49DA-AE62-CFE0-9A49EC541167}"/>
              </a:ext>
            </a:extLst>
          </p:cNvPr>
          <p:cNvSpPr txBox="1"/>
          <p:nvPr/>
        </p:nvSpPr>
        <p:spPr>
          <a:xfrm>
            <a:off x="4454780" y="1858072"/>
            <a:ext cx="317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(applied on                )</a:t>
            </a:r>
            <a:endParaRPr lang="en-GB" sz="180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17D5B55-291A-AA12-BA8B-A01F921943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755" y="1888740"/>
            <a:ext cx="3444593" cy="33735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F6CFF08-87EA-9809-CA2F-48987ADA35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93618" y="1890047"/>
            <a:ext cx="3199518" cy="30797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E11323D-4DAD-6CE4-F9E8-05090FADC6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4934" y="1961700"/>
            <a:ext cx="658684" cy="16467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B614F4-C2C6-A244-E737-DDC23C103BD7}"/>
              </a:ext>
            </a:extLst>
          </p:cNvPr>
          <p:cNvSpPr txBox="1"/>
          <p:nvPr/>
        </p:nvSpPr>
        <p:spPr>
          <a:xfrm>
            <a:off x="501941" y="2813750"/>
            <a:ext cx="8271259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The dynamics that optimally concentrate informational non-equilibrium given two qutrits is independent of the state 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DDC20-B1BA-EA64-C93A-574524F1A461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844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32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86EB-5175-5A38-4F61-2FE3C1F4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Qutrits </a:t>
            </a:r>
            <a:endParaRPr lang="en-GB"/>
          </a:p>
        </p:txBody>
      </p:sp>
      <p:pic>
        <p:nvPicPr>
          <p:cNvPr id="6" name="Content Placeholder 5" descr="A pyramid with numbers and a graph&#10;&#10;AI-generated content may be incorrect.">
            <a:extLst>
              <a:ext uri="{FF2B5EF4-FFF2-40B4-BE49-F238E27FC236}">
                <a16:creationId xmlns:a16="http://schemas.microsoft.com/office/drawing/2014/main" id="{7A99469A-7A4C-0884-7A49-7030E9EC0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843" y="1128588"/>
            <a:ext cx="3992019" cy="3689784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410DB3C-B4D1-4FFE-0299-DA5544F06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1745" y="509155"/>
            <a:ext cx="3713926" cy="5235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7698C-DAFD-5C05-A699-E774403698C4}"/>
              </a:ext>
            </a:extLst>
          </p:cNvPr>
          <p:cNvSpPr txBox="1"/>
          <p:nvPr/>
        </p:nvSpPr>
        <p:spPr>
          <a:xfrm>
            <a:off x="6853187" y="386373"/>
            <a:ext cx="2572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System A’s local change in resource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56EDE2-8B62-F69F-75D4-930482BE888B}"/>
              </a:ext>
            </a:extLst>
          </p:cNvPr>
          <p:cNvCxnSpPr/>
          <p:nvPr/>
        </p:nvCxnSpPr>
        <p:spPr>
          <a:xfrm flipH="1">
            <a:off x="6390640" y="709538"/>
            <a:ext cx="396240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B0686695-6703-BB23-70D5-AFEE80BCB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1056" y="1451753"/>
            <a:ext cx="2253849" cy="21694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9D4A62-30B9-A454-D81D-2FA157EE4036}"/>
              </a:ext>
            </a:extLst>
          </p:cNvPr>
          <p:cNvCxnSpPr>
            <a:cxnSpLocks/>
          </p:cNvCxnSpPr>
          <p:nvPr/>
        </p:nvCxnSpPr>
        <p:spPr>
          <a:xfrm>
            <a:off x="7817980" y="1101526"/>
            <a:ext cx="0" cy="244674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712CDF-0F3F-2218-1A31-1EA8AD710CEE}"/>
              </a:ext>
            </a:extLst>
          </p:cNvPr>
          <p:cNvCxnSpPr>
            <a:cxnSpLocks/>
          </p:cNvCxnSpPr>
          <p:nvPr/>
        </p:nvCxnSpPr>
        <p:spPr>
          <a:xfrm>
            <a:off x="4490221" y="1560227"/>
            <a:ext cx="0" cy="18738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77BB75-9650-03AE-7800-6C47B24DA50A}"/>
              </a:ext>
            </a:extLst>
          </p:cNvPr>
          <p:cNvCxnSpPr>
            <a:cxnSpLocks/>
          </p:cNvCxnSpPr>
          <p:nvPr/>
        </p:nvCxnSpPr>
        <p:spPr>
          <a:xfrm flipH="1">
            <a:off x="3122250" y="3434080"/>
            <a:ext cx="1366278" cy="920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38850D-01EE-8F3C-406C-8CF6BDF77693}"/>
              </a:ext>
            </a:extLst>
          </p:cNvPr>
          <p:cNvCxnSpPr>
            <a:cxnSpLocks/>
          </p:cNvCxnSpPr>
          <p:nvPr/>
        </p:nvCxnSpPr>
        <p:spPr>
          <a:xfrm flipH="1" flipV="1">
            <a:off x="4488528" y="3434080"/>
            <a:ext cx="1368213" cy="920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A477EE-235A-6284-95F9-0C899F295389}"/>
              </a:ext>
            </a:extLst>
          </p:cNvPr>
          <p:cNvSpPr txBox="1"/>
          <p:nvPr/>
        </p:nvSpPr>
        <p:spPr>
          <a:xfrm>
            <a:off x="671715" y="1887448"/>
            <a:ext cx="2746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States with bound informational non-equilibrium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622AC5-CE17-31C6-B4BA-341DA6984C45}"/>
              </a:ext>
            </a:extLst>
          </p:cNvPr>
          <p:cNvCxnSpPr/>
          <p:nvPr/>
        </p:nvCxnSpPr>
        <p:spPr>
          <a:xfrm>
            <a:off x="2950981" y="2497153"/>
            <a:ext cx="1472308" cy="313625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6186510-B1C0-AB03-BC52-634D2CC64646}"/>
              </a:ext>
            </a:extLst>
          </p:cNvPr>
          <p:cNvSpPr txBox="1"/>
          <p:nvPr/>
        </p:nvSpPr>
        <p:spPr>
          <a:xfrm>
            <a:off x="236540" y="2417297"/>
            <a:ext cx="2531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Maximum Concentration for states where: 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E281DE-9CF8-43C4-CE36-DFEEC716E97E}"/>
              </a:ext>
            </a:extLst>
          </p:cNvPr>
          <p:cNvCxnSpPr>
            <a:cxnSpLocks/>
          </p:cNvCxnSpPr>
          <p:nvPr/>
        </p:nvCxnSpPr>
        <p:spPr>
          <a:xfrm flipV="1">
            <a:off x="2528134" y="2969994"/>
            <a:ext cx="1218714" cy="3934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084319A0-3E88-4ECB-703C-C30883B160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38" y="3405591"/>
            <a:ext cx="2248926" cy="44026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2AED16-4313-CD96-75C8-D4283C6EA363}"/>
              </a:ext>
            </a:extLst>
          </p:cNvPr>
          <p:cNvCxnSpPr>
            <a:cxnSpLocks/>
          </p:cNvCxnSpPr>
          <p:nvPr/>
        </p:nvCxnSpPr>
        <p:spPr>
          <a:xfrm flipH="1">
            <a:off x="3779520" y="1560227"/>
            <a:ext cx="701040" cy="140976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7C3993-85C2-3C0E-15A7-4A3AE870839B}"/>
              </a:ext>
            </a:extLst>
          </p:cNvPr>
          <p:cNvCxnSpPr>
            <a:cxnSpLocks/>
          </p:cNvCxnSpPr>
          <p:nvPr/>
        </p:nvCxnSpPr>
        <p:spPr>
          <a:xfrm flipH="1" flipV="1">
            <a:off x="3779520" y="2969994"/>
            <a:ext cx="701040" cy="46408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E53B34-76E3-7FA4-73BC-D3F88C0D7440}"/>
              </a:ext>
            </a:extLst>
          </p:cNvPr>
          <p:cNvCxnSpPr>
            <a:cxnSpLocks/>
          </p:cNvCxnSpPr>
          <p:nvPr/>
        </p:nvCxnSpPr>
        <p:spPr>
          <a:xfrm>
            <a:off x="4480560" y="1560227"/>
            <a:ext cx="7968" cy="187891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9B03910-E98F-716C-9266-2CD222643688}"/>
              </a:ext>
            </a:extLst>
          </p:cNvPr>
          <p:cNvSpPr txBox="1"/>
          <p:nvPr/>
        </p:nvSpPr>
        <p:spPr>
          <a:xfrm>
            <a:off x="440831" y="1666760"/>
            <a:ext cx="3513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Symmetric due to the ordering of the eigenvalues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79FED7-5984-AB76-67E3-FF92A881C0CD}"/>
              </a:ext>
            </a:extLst>
          </p:cNvPr>
          <p:cNvCxnSpPr>
            <a:cxnSpLocks/>
          </p:cNvCxnSpPr>
          <p:nvPr/>
        </p:nvCxnSpPr>
        <p:spPr>
          <a:xfrm>
            <a:off x="3280833" y="2173506"/>
            <a:ext cx="673100" cy="24379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4D705D-5D3E-4E05-32E7-6593C3905819}"/>
              </a:ext>
            </a:extLst>
          </p:cNvPr>
          <p:cNvSpPr txBox="1"/>
          <p:nvPr/>
        </p:nvSpPr>
        <p:spPr>
          <a:xfrm>
            <a:off x="-125835" y="4622334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48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2" grpId="0"/>
      <p:bldP spid="22" grpId="1"/>
      <p:bldP spid="25" grpId="0"/>
      <p:bldP spid="23" grpId="0"/>
      <p:bldP spid="23" grpId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9D4C-90C6-F71C-EB9C-BAA05DC5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triangle with a bar and a graph&#10;&#10;AI-generated content may be incorrect.">
            <a:extLst>
              <a:ext uri="{FF2B5EF4-FFF2-40B4-BE49-F238E27FC236}">
                <a16:creationId xmlns:a16="http://schemas.microsoft.com/office/drawing/2014/main" id="{53151A5C-DBF6-7466-CFC1-634E93318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602" y="1326508"/>
            <a:ext cx="4383734" cy="3653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B4345C-C4EE-2E9F-8A8F-0D6CC94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Qutrits </a:t>
            </a:r>
            <a:endParaRPr lang="en-GB"/>
          </a:p>
        </p:txBody>
      </p:sp>
      <p:pic>
        <p:nvPicPr>
          <p:cNvPr id="6" name="Content Placeholder 5" descr="A pyramid with numbers and a graph&#10;&#10;AI-generated content may be incorrect.">
            <a:extLst>
              <a:ext uri="{FF2B5EF4-FFF2-40B4-BE49-F238E27FC236}">
                <a16:creationId xmlns:a16="http://schemas.microsoft.com/office/drawing/2014/main" id="{AE45D390-CB20-FBCB-0DD3-714B9A7D8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32" y="1614266"/>
            <a:ext cx="3267458" cy="3020079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FB8C36A-DA82-853B-C9E8-CE01B49E2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867" y="1223063"/>
            <a:ext cx="3093988" cy="43615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1BBD12-247B-817F-92BB-7AE768688537}"/>
              </a:ext>
            </a:extLst>
          </p:cNvPr>
          <p:cNvCxnSpPr/>
          <p:nvPr/>
        </p:nvCxnSpPr>
        <p:spPr>
          <a:xfrm>
            <a:off x="5909733" y="770930"/>
            <a:ext cx="0" cy="353493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C553C845-5494-ADEC-45CD-D68C2B4FC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4783" y="313121"/>
            <a:ext cx="3949900" cy="35349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F0399EB-950D-9F1C-CEAB-52E15E03FA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9295" y="1182915"/>
            <a:ext cx="1703464" cy="3137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91267BF-FFC3-2396-643A-B41E056EFBC5}"/>
              </a:ext>
            </a:extLst>
          </p:cNvPr>
          <p:cNvSpPr txBox="1"/>
          <p:nvPr/>
        </p:nvSpPr>
        <p:spPr>
          <a:xfrm>
            <a:off x="40600" y="2277950"/>
            <a:ext cx="1388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Max change</a:t>
            </a:r>
            <a:endParaRPr lang="en-GB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E2DE00-EF9E-5F1C-6298-CEA24488A8AE}"/>
              </a:ext>
            </a:extLst>
          </p:cNvPr>
          <p:cNvSpPr txBox="1"/>
          <p:nvPr/>
        </p:nvSpPr>
        <p:spPr>
          <a:xfrm>
            <a:off x="4240432" y="2277950"/>
            <a:ext cx="1388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/>
              <a:t>Zero change</a:t>
            </a:r>
            <a:endParaRPr lang="en-GB" sz="18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F7542E-CDC6-6204-7925-660E93F79616}"/>
              </a:ext>
            </a:extLst>
          </p:cNvPr>
          <p:cNvCxnSpPr/>
          <p:nvPr/>
        </p:nvCxnSpPr>
        <p:spPr>
          <a:xfrm>
            <a:off x="1134533" y="2838813"/>
            <a:ext cx="414867" cy="26246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F0C322-59F0-29DA-386A-053B0E6CE502}"/>
              </a:ext>
            </a:extLst>
          </p:cNvPr>
          <p:cNvCxnSpPr/>
          <p:nvPr/>
        </p:nvCxnSpPr>
        <p:spPr>
          <a:xfrm>
            <a:off x="5359400" y="2794000"/>
            <a:ext cx="414867" cy="26246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3E3B7D-D95F-3770-8595-2BD03EE5AC3C}"/>
              </a:ext>
            </a:extLst>
          </p:cNvPr>
          <p:cNvSpPr txBox="1"/>
          <p:nvPr/>
        </p:nvSpPr>
        <p:spPr>
          <a:xfrm>
            <a:off x="-444616" y="4626910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67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F021-C79E-5633-18B1-5C3EF6DF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Qutrits </a:t>
            </a:r>
          </a:p>
        </p:txBody>
      </p:sp>
      <p:pic>
        <p:nvPicPr>
          <p:cNvPr id="7" name="Picture 6" descr="A black background with yellow rectangles&#10;&#10;AI-generated content may be incorrect.">
            <a:extLst>
              <a:ext uri="{FF2B5EF4-FFF2-40B4-BE49-F238E27FC236}">
                <a16:creationId xmlns:a16="http://schemas.microsoft.com/office/drawing/2014/main" id="{0754E0A9-61A5-28CE-4FC8-570F4275F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39" y="165970"/>
            <a:ext cx="4790960" cy="48115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BFECE19-D7BA-F807-6A19-88B66DD3A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7714" y="2827013"/>
            <a:ext cx="2271971" cy="29576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1EC91D-4C60-EB60-2311-8AF6D680C756}"/>
              </a:ext>
            </a:extLst>
          </p:cNvPr>
          <p:cNvCxnSpPr>
            <a:cxnSpLocks/>
          </p:cNvCxnSpPr>
          <p:nvPr/>
        </p:nvCxnSpPr>
        <p:spPr>
          <a:xfrm flipH="1">
            <a:off x="5746750" y="2974893"/>
            <a:ext cx="889000" cy="5493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A197D1-A615-EE0D-1173-B04602C95F23}"/>
              </a:ext>
            </a:extLst>
          </p:cNvPr>
          <p:cNvCxnSpPr>
            <a:cxnSpLocks/>
          </p:cNvCxnSpPr>
          <p:nvPr/>
        </p:nvCxnSpPr>
        <p:spPr>
          <a:xfrm flipH="1" flipV="1">
            <a:off x="5556250" y="1917700"/>
            <a:ext cx="1079500" cy="10571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65BE9AF-96C8-6E87-B5F5-48C62601F2FA}"/>
              </a:ext>
            </a:extLst>
          </p:cNvPr>
          <p:cNvSpPr txBox="1"/>
          <p:nvPr/>
        </p:nvSpPr>
        <p:spPr>
          <a:xfrm>
            <a:off x="-352338" y="4641970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86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6A66-DD88-FA90-B6CF-EBB6CC06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91905A-AF09-1C0A-DB46-8A5A51759DC9}"/>
              </a:ext>
            </a:extLst>
          </p:cNvPr>
          <p:cNvSpPr txBox="1"/>
          <p:nvPr/>
        </p:nvSpPr>
        <p:spPr>
          <a:xfrm>
            <a:off x="-637046" y="4534096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 descr="A blue triangle with a bar and a graph&#10;&#10;AI-generated content may be incorrect.">
            <a:extLst>
              <a:ext uri="{FF2B5EF4-FFF2-40B4-BE49-F238E27FC236}">
                <a16:creationId xmlns:a16="http://schemas.microsoft.com/office/drawing/2014/main" id="{18A6EAE2-3F6A-DA72-C5EE-3050E5D80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053" y="1319597"/>
            <a:ext cx="3621609" cy="3018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84C4A2-DEFD-7952-5D08-5DC479A4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Qutrits </a:t>
            </a:r>
            <a:endParaRPr lang="en-GB"/>
          </a:p>
        </p:txBody>
      </p:sp>
      <p:pic>
        <p:nvPicPr>
          <p:cNvPr id="6" name="Content Placeholder 5" descr="A pyramid with numbers and a graph&#10;&#10;AI-generated content may be incorrect.">
            <a:extLst>
              <a:ext uri="{FF2B5EF4-FFF2-40B4-BE49-F238E27FC236}">
                <a16:creationId xmlns:a16="http://schemas.microsoft.com/office/drawing/2014/main" id="{116C0731-86F7-71B1-5CBF-7B6FDD020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5" y="1590188"/>
            <a:ext cx="2679708" cy="2476828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586FD02-F432-118A-A6C6-E540A2DD8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725" y="1254433"/>
            <a:ext cx="2050945" cy="28912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5C5C56C6-85BB-D455-421C-C37589AA2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5537" y="1268016"/>
            <a:ext cx="1129192" cy="208009"/>
          </a:xfrm>
          <a:prstGeom prst="rect">
            <a:avLst/>
          </a:prstGeom>
        </p:spPr>
      </p:pic>
      <p:pic>
        <p:nvPicPr>
          <p:cNvPr id="8" name="Picture 7" descr="A pyramid with numbers and a diagram&#10;&#10;AI-generated content may be incorrect.">
            <a:extLst>
              <a:ext uri="{FF2B5EF4-FFF2-40B4-BE49-F238E27FC236}">
                <a16:creationId xmlns:a16="http://schemas.microsoft.com/office/drawing/2014/main" id="{D4FEED07-DFF8-30BD-83E3-32338A5B4E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84" y="1476025"/>
            <a:ext cx="3184016" cy="267193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D4AADDD-490A-D272-38C1-562D53D516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3349" y="635217"/>
            <a:ext cx="1931500" cy="2706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34D591F-A845-E230-2D2A-5DEE6FBBF8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64877" y="654156"/>
            <a:ext cx="4330512" cy="27065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46EA672-0C71-BF19-3B33-341A2482FC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192" y="1267245"/>
            <a:ext cx="1695450" cy="209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E3DCC3-9AD6-93D5-DFEF-B960FA788889}"/>
              </a:ext>
            </a:extLst>
          </p:cNvPr>
          <p:cNvSpPr txBox="1"/>
          <p:nvPr/>
        </p:nvSpPr>
        <p:spPr>
          <a:xfrm>
            <a:off x="6413118" y="652685"/>
            <a:ext cx="3317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268A5-BAAF-90F0-0A68-4EB710C4B698}"/>
              </a:ext>
            </a:extLst>
          </p:cNvPr>
          <p:cNvSpPr txBox="1"/>
          <p:nvPr/>
        </p:nvSpPr>
        <p:spPr>
          <a:xfrm>
            <a:off x="1217918" y="4165778"/>
            <a:ext cx="6708163" cy="923330"/>
          </a:xfrm>
          <a:prstGeom prst="rect">
            <a:avLst/>
          </a:prstGeom>
          <a:noFill/>
          <a:ln w="317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Rockwell" panose="02060603020205020403" pitchFamily="18" charset="0"/>
              </a:rPr>
              <a:t>Two-qutrit optimal concentration must generate global correlation</a:t>
            </a:r>
            <a:r>
              <a:rPr lang="en-GB" sz="1800" dirty="0">
                <a:latin typeface="Rockwell" panose="02060603020205020403" pitchFamily="18" charset="0"/>
              </a:rPr>
              <a:t>:</a:t>
            </a:r>
          </a:p>
          <a:p>
            <a:pPr algn="ctr"/>
            <a:endParaRPr lang="en-GB" sz="1800" dirty="0">
              <a:latin typeface="Rockwell" panose="02060603020205020403" pitchFamily="18" charset="0"/>
            </a:endParaRPr>
          </a:p>
          <a:p>
            <a:pPr algn="ctr"/>
            <a:endParaRPr lang="en-GB" sz="18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7BFCE05-803A-B308-90E6-F7E192F6642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3467" y="4672516"/>
            <a:ext cx="34861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1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41FB57-8719-AA0D-8F5C-FE54CCCD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CA53CC-BEC8-9E58-C298-D7D52B0A901E}"/>
              </a:ext>
            </a:extLst>
          </p:cNvPr>
          <p:cNvSpPr/>
          <p:nvPr/>
        </p:nvSpPr>
        <p:spPr>
          <a:xfrm>
            <a:off x="5719235" y="2571750"/>
            <a:ext cx="1320800" cy="125093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EBA88-E0B4-0988-DC81-D84C7CB821C5}"/>
              </a:ext>
            </a:extLst>
          </p:cNvPr>
          <p:cNvSpPr txBox="1"/>
          <p:nvPr/>
        </p:nvSpPr>
        <p:spPr>
          <a:xfrm>
            <a:off x="298873" y="177221"/>
            <a:ext cx="8983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Rockwell" panose="02060603020205020403" pitchFamily="18" charset="0"/>
              </a:rPr>
              <a:t>Resource Concentration: Expected Behaviour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1439D-F8FA-B219-BEBA-CB4246FC95EC}"/>
              </a:ext>
            </a:extLst>
          </p:cNvPr>
          <p:cNvSpPr/>
          <p:nvPr/>
        </p:nvSpPr>
        <p:spPr>
          <a:xfrm>
            <a:off x="1913467" y="1769534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2F4FF-5853-F37E-24B7-AE06EE70C523}"/>
              </a:ext>
            </a:extLst>
          </p:cNvPr>
          <p:cNvSpPr/>
          <p:nvPr/>
        </p:nvSpPr>
        <p:spPr>
          <a:xfrm>
            <a:off x="2383367" y="1564217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5D047C-F6DC-557F-7BFB-D7E5B034A1E6}"/>
              </a:ext>
            </a:extLst>
          </p:cNvPr>
          <p:cNvCxnSpPr/>
          <p:nvPr/>
        </p:nvCxnSpPr>
        <p:spPr>
          <a:xfrm>
            <a:off x="1913467" y="22919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3ABD7E-6DD7-9DA5-9E96-90E22A9B7FEB}"/>
              </a:ext>
            </a:extLst>
          </p:cNvPr>
          <p:cNvCxnSpPr/>
          <p:nvPr/>
        </p:nvCxnSpPr>
        <p:spPr>
          <a:xfrm>
            <a:off x="1913467" y="2822222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7D1539-77D6-2541-F58B-C72F7EF3BBAB}"/>
              </a:ext>
            </a:extLst>
          </p:cNvPr>
          <p:cNvCxnSpPr/>
          <p:nvPr/>
        </p:nvCxnSpPr>
        <p:spPr>
          <a:xfrm>
            <a:off x="1913467" y="3333397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5A34823-8D81-0151-1FF0-66C28493505E}"/>
              </a:ext>
            </a:extLst>
          </p:cNvPr>
          <p:cNvSpPr/>
          <p:nvPr/>
        </p:nvSpPr>
        <p:spPr>
          <a:xfrm>
            <a:off x="5719235" y="1769533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5713B8-C1C5-2E73-62A3-F673B4250798}"/>
              </a:ext>
            </a:extLst>
          </p:cNvPr>
          <p:cNvSpPr/>
          <p:nvPr/>
        </p:nvSpPr>
        <p:spPr>
          <a:xfrm>
            <a:off x="6189135" y="1564216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124209-449C-1C2E-1A08-FEA2613ED2A2}"/>
              </a:ext>
            </a:extLst>
          </p:cNvPr>
          <p:cNvCxnSpPr/>
          <p:nvPr/>
        </p:nvCxnSpPr>
        <p:spPr>
          <a:xfrm>
            <a:off x="5719235" y="22919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74F7C9-9560-445D-C4D9-3B61F290F905}"/>
              </a:ext>
            </a:extLst>
          </p:cNvPr>
          <p:cNvCxnSpPr/>
          <p:nvPr/>
        </p:nvCxnSpPr>
        <p:spPr>
          <a:xfrm>
            <a:off x="5719235" y="2822221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7B174D-F802-5C1F-3FDA-14A1691BEEC5}"/>
              </a:ext>
            </a:extLst>
          </p:cNvPr>
          <p:cNvCxnSpPr/>
          <p:nvPr/>
        </p:nvCxnSpPr>
        <p:spPr>
          <a:xfrm>
            <a:off x="5719235" y="3333396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674748-45F9-CEE3-D0FC-E6D0F1426BC2}"/>
              </a:ext>
            </a:extLst>
          </p:cNvPr>
          <p:cNvCxnSpPr>
            <a:cxnSpLocks/>
          </p:cNvCxnSpPr>
          <p:nvPr/>
        </p:nvCxnSpPr>
        <p:spPr>
          <a:xfrm>
            <a:off x="3603414" y="2691682"/>
            <a:ext cx="172211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23FE407-52FF-0D93-1226-1FC8C797F63C}"/>
              </a:ext>
            </a:extLst>
          </p:cNvPr>
          <p:cNvSpPr/>
          <p:nvPr/>
        </p:nvSpPr>
        <p:spPr>
          <a:xfrm>
            <a:off x="298873" y="2571750"/>
            <a:ext cx="1320800" cy="1250936"/>
          </a:xfrm>
          <a:prstGeom prst="rect">
            <a:avLst/>
          </a:prstGeom>
          <a:solidFill>
            <a:srgbClr val="FFC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C467D2-61FE-47C6-CE19-2EA614BBDAB9}"/>
              </a:ext>
            </a:extLst>
          </p:cNvPr>
          <p:cNvSpPr/>
          <p:nvPr/>
        </p:nvSpPr>
        <p:spPr>
          <a:xfrm>
            <a:off x="298873" y="1769532"/>
            <a:ext cx="1320800" cy="205315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C3BBBE-2E59-20B3-79AA-11F7C3C2A002}"/>
              </a:ext>
            </a:extLst>
          </p:cNvPr>
          <p:cNvSpPr/>
          <p:nvPr/>
        </p:nvSpPr>
        <p:spPr>
          <a:xfrm>
            <a:off x="768773" y="1564215"/>
            <a:ext cx="381000" cy="20531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C1750C-0072-BCB8-895D-1D16186984ED}"/>
              </a:ext>
            </a:extLst>
          </p:cNvPr>
          <p:cNvCxnSpPr/>
          <p:nvPr/>
        </p:nvCxnSpPr>
        <p:spPr>
          <a:xfrm>
            <a:off x="298873" y="22919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0E70FA-11CA-8C7F-7305-0E220BB4C999}"/>
              </a:ext>
            </a:extLst>
          </p:cNvPr>
          <p:cNvCxnSpPr/>
          <p:nvPr/>
        </p:nvCxnSpPr>
        <p:spPr>
          <a:xfrm>
            <a:off x="298873" y="2822220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94899C-17AE-FFC8-CF32-FA1CD197CE19}"/>
              </a:ext>
            </a:extLst>
          </p:cNvPr>
          <p:cNvCxnSpPr/>
          <p:nvPr/>
        </p:nvCxnSpPr>
        <p:spPr>
          <a:xfrm>
            <a:off x="298873" y="3333395"/>
            <a:ext cx="36618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04574B7-2283-6017-44FD-A6D3E27705A7}"/>
              </a:ext>
            </a:extLst>
          </p:cNvPr>
          <p:cNvSpPr/>
          <p:nvPr/>
        </p:nvSpPr>
        <p:spPr>
          <a:xfrm>
            <a:off x="7326207" y="1769531"/>
            <a:ext cx="1320800" cy="2053155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458B6F-F29B-F28A-0C6C-9BCE59C13EEC}"/>
              </a:ext>
            </a:extLst>
          </p:cNvPr>
          <p:cNvSpPr/>
          <p:nvPr/>
        </p:nvSpPr>
        <p:spPr>
          <a:xfrm>
            <a:off x="7796107" y="1564214"/>
            <a:ext cx="381000" cy="205317"/>
          </a:xfrm>
          <a:prstGeom prst="rect">
            <a:avLst/>
          </a:prstGeom>
          <a:noFill/>
          <a:ln w="762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F71E29-7621-1C7C-94CC-26A04C7896F7}"/>
              </a:ext>
            </a:extLst>
          </p:cNvPr>
          <p:cNvCxnSpPr/>
          <p:nvPr/>
        </p:nvCxnSpPr>
        <p:spPr>
          <a:xfrm>
            <a:off x="7326207" y="22919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635D4C-547E-788C-2038-9EB42156C5BB}"/>
              </a:ext>
            </a:extLst>
          </p:cNvPr>
          <p:cNvCxnSpPr/>
          <p:nvPr/>
        </p:nvCxnSpPr>
        <p:spPr>
          <a:xfrm>
            <a:off x="7326207" y="2822219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4BE7C3-5599-3539-86D5-2AF49642DF6B}"/>
              </a:ext>
            </a:extLst>
          </p:cNvPr>
          <p:cNvCxnSpPr/>
          <p:nvPr/>
        </p:nvCxnSpPr>
        <p:spPr>
          <a:xfrm>
            <a:off x="7326207" y="3333394"/>
            <a:ext cx="366183" cy="0"/>
          </a:xfrm>
          <a:prstGeom prst="line">
            <a:avLst/>
          </a:prstGeom>
          <a:ln w="762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B6B043-9C0F-BE90-D5F8-88A5C8805389}"/>
              </a:ext>
            </a:extLst>
          </p:cNvPr>
          <p:cNvSpPr txBox="1"/>
          <p:nvPr/>
        </p:nvSpPr>
        <p:spPr>
          <a:xfrm>
            <a:off x="-1225127" y="4316317"/>
            <a:ext cx="1137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Cannot increase the resource if one state has no resource</a:t>
            </a:r>
          </a:p>
        </p:txBody>
      </p:sp>
    </p:spTree>
    <p:extLst>
      <p:ext uri="{BB962C8B-B14F-4D97-AF65-F5344CB8AC3E}">
        <p14:creationId xmlns:p14="http://schemas.microsoft.com/office/powerpoint/2010/main" val="408813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80BB-E709-5468-7993-8569C4B0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A5BC-5477-167C-3A95-AA46C1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456828"/>
            <a:ext cx="8402400" cy="2888456"/>
          </a:xfrm>
        </p:spPr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Apply to another other resource theory, e.g., thermodynamics. </a:t>
            </a:r>
          </a:p>
          <a:p>
            <a:endParaRPr lang="en-GB" dirty="0">
              <a:latin typeface="Rockwell" panose="02060603020205020403" pitchFamily="18" charset="0"/>
            </a:endParaRPr>
          </a:p>
          <a:p>
            <a:r>
              <a:rPr lang="en-GB" dirty="0">
                <a:latin typeface="Rockwell" panose="02060603020205020403" pitchFamily="18" charset="0"/>
              </a:rPr>
              <a:t>Explore the notion of concentration of non-static resources</a:t>
            </a:r>
          </a:p>
          <a:p>
            <a:pPr lvl="1"/>
            <a:r>
              <a:rPr lang="en-GB" dirty="0">
                <a:latin typeface="Rockwell" panose="02060603020205020403" pitchFamily="18" charset="0"/>
              </a:rPr>
              <a:t>Measurement, dynamics.</a:t>
            </a:r>
          </a:p>
          <a:p>
            <a:pPr lvl="1"/>
            <a:endParaRPr lang="en-GB" dirty="0">
              <a:latin typeface="Rockwell" panose="02060603020205020403" pitchFamily="18" charset="0"/>
            </a:endParaRPr>
          </a:p>
          <a:p>
            <a:r>
              <a:rPr lang="en-GB" dirty="0">
                <a:latin typeface="Rockwell" panose="02060603020205020403" pitchFamily="18" charset="0"/>
              </a:rPr>
              <a:t>Find physically relevant scenarios where concentration is useful.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FD6E6-7130-A1F8-08F0-E8BE3ECF93BA}"/>
              </a:ext>
            </a:extLst>
          </p:cNvPr>
          <p:cNvSpPr txBox="1"/>
          <p:nvPr/>
        </p:nvSpPr>
        <p:spPr>
          <a:xfrm>
            <a:off x="-637046" y="4534096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41135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30961-CAB0-06C4-FE54-4E2AE6B4B292}"/>
              </a:ext>
            </a:extLst>
          </p:cNvPr>
          <p:cNvSpPr txBox="1"/>
          <p:nvPr/>
        </p:nvSpPr>
        <p:spPr>
          <a:xfrm>
            <a:off x="-1071716" y="-304799"/>
            <a:ext cx="3716593" cy="13427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230FA-A3BE-EAB3-A602-028996F72160}"/>
              </a:ext>
            </a:extLst>
          </p:cNvPr>
          <p:cNvSpPr txBox="1"/>
          <p:nvPr/>
        </p:nvSpPr>
        <p:spPr>
          <a:xfrm>
            <a:off x="-1322438" y="4675493"/>
            <a:ext cx="3716593" cy="13427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554" name="Title 1">
            <a:extLst>
              <a:ext uri="{FF2B5EF4-FFF2-40B4-BE49-F238E27FC236}">
                <a16:creationId xmlns:a16="http://schemas.microsoft.com/office/drawing/2014/main" id="{424A0D4C-2885-B5DF-1AD5-84F0EA20E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-63806"/>
            <a:ext cx="6680998" cy="1101725"/>
          </a:xfrm>
        </p:spPr>
        <p:txBody>
          <a:bodyPr/>
          <a:lstStyle/>
          <a:p>
            <a:pPr algn="ctr"/>
            <a:r>
              <a:rPr lang="en-US" altLang="en-US" sz="2400" b="1" dirty="0">
                <a:latin typeface="Rockwell" panose="02060603020205020403" pitchFamily="18" charset="0"/>
              </a:rPr>
              <a:t>The More The Merrier </a:t>
            </a:r>
            <a:r>
              <a:rPr lang="en-US" altLang="en-US" sz="2400" dirty="0">
                <a:latin typeface="Rockwell" panose="02060603020205020403" pitchFamily="18" charset="0"/>
              </a:rPr>
              <a:t>- Resource Enhancement in Quantum Resource Theories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F5E4E-C4BD-78CE-9DB9-834FD3989587}"/>
              </a:ext>
            </a:extLst>
          </p:cNvPr>
          <p:cNvSpPr txBox="1"/>
          <p:nvPr/>
        </p:nvSpPr>
        <p:spPr>
          <a:xfrm>
            <a:off x="-134754" y="3469415"/>
            <a:ext cx="620829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GB" sz="1600" b="1" dirty="0">
                <a:latin typeface="Rockwell" panose="02060603020205020403" pitchFamily="18" charset="0"/>
              </a:rPr>
              <a:t>Quantum Resource Theories, </a:t>
            </a:r>
            <a:r>
              <a:rPr lang="en-US" sz="1600" dirty="0">
                <a:latin typeface="Rockwell" panose="02060603020205020403" pitchFamily="18" charset="0"/>
              </a:rPr>
              <a:t>Eric </a:t>
            </a:r>
            <a:r>
              <a:rPr lang="en-US" sz="1600" dirty="0" err="1">
                <a:latin typeface="Rockwell" panose="02060603020205020403" pitchFamily="18" charset="0"/>
              </a:rPr>
              <a:t>Chitambar</a:t>
            </a:r>
            <a:r>
              <a:rPr lang="en-US" sz="1600" dirty="0">
                <a:latin typeface="Rockwell" panose="02060603020205020403" pitchFamily="18" charset="0"/>
              </a:rPr>
              <a:t> and Gilad Gour, Reviews of Modern Physics, 2019</a:t>
            </a:r>
          </a:p>
          <a:p>
            <a:pPr marL="628650" lvl="1" indent="-285750">
              <a:buFont typeface="Wingdings" panose="05000000000000000000" pitchFamily="2" charset="2"/>
              <a:buChar char="§"/>
            </a:pPr>
            <a:endParaRPr lang="en-US" sz="1600" b="1" dirty="0">
              <a:latin typeface="Rockwell" panose="02060603020205020403" pitchFamily="18" charset="0"/>
            </a:endParaRPr>
          </a:p>
          <a:p>
            <a:pPr lvl="1" indent="0"/>
            <a:r>
              <a:rPr lang="en-US" sz="1600" b="1" dirty="0">
                <a:latin typeface="Rockwell" panose="02060603020205020403" pitchFamily="18" charset="0"/>
              </a:rPr>
              <a:t>An Introductory Review of the Resource Theory  Approach to Thermodynamics, </a:t>
            </a:r>
            <a:r>
              <a:rPr lang="en-US" sz="1600" dirty="0">
                <a:latin typeface="Rockwell" panose="02060603020205020403" pitchFamily="18" charset="0"/>
              </a:rPr>
              <a:t>Matteo </a:t>
            </a:r>
            <a:r>
              <a:rPr lang="en-US" sz="1600" dirty="0" err="1">
                <a:latin typeface="Rockwell" panose="02060603020205020403" pitchFamily="18" charset="0"/>
              </a:rPr>
              <a:t>Lostaglio</a:t>
            </a:r>
            <a:r>
              <a:rPr lang="en-US" sz="1600" dirty="0">
                <a:latin typeface="Rockwell" panose="02060603020205020403" pitchFamily="18" charset="0"/>
              </a:rPr>
              <a:t>, Reports on Progress in Physics, 2019</a:t>
            </a:r>
          </a:p>
          <a:p>
            <a:pPr lvl="1"/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60BAB-ED77-DA60-47EF-7528200E1E16}"/>
              </a:ext>
            </a:extLst>
          </p:cNvPr>
          <p:cNvSpPr txBox="1"/>
          <p:nvPr/>
        </p:nvSpPr>
        <p:spPr>
          <a:xfrm>
            <a:off x="221381" y="1278912"/>
            <a:ext cx="585216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Rockwell" panose="02060603020205020403" pitchFamily="18" charset="0"/>
              </a:rPr>
              <a:t>Informational nonequilibrium concentration</a:t>
            </a:r>
          </a:p>
          <a:p>
            <a:r>
              <a:rPr lang="en-GB" sz="1600" dirty="0">
                <a:latin typeface="Rockwell" panose="02060603020205020403" pitchFamily="18" charset="0"/>
              </a:rPr>
              <a:t>Chung-Yun Hsieh, </a:t>
            </a:r>
            <a:r>
              <a:rPr lang="en-GB" sz="1600" dirty="0">
                <a:solidFill>
                  <a:srgbClr val="C00000"/>
                </a:solidFill>
                <a:latin typeface="Rockwell" panose="02060603020205020403" pitchFamily="18" charset="0"/>
              </a:rPr>
              <a:t>Benjamin Stratton</a:t>
            </a:r>
            <a:r>
              <a:rPr lang="en-GB" sz="1600" dirty="0">
                <a:latin typeface="Rockwell" panose="02060603020205020403" pitchFamily="18" charset="0"/>
              </a:rPr>
              <a:t>, Hao-Cheng Weng, Valerio Scarani</a:t>
            </a:r>
            <a:r>
              <a:rPr lang="en-US" sz="1600" dirty="0">
                <a:latin typeface="Rockwell" panose="02060603020205020403" pitchFamily="18" charset="0"/>
              </a:rPr>
              <a:t>, </a:t>
            </a:r>
            <a:r>
              <a:rPr lang="en-GB" sz="1600" dirty="0">
                <a:latin typeface="Rockwell" panose="02060603020205020403" pitchFamily="18" charset="0"/>
              </a:rPr>
              <a:t>Phys. Rev. A, 2025</a:t>
            </a:r>
          </a:p>
          <a:p>
            <a:endParaRPr lang="en-GB" sz="1600" dirty="0">
              <a:latin typeface="Rockwell" panose="02060603020205020403" pitchFamily="18" charset="0"/>
            </a:endParaRPr>
          </a:p>
          <a:p>
            <a:r>
              <a:rPr lang="en-GB" sz="1600" b="1" dirty="0">
                <a:latin typeface="Rockwell" panose="02060603020205020403" pitchFamily="18" charset="0"/>
              </a:rPr>
              <a:t>Unspeakable Coherence Concentration</a:t>
            </a:r>
          </a:p>
          <a:p>
            <a:r>
              <a:rPr lang="en-GB" sz="1600" dirty="0">
                <a:solidFill>
                  <a:srgbClr val="C00000"/>
                </a:solidFill>
                <a:latin typeface="Rockwell" panose="02060603020205020403" pitchFamily="18" charset="0"/>
              </a:rPr>
              <a:t>Benjamin Stratton</a:t>
            </a:r>
            <a:r>
              <a:rPr lang="en-GB" sz="1600" dirty="0">
                <a:latin typeface="Rockwell" panose="02060603020205020403" pitchFamily="18" charset="0"/>
              </a:rPr>
              <a:t>, Chung-Yun Hsieh, Paul </a:t>
            </a:r>
            <a:r>
              <a:rPr lang="en-GB" sz="1600" dirty="0" err="1">
                <a:latin typeface="Rockwell" panose="02060603020205020403" pitchFamily="18" charset="0"/>
              </a:rPr>
              <a:t>Skrzypczyk</a:t>
            </a:r>
            <a:r>
              <a:rPr lang="en-US" sz="1600" dirty="0">
                <a:latin typeface="Rockwell" panose="02060603020205020403" pitchFamily="18" charset="0"/>
              </a:rPr>
              <a:t>, </a:t>
            </a:r>
            <a:r>
              <a:rPr lang="en-GB" sz="1600" dirty="0">
                <a:latin typeface="Rockwell" panose="02060603020205020403" pitchFamily="18" charset="0"/>
              </a:rPr>
              <a:t>arXiv:2512.04255v1, 2025. </a:t>
            </a:r>
            <a:endParaRPr lang="en-US" sz="1600" dirty="0">
              <a:latin typeface="Rockwell" panose="020606030202050204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3326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6B61-C095-C7FA-8241-6B5641A3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8292E-3B8C-4D6B-9E10-71D75530E6AA}"/>
              </a:ext>
            </a:extLst>
          </p:cNvPr>
          <p:cNvSpPr txBox="1"/>
          <p:nvPr/>
        </p:nvSpPr>
        <p:spPr>
          <a:xfrm>
            <a:off x="738187" y="1069271"/>
            <a:ext cx="766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Quantum Resource Theory Overview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223B0-6356-6AD9-78EE-EF78B3CB17E0}"/>
              </a:ext>
            </a:extLst>
          </p:cNvPr>
          <p:cNvSpPr txBox="1"/>
          <p:nvPr/>
        </p:nvSpPr>
        <p:spPr>
          <a:xfrm>
            <a:off x="933510" y="3290669"/>
            <a:ext cx="727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2800" dirty="0">
                <a:latin typeface="Rockwell" panose="02060603020205020403" pitchFamily="18" charset="0"/>
              </a:rPr>
              <a:t>Conceptual Foundations – Extra Slides </a:t>
            </a:r>
          </a:p>
        </p:txBody>
      </p:sp>
    </p:spTree>
    <p:extLst>
      <p:ext uri="{BB962C8B-B14F-4D97-AF65-F5344CB8AC3E}">
        <p14:creationId xmlns:p14="http://schemas.microsoft.com/office/powerpoint/2010/main" val="121976089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6002-E521-122D-5452-CE372B84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134753F3-EDBE-7E7A-E7C4-647B7BF469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604854" y="1032911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6453DB-D39B-2A1B-E539-8FA4DD870D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1BA3D-67CA-C378-01BE-BEDCDA11280D}"/>
              </a:ext>
            </a:extLst>
          </p:cNvPr>
          <p:cNvSpPr txBox="1"/>
          <p:nvPr/>
        </p:nvSpPr>
        <p:spPr>
          <a:xfrm>
            <a:off x="2525455" y="92809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Rockwell" panose="02060603020205020403" pitchFamily="18" charset="0"/>
              </a:rPr>
              <a:t>Physically Constrained Universe </a:t>
            </a:r>
            <a:endParaRPr lang="en-GB" sz="2000" u="sng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4E53B-6EB0-05F3-D441-ADBA4149D768}"/>
              </a:ext>
            </a:extLst>
          </p:cNvPr>
          <p:cNvSpPr txBox="1"/>
          <p:nvPr/>
        </p:nvSpPr>
        <p:spPr>
          <a:xfrm>
            <a:off x="5171747" y="108304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97E0E5-450F-8961-A654-337E9AA1DAE9}"/>
              </a:ext>
            </a:extLst>
          </p:cNvPr>
          <p:cNvSpPr/>
          <p:nvPr/>
        </p:nvSpPr>
        <p:spPr>
          <a:xfrm>
            <a:off x="1227154" y="1122394"/>
            <a:ext cx="5179506" cy="3384256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68F244-56AF-E3C7-AF90-AE678EFBF2B1}"/>
              </a:ext>
            </a:extLst>
          </p:cNvPr>
          <p:cNvSpPr/>
          <p:nvPr/>
        </p:nvSpPr>
        <p:spPr>
          <a:xfrm rot="1767790">
            <a:off x="4594527" y="1911045"/>
            <a:ext cx="1744964" cy="2055712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7381C-9188-76AB-0969-ACA92AAC2449}"/>
              </a:ext>
            </a:extLst>
          </p:cNvPr>
          <p:cNvSpPr txBox="1"/>
          <p:nvPr/>
        </p:nvSpPr>
        <p:spPr>
          <a:xfrm>
            <a:off x="2451100" y="590699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these are the objects the agent can reach under the allowed operations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965BA3-D35E-1B1A-5F1C-DFE1BA100DEB}"/>
              </a:ext>
            </a:extLst>
          </p:cNvPr>
          <p:cNvCxnSpPr>
            <a:stCxn id="8" idx="0"/>
          </p:cNvCxnSpPr>
          <p:nvPr/>
        </p:nvCxnSpPr>
        <p:spPr>
          <a:xfrm flipV="1">
            <a:off x="4022632" y="532700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EED6E3-14BD-B3D9-96DC-18FF540D3CC8}"/>
              </a:ext>
            </a:extLst>
          </p:cNvPr>
          <p:cNvSpPr txBox="1"/>
          <p:nvPr/>
        </p:nvSpPr>
        <p:spPr>
          <a:xfrm>
            <a:off x="3950410" y="2389790"/>
            <a:ext cx="314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D7FAD-6144-AC1D-732B-D1627D7E9216}"/>
              </a:ext>
            </a:extLst>
          </p:cNvPr>
          <p:cNvSpPr txBox="1"/>
          <p:nvPr/>
        </p:nvSpPr>
        <p:spPr>
          <a:xfrm>
            <a:off x="6757312" y="1991761"/>
            <a:ext cx="2457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Rockwell" panose="02060603020205020403" pitchFamily="18" charset="0"/>
              </a:rPr>
              <a:t>Resource can be </a:t>
            </a:r>
            <a:r>
              <a:rPr lang="en-US" sz="1800" b="1" dirty="0">
                <a:latin typeface="Rockwell" panose="02060603020205020403" pitchFamily="18" charset="0"/>
              </a:rPr>
              <a:t>quantified</a:t>
            </a:r>
            <a:r>
              <a:rPr lang="en-US" sz="1800" dirty="0">
                <a:latin typeface="Rockwell" panose="02060603020205020403" pitchFamily="18" charset="0"/>
              </a:rPr>
              <a:t> by there “distance” to the free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6E1A7AA5-62D4-9C90-2E43-DBF4CDDD6C13}"/>
              </a:ext>
            </a:extLst>
          </p:cNvPr>
          <p:cNvSpPr/>
          <p:nvPr/>
        </p:nvSpPr>
        <p:spPr>
          <a:xfrm>
            <a:off x="3303407" y="2671647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226542-3511-C6A8-8E2F-A1780DBA5310}"/>
              </a:ext>
            </a:extLst>
          </p:cNvPr>
          <p:cNvSpPr txBox="1"/>
          <p:nvPr/>
        </p:nvSpPr>
        <p:spPr>
          <a:xfrm>
            <a:off x="2200424" y="3679138"/>
            <a:ext cx="220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Resourceful Object 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5F6477-7BA5-C0AB-2054-2C18F977562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303407" y="2957397"/>
            <a:ext cx="123187" cy="72174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93408A-98C6-A728-A950-DC0313B81F4B}"/>
              </a:ext>
            </a:extLst>
          </p:cNvPr>
          <p:cNvCxnSpPr/>
          <p:nvPr/>
        </p:nvCxnSpPr>
        <p:spPr>
          <a:xfrm>
            <a:off x="3589157" y="2815167"/>
            <a:ext cx="927810" cy="973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5C3763-3EC2-F28F-058F-6CC83D11E663}"/>
              </a:ext>
            </a:extLst>
          </p:cNvPr>
          <p:cNvCxnSpPr>
            <a:cxnSpLocks/>
          </p:cNvCxnSpPr>
          <p:nvPr/>
        </p:nvCxnSpPr>
        <p:spPr>
          <a:xfrm flipV="1">
            <a:off x="3575675" y="2747853"/>
            <a:ext cx="13482" cy="1333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3E2B38-4A2E-B763-D910-A5A5CE418A96}"/>
              </a:ext>
            </a:extLst>
          </p:cNvPr>
          <p:cNvCxnSpPr>
            <a:cxnSpLocks/>
          </p:cNvCxnSpPr>
          <p:nvPr/>
        </p:nvCxnSpPr>
        <p:spPr>
          <a:xfrm flipV="1">
            <a:off x="4503485" y="2846509"/>
            <a:ext cx="13482" cy="1333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2AF659-13EC-9333-7549-1A44D233FC5E}"/>
              </a:ext>
            </a:extLst>
          </p:cNvPr>
          <p:cNvCxnSpPr>
            <a:cxnSpLocks/>
          </p:cNvCxnSpPr>
          <p:nvPr/>
        </p:nvCxnSpPr>
        <p:spPr>
          <a:xfrm>
            <a:off x="3816907" y="2271625"/>
            <a:ext cx="195096" cy="4712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8A1A68-2952-1BFB-54CA-69B11A8F4174}"/>
              </a:ext>
            </a:extLst>
          </p:cNvPr>
          <p:cNvSpPr txBox="1"/>
          <p:nvPr/>
        </p:nvSpPr>
        <p:spPr>
          <a:xfrm>
            <a:off x="2793847" y="1664048"/>
            <a:ext cx="2457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How resourceful this object is</a:t>
            </a:r>
            <a:endParaRPr lang="en-GB" sz="1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9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482C-2743-7513-87F5-96E5146C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FC68D575-A9C2-874A-4748-919B45AFC6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604854" y="1032911"/>
            <a:ext cx="622300" cy="958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38236A-8FC6-2C09-32D1-E1EE94237A3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81A43-BA61-A0E2-F6D9-B963A452E27A}"/>
              </a:ext>
            </a:extLst>
          </p:cNvPr>
          <p:cNvSpPr txBox="1"/>
          <p:nvPr/>
        </p:nvSpPr>
        <p:spPr>
          <a:xfrm>
            <a:off x="2525455" y="92809"/>
            <a:ext cx="5723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Rockwell" panose="02060603020205020403" pitchFamily="18" charset="0"/>
              </a:rPr>
              <a:t>Physically Constrained Universe </a:t>
            </a:r>
            <a:endParaRPr lang="en-GB" sz="2000" u="sng" dirty="0">
              <a:latin typeface="Rockwell" panose="020606030202050204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3D650-50F8-A231-39D0-41C66415BD49}"/>
              </a:ext>
            </a:extLst>
          </p:cNvPr>
          <p:cNvSpPr txBox="1"/>
          <p:nvPr/>
        </p:nvSpPr>
        <p:spPr>
          <a:xfrm>
            <a:off x="5171747" y="108304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Set of all objects </a:t>
            </a:r>
            <a:endParaRPr lang="en-GB" sz="1800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D85A61-8BA9-DA25-17EE-7A9A415B6ED4}"/>
              </a:ext>
            </a:extLst>
          </p:cNvPr>
          <p:cNvSpPr/>
          <p:nvPr/>
        </p:nvSpPr>
        <p:spPr>
          <a:xfrm>
            <a:off x="1227154" y="1122394"/>
            <a:ext cx="5179506" cy="3384256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27634F-E681-5CEC-59DA-667ECE2B99EF}"/>
              </a:ext>
            </a:extLst>
          </p:cNvPr>
          <p:cNvSpPr/>
          <p:nvPr/>
        </p:nvSpPr>
        <p:spPr>
          <a:xfrm rot="1767790">
            <a:off x="4594527" y="1911045"/>
            <a:ext cx="1744964" cy="2055712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50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5861F-65B2-00B6-0AB5-CF494D4F7431}"/>
              </a:ext>
            </a:extLst>
          </p:cNvPr>
          <p:cNvSpPr txBox="1"/>
          <p:nvPr/>
        </p:nvSpPr>
        <p:spPr>
          <a:xfrm>
            <a:off x="2451100" y="5906994"/>
            <a:ext cx="3143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 – these are the objects the agent can reach under the allowed operations </a:t>
            </a:r>
            <a:endParaRPr lang="en-GB" sz="1600" dirty="0">
              <a:latin typeface="Rockwell" panose="020606030202050204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A62FC4-F30C-3843-5185-00235B23EA35}"/>
              </a:ext>
            </a:extLst>
          </p:cNvPr>
          <p:cNvCxnSpPr>
            <a:stCxn id="8" idx="0"/>
          </p:cNvCxnSpPr>
          <p:nvPr/>
        </p:nvCxnSpPr>
        <p:spPr>
          <a:xfrm flipV="1">
            <a:off x="4022632" y="5327005"/>
            <a:ext cx="358333" cy="57998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FD25AD-083B-BE32-1E9C-B34A76FFBC08}"/>
              </a:ext>
            </a:extLst>
          </p:cNvPr>
          <p:cNvSpPr txBox="1"/>
          <p:nvPr/>
        </p:nvSpPr>
        <p:spPr>
          <a:xfrm>
            <a:off x="3950410" y="2389790"/>
            <a:ext cx="314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Rockwell" panose="02060603020205020403" pitchFamily="18" charset="0"/>
              </a:rPr>
              <a:t>Free objects</a:t>
            </a:r>
            <a:endParaRPr lang="en-GB" sz="1600" dirty="0">
              <a:latin typeface="Rockwell" panose="020606030202050204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54E663-D5FA-FA24-B4B6-329E93CDAA98}"/>
              </a:ext>
            </a:extLst>
          </p:cNvPr>
          <p:cNvSpPr txBox="1"/>
          <p:nvPr/>
        </p:nvSpPr>
        <p:spPr>
          <a:xfrm>
            <a:off x="6441632" y="2602294"/>
            <a:ext cx="266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0"/>
              </a:rPr>
              <a:t>Object A &gt; Object B</a:t>
            </a:r>
            <a:endParaRPr lang="en-GB" sz="2000" dirty="0">
              <a:latin typeface="Rockwell" panose="02060603020205020403" pitchFamily="18" charset="0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1A52ECD0-C663-509A-317C-6866A9BE36CC}"/>
              </a:ext>
            </a:extLst>
          </p:cNvPr>
          <p:cNvSpPr/>
          <p:nvPr/>
        </p:nvSpPr>
        <p:spPr>
          <a:xfrm>
            <a:off x="3303407" y="2671647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AB95F5-76E6-C5A1-14AA-4CB610CE2002}"/>
              </a:ext>
            </a:extLst>
          </p:cNvPr>
          <p:cNvSpPr txBox="1"/>
          <p:nvPr/>
        </p:nvSpPr>
        <p:spPr>
          <a:xfrm>
            <a:off x="3002043" y="1693695"/>
            <a:ext cx="220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A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2327B7-01C5-FEBA-593D-F3AF78F7E0B4}"/>
              </a:ext>
            </a:extLst>
          </p:cNvPr>
          <p:cNvCxnSpPr/>
          <p:nvPr/>
        </p:nvCxnSpPr>
        <p:spPr>
          <a:xfrm>
            <a:off x="3589157" y="2815167"/>
            <a:ext cx="927810" cy="973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BF2CFB-AF1F-462E-046E-D92B8654CA12}"/>
              </a:ext>
            </a:extLst>
          </p:cNvPr>
          <p:cNvCxnSpPr>
            <a:cxnSpLocks/>
          </p:cNvCxnSpPr>
          <p:nvPr/>
        </p:nvCxnSpPr>
        <p:spPr>
          <a:xfrm flipV="1">
            <a:off x="3575675" y="2747853"/>
            <a:ext cx="13482" cy="1333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8FA752-8890-2AD4-3726-54B98D47D0DF}"/>
              </a:ext>
            </a:extLst>
          </p:cNvPr>
          <p:cNvCxnSpPr>
            <a:cxnSpLocks/>
          </p:cNvCxnSpPr>
          <p:nvPr/>
        </p:nvCxnSpPr>
        <p:spPr>
          <a:xfrm flipV="1">
            <a:off x="4503485" y="2846509"/>
            <a:ext cx="13482" cy="1333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7CB2C97A-3027-2E38-BD8D-F235ABD34F6E}"/>
              </a:ext>
            </a:extLst>
          </p:cNvPr>
          <p:cNvSpPr/>
          <p:nvPr/>
        </p:nvSpPr>
        <p:spPr>
          <a:xfrm>
            <a:off x="3017657" y="1448007"/>
            <a:ext cx="285750" cy="2857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AFD0B-ABC1-056B-D81E-8B9D20E8EABA}"/>
              </a:ext>
            </a:extLst>
          </p:cNvPr>
          <p:cNvSpPr txBox="1"/>
          <p:nvPr/>
        </p:nvSpPr>
        <p:spPr>
          <a:xfrm>
            <a:off x="3303407" y="2915685"/>
            <a:ext cx="220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B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121E0-666F-4294-9D33-3844A9B34C48}"/>
              </a:ext>
            </a:extLst>
          </p:cNvPr>
          <p:cNvCxnSpPr>
            <a:cxnSpLocks/>
          </p:cNvCxnSpPr>
          <p:nvPr/>
        </p:nvCxnSpPr>
        <p:spPr>
          <a:xfrm>
            <a:off x="3303407" y="1642343"/>
            <a:ext cx="1449808" cy="67344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60E790-02C4-B7E7-4682-A00DA1DB1115}"/>
              </a:ext>
            </a:extLst>
          </p:cNvPr>
          <p:cNvCxnSpPr>
            <a:cxnSpLocks/>
          </p:cNvCxnSpPr>
          <p:nvPr/>
        </p:nvCxnSpPr>
        <p:spPr>
          <a:xfrm flipV="1">
            <a:off x="3285585" y="1590882"/>
            <a:ext cx="50850" cy="11079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C461BA-F130-05C5-3659-FD4F0B9E648A}"/>
              </a:ext>
            </a:extLst>
          </p:cNvPr>
          <p:cNvCxnSpPr>
            <a:cxnSpLocks/>
          </p:cNvCxnSpPr>
          <p:nvPr/>
        </p:nvCxnSpPr>
        <p:spPr>
          <a:xfrm flipV="1">
            <a:off x="4727420" y="2251499"/>
            <a:ext cx="51590" cy="12564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61114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BCEA-AB0D-D3F1-15FF-026143EA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Resource?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4BC60D-2357-8604-8BF0-473F0577DA93}"/>
              </a:ext>
            </a:extLst>
          </p:cNvPr>
          <p:cNvSpPr txBox="1"/>
          <p:nvPr/>
        </p:nvSpPr>
        <p:spPr>
          <a:xfrm>
            <a:off x="1189190" y="1506909"/>
            <a:ext cx="61450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A resource is anything that allows our agent to overcome the physical constraints of the system </a:t>
            </a:r>
          </a:p>
        </p:txBody>
      </p:sp>
      <p:pic>
        <p:nvPicPr>
          <p:cNvPr id="4" name="Picture 3" descr="A picture containing black and white&#10;&#10;Description automatically generated with low confidence">
            <a:extLst>
              <a:ext uri="{FF2B5EF4-FFF2-40B4-BE49-F238E27FC236}">
                <a16:creationId xmlns:a16="http://schemas.microsoft.com/office/drawing/2014/main" id="{7899F3ED-12D5-B989-6E53-4B14421FB4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8299" r="22545" b="8159"/>
          <a:stretch/>
        </p:blipFill>
        <p:spPr>
          <a:xfrm>
            <a:off x="3950570" y="3327400"/>
            <a:ext cx="622300" cy="958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828720-5BDF-E481-6E93-2B4AFB35025F}"/>
              </a:ext>
            </a:extLst>
          </p:cNvPr>
          <p:cNvSpPr txBox="1"/>
          <p:nvPr/>
        </p:nvSpPr>
        <p:spPr>
          <a:xfrm>
            <a:off x="181535" y="4511488"/>
            <a:ext cx="2272553" cy="564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60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10D98-B259-506F-F4B5-17602B8BEE04}"/>
              </a:ext>
            </a:extLst>
          </p:cNvPr>
          <p:cNvSpPr txBox="1"/>
          <p:nvPr/>
        </p:nvSpPr>
        <p:spPr>
          <a:xfrm>
            <a:off x="-59734" y="1403231"/>
            <a:ext cx="91103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Under a given set of physical constraints, what properties of quantum objects become valuable?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B3650-A1FE-B51F-7D61-26DFF5A61576}"/>
              </a:ext>
            </a:extLst>
          </p:cNvPr>
          <p:cNvSpPr txBox="1"/>
          <p:nvPr/>
        </p:nvSpPr>
        <p:spPr>
          <a:xfrm>
            <a:off x="500528" y="4118557"/>
            <a:ext cx="8373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ckwell" panose="02060603020205020403" pitchFamily="18" charset="0"/>
              </a:rPr>
              <a:t>Answering these question is the goal of </a:t>
            </a:r>
            <a:r>
              <a:rPr lang="en-US" sz="2400" b="1" dirty="0">
                <a:latin typeface="Rockwell" panose="02060603020205020403" pitchFamily="18" charset="0"/>
              </a:rPr>
              <a:t>quantum resource theories</a:t>
            </a:r>
            <a:r>
              <a:rPr lang="en-US" sz="2400" dirty="0">
                <a:latin typeface="Rockwell" panose="02060603020205020403" pitchFamily="18" charset="0"/>
              </a:rPr>
              <a:t>.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38FF0-6451-6806-80EB-9185EDCE5726}"/>
              </a:ext>
            </a:extLst>
          </p:cNvPr>
          <p:cNvSpPr txBox="1"/>
          <p:nvPr/>
        </p:nvSpPr>
        <p:spPr>
          <a:xfrm>
            <a:off x="3157100" y="1024943"/>
            <a:ext cx="5717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Focus the question: 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C3BBA-F52F-64D9-2DCB-6D7B3CD108F3}"/>
              </a:ext>
            </a:extLst>
          </p:cNvPr>
          <p:cNvSpPr txBox="1"/>
          <p:nvPr/>
        </p:nvSpPr>
        <p:spPr>
          <a:xfrm>
            <a:off x="93424" y="3517455"/>
            <a:ext cx="3865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Useful property          </a:t>
            </a:r>
            <a:r>
              <a:rPr lang="en-US" sz="2000" dirty="0">
                <a:solidFill>
                  <a:srgbClr val="C00000"/>
                </a:solidFill>
                <a:latin typeface="Rockwell" panose="02060603020205020403" pitchFamily="18" charset="0"/>
              </a:rPr>
              <a:t>Resource </a:t>
            </a:r>
            <a:endParaRPr lang="en-GB" sz="2000" dirty="0">
              <a:solidFill>
                <a:srgbClr val="C00000"/>
              </a:solidFill>
              <a:latin typeface="Rockwell" panose="02060603020205020403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1EAA5B-A9C5-D1B3-241B-6D4ACF84A7FE}"/>
              </a:ext>
            </a:extLst>
          </p:cNvPr>
          <p:cNvCxnSpPr>
            <a:cxnSpLocks/>
          </p:cNvCxnSpPr>
          <p:nvPr/>
        </p:nvCxnSpPr>
        <p:spPr>
          <a:xfrm>
            <a:off x="2149921" y="3749260"/>
            <a:ext cx="397934" cy="0"/>
          </a:xfrm>
          <a:prstGeom prst="straightConnector1">
            <a:avLst/>
          </a:prstGeom>
          <a:ln w="50800">
            <a:solidFill>
              <a:schemeClr val="dk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BBAD21-AB7F-4EA6-C406-7AE4442B52A2}"/>
              </a:ext>
            </a:extLst>
          </p:cNvPr>
          <p:cNvCxnSpPr>
            <a:cxnSpLocks/>
          </p:cNvCxnSpPr>
          <p:nvPr/>
        </p:nvCxnSpPr>
        <p:spPr>
          <a:xfrm flipV="1">
            <a:off x="2231379" y="2571750"/>
            <a:ext cx="0" cy="9640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2AAE0C1-3CE8-5825-E1E3-05E105A0CA41}"/>
              </a:ext>
            </a:extLst>
          </p:cNvPr>
          <p:cNvCxnSpPr>
            <a:cxnSpLocks/>
          </p:cNvCxnSpPr>
          <p:nvPr/>
        </p:nvCxnSpPr>
        <p:spPr>
          <a:xfrm>
            <a:off x="4489428" y="2022218"/>
            <a:ext cx="4241617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4EC214A-6FE5-69BB-D658-5429B5B94F3D}"/>
              </a:ext>
            </a:extLst>
          </p:cNvPr>
          <p:cNvSpPr txBox="1"/>
          <p:nvPr/>
        </p:nvSpPr>
        <p:spPr>
          <a:xfrm>
            <a:off x="5840361" y="442231"/>
            <a:ext cx="522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ckwell" panose="02060603020205020403" pitchFamily="18" charset="0"/>
              </a:rPr>
              <a:t>Allow us to define value</a:t>
            </a:r>
            <a:endParaRPr lang="en-GB" sz="1800" dirty="0">
              <a:latin typeface="Rockwell" panose="02060603020205020403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F12076-A3A1-591C-6C57-30E4025B8E46}"/>
              </a:ext>
            </a:extLst>
          </p:cNvPr>
          <p:cNvCxnSpPr>
            <a:cxnSpLocks/>
          </p:cNvCxnSpPr>
          <p:nvPr/>
        </p:nvCxnSpPr>
        <p:spPr>
          <a:xfrm>
            <a:off x="7273404" y="811563"/>
            <a:ext cx="0" cy="6934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43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36" grpId="0"/>
      <p:bldP spid="36" grpId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12E8-556A-5539-C8A2-08425E00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EA5F43-31CC-C6CF-F918-29C4F2BAB8FF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02B95-A560-CF68-9DFB-B05D92603A4B}"/>
              </a:ext>
            </a:extLst>
          </p:cNvPr>
          <p:cNvSpPr txBox="1"/>
          <p:nvPr/>
        </p:nvSpPr>
        <p:spPr>
          <a:xfrm>
            <a:off x="2412659" y="3205182"/>
            <a:ext cx="8441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Rockwell" panose="02060603020205020403" pitchFamily="18" charset="0"/>
              </a:rPr>
              <a:t>Framework – Extra Slides </a:t>
            </a:r>
          </a:p>
        </p:txBody>
      </p:sp>
    </p:spTree>
    <p:extLst>
      <p:ext uri="{BB962C8B-B14F-4D97-AF65-F5344CB8AC3E}">
        <p14:creationId xmlns:p14="http://schemas.microsoft.com/office/powerpoint/2010/main" val="281782280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7212-AEE0-5545-0F60-912A663C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7C5A-142A-9EA4-80DA-2A3001E7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latin typeface="Rockwell" panose="02060603020205020403" pitchFamily="18" charset="0"/>
              </a:rPr>
              <a:t>Resource Theory of Unspeakable Coherence -Modes </a:t>
            </a:r>
            <a:br>
              <a:rPr lang="en-GB" dirty="0">
                <a:latin typeface="Rockwell" panose="02060603020205020403" pitchFamily="18" charset="0"/>
              </a:rPr>
            </a:br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198719-ACD9-4C49-FD73-4F9FA667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579" y="2108593"/>
            <a:ext cx="6785940" cy="79949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634DAD7-5A01-1EAC-EE41-EBC6BE227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1816" y="1068200"/>
            <a:ext cx="2191517" cy="682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DDC1B1-6A0F-3685-3205-409A0625D346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77BDBD3-8F3A-7B0E-7137-CE78AE0A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86515" y="3215324"/>
            <a:ext cx="1570969" cy="40981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55AFD18-462D-320D-D71F-F55DF1A49E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5016" y="4193816"/>
            <a:ext cx="2322304" cy="5008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DD55D90-A4E0-1EEA-EB95-7C3F665CCF1E}"/>
              </a:ext>
            </a:extLst>
          </p:cNvPr>
          <p:cNvSpPr/>
          <p:nvPr/>
        </p:nvSpPr>
        <p:spPr>
          <a:xfrm>
            <a:off x="3110788" y="3056468"/>
            <a:ext cx="3052945" cy="186325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86464C-C4FB-7F93-6932-240C0556BAAA}"/>
              </a:ext>
            </a:extLst>
          </p:cNvPr>
          <p:cNvSpPr txBox="1"/>
          <p:nvPr/>
        </p:nvSpPr>
        <p:spPr>
          <a:xfrm>
            <a:off x="6490146" y="3265876"/>
            <a:ext cx="24299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Rockwell" panose="02060603020205020403" pitchFamily="18" charset="0"/>
              </a:rPr>
              <a:t>Modes evolve independently under allowed operations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0B6602-C008-C72F-39F5-2A9024C2EA15}"/>
              </a:ext>
            </a:extLst>
          </p:cNvPr>
          <p:cNvSpPr txBox="1"/>
          <p:nvPr/>
        </p:nvSpPr>
        <p:spPr>
          <a:xfrm>
            <a:off x="592893" y="3485930"/>
            <a:ext cx="3488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    an allowed </a:t>
            </a:r>
          </a:p>
          <a:p>
            <a:r>
              <a:rPr lang="en-GB" sz="2000" dirty="0">
                <a:latin typeface="Rockwell" panose="02060603020205020403" pitchFamily="18" charset="0"/>
              </a:rPr>
              <a:t>operation</a:t>
            </a:r>
            <a:endParaRPr lang="en-GB" dirty="0">
              <a:latin typeface="Rockwell" panose="02060603020205020403" pitchFamily="18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8F731E7-4C40-F5A9-CCB6-7122516A5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6383" t="-58106" r="33137" b="1"/>
          <a:stretch>
            <a:fillRect/>
          </a:stretch>
        </p:blipFill>
        <p:spPr>
          <a:xfrm>
            <a:off x="665140" y="3410959"/>
            <a:ext cx="212976" cy="42891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85540CC-8599-EF1D-793C-6ECDEC3971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4302486" y="3828961"/>
            <a:ext cx="420350" cy="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7839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8D06-A2B2-D7B9-390A-FECD6C63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74C8-A336-F164-8DCB-3545FA5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latin typeface="Rockwell" panose="02060603020205020403" pitchFamily="18" charset="0"/>
              </a:rPr>
              <a:t>Resource Theory of Unspeakable Coherence -Modes </a:t>
            </a:r>
            <a:br>
              <a:rPr lang="en-GB" dirty="0">
                <a:latin typeface="Rockwell" panose="02060603020205020403" pitchFamily="18" charset="0"/>
              </a:rPr>
            </a:b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0AEBB-28A2-2611-CC96-820F991E6E5C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309113-A635-9B10-B34E-2CBA13031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25262"/>
            <a:ext cx="5916058" cy="189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3F1D97-7731-B285-4204-4E1646DD2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3479205"/>
            <a:ext cx="6714065" cy="157046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A7A872-5ABE-9154-F182-CA8F47E30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632" y="887836"/>
            <a:ext cx="1966250" cy="85419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6348BB-6FB0-884B-AF46-D8336D386452}"/>
              </a:ext>
            </a:extLst>
          </p:cNvPr>
          <p:cNvCxnSpPr>
            <a:cxnSpLocks/>
          </p:cNvCxnSpPr>
          <p:nvPr/>
        </p:nvCxnSpPr>
        <p:spPr>
          <a:xfrm>
            <a:off x="667064" y="4331815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48702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2703-A652-BC3C-AB39-7FA1688E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A05D-EB8A-4AD7-DF8E-080A985E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latin typeface="Rockwell" panose="02060603020205020403" pitchFamily="18" charset="0"/>
              </a:rPr>
              <a:t>Resource Theory of Unspeakable Coherence - Modes </a:t>
            </a:r>
            <a:br>
              <a:rPr lang="en-GB" dirty="0">
                <a:latin typeface="Rockwell" panose="02060603020205020403" pitchFamily="18" charset="0"/>
              </a:rPr>
            </a:b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BBB8F-B6B6-E453-65CD-9F5153AD1C00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EC25785-0E26-E0D7-7EFD-860D86ADA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65" y="1591524"/>
            <a:ext cx="2874527" cy="458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7AFCF7-55DE-CF39-704A-A4A341725E2A}"/>
              </a:ext>
            </a:extLst>
          </p:cNvPr>
          <p:cNvSpPr txBox="1"/>
          <p:nvPr/>
        </p:nvSpPr>
        <p:spPr>
          <a:xfrm>
            <a:off x="370800" y="1067961"/>
            <a:ext cx="4487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Resource Measure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DB11DC-362E-5A5A-20B6-CBEEA1CA6AE7}"/>
              </a:ext>
            </a:extLst>
          </p:cNvPr>
          <p:cNvSpPr/>
          <p:nvPr/>
        </p:nvSpPr>
        <p:spPr>
          <a:xfrm>
            <a:off x="467454" y="1468071"/>
            <a:ext cx="3120679" cy="71751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20D350-AABE-90B5-11B6-C1B69ACA5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692" y="2861733"/>
            <a:ext cx="5586708" cy="63183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8A9E27-2604-08B2-9FE1-5F9EB9255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269" y="3786253"/>
            <a:ext cx="2191517" cy="6826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97BC98-1913-545D-4CCD-48A9B2E09A71}"/>
              </a:ext>
            </a:extLst>
          </p:cNvPr>
          <p:cNvSpPr txBox="1"/>
          <p:nvPr/>
        </p:nvSpPr>
        <p:spPr>
          <a:xfrm>
            <a:off x="534692" y="3750377"/>
            <a:ext cx="1134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if</a:t>
            </a:r>
            <a:endParaRPr lang="en-GB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6931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F9A1-1D72-09EF-6F76-1FAC90BD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EEF217-3225-FC81-A045-EC6D1DFC34F6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7962E-A147-72D1-634B-3A9E617E39CB}"/>
              </a:ext>
            </a:extLst>
          </p:cNvPr>
          <p:cNvSpPr txBox="1"/>
          <p:nvPr/>
        </p:nvSpPr>
        <p:spPr>
          <a:xfrm>
            <a:off x="-950624" y="3201833"/>
            <a:ext cx="110452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Bloch Sphere – Extra Slides</a:t>
            </a:r>
          </a:p>
          <a:p>
            <a:pPr algn="ctr"/>
            <a:endParaRPr lang="en-GB" sz="2800" dirty="0">
              <a:latin typeface="Rockwell" panose="02060603020205020403" pitchFamily="18" charset="0"/>
            </a:endParaRPr>
          </a:p>
          <a:p>
            <a:r>
              <a:rPr lang="en-GB" sz="28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017305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CCB0-AC9C-291C-EEFB-7CE8BDE2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Bloch Sphere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0DAA20-8AB1-94CB-6EDC-73DBDF0F9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6926" y="381680"/>
            <a:ext cx="2636274" cy="77849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5EC6735-3C3C-379E-D190-087DE9A95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5091" y="564016"/>
            <a:ext cx="2299037" cy="41382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CCE38AC-B661-0524-DFFA-92E10C6F57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16" y="1714412"/>
            <a:ext cx="8839185" cy="77849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9E8C606-481F-E766-E1DB-A5101DBCB2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8719" y="3461569"/>
            <a:ext cx="2335491" cy="77849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B816289-24C7-2B60-1643-43C01E30AE7A}"/>
              </a:ext>
            </a:extLst>
          </p:cNvPr>
          <p:cNvSpPr/>
          <p:nvPr/>
        </p:nvSpPr>
        <p:spPr>
          <a:xfrm>
            <a:off x="3324415" y="3374334"/>
            <a:ext cx="2495170" cy="99355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CA662-9938-4A23-9674-2200C8FACBF0}"/>
              </a:ext>
            </a:extLst>
          </p:cNvPr>
          <p:cNvSpPr txBox="1"/>
          <p:nvPr/>
        </p:nvSpPr>
        <p:spPr>
          <a:xfrm>
            <a:off x="1977975" y="2873829"/>
            <a:ext cx="5216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Rotation about Z-axis of the Bloch Sphere: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83146-3789-AFC1-3C4E-7773B8C82E5D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74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92E8-CE07-D1C4-3B4F-8F7A2867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994D-B7EA-6E48-C3F6-525CE038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Bloch Sphere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43A6D-85F6-F5FE-4BDE-4F4340781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6926" y="381680"/>
            <a:ext cx="2636274" cy="77849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F0CAE3-295E-B380-05F8-2757E7BDD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5091" y="564016"/>
            <a:ext cx="2299037" cy="41382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236FD58-1D90-174A-1F15-948CA9E20F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16" y="1714412"/>
            <a:ext cx="8839185" cy="7784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08CE829-CEB5-9450-E369-D8F0AD87F8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5820" y="3047143"/>
            <a:ext cx="4532360" cy="48561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2355EF4-10D5-4A8C-FF9F-C84D276E69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7862" y="4291096"/>
            <a:ext cx="2628276" cy="456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309598-D8DD-58C5-74C3-F09223C55B8B}"/>
              </a:ext>
            </a:extLst>
          </p:cNvPr>
          <p:cNvSpPr txBox="1"/>
          <p:nvPr/>
        </p:nvSpPr>
        <p:spPr>
          <a:xfrm>
            <a:off x="4345034" y="3681092"/>
            <a:ext cx="213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77DAB-E1E8-6247-64F4-9C492FBA8437}"/>
              </a:ext>
            </a:extLst>
          </p:cNvPr>
          <p:cNvSpPr/>
          <p:nvPr/>
        </p:nvSpPr>
        <p:spPr>
          <a:xfrm>
            <a:off x="2197743" y="2918367"/>
            <a:ext cx="4701077" cy="762725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228FE-9C4D-37B8-0D5E-DDC2B84CEA20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703782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C9D342-DBAC-77B8-AA74-85D24C7C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757" y="1955686"/>
            <a:ext cx="2911243" cy="994172"/>
          </a:xfrm>
        </p:spPr>
        <p:txBody>
          <a:bodyPr/>
          <a:lstStyle/>
          <a:p>
            <a:r>
              <a:rPr lang="en-GB" dirty="0"/>
              <a:t>Bloch Sphere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65412B-C443-4A64-0241-9721A3D1D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1512" y="2273651"/>
            <a:ext cx="716481" cy="3582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F5F9AE-1FCC-8308-459B-098F358DB66E}"/>
              </a:ext>
            </a:extLst>
          </p:cNvPr>
          <p:cNvSpPr txBox="1">
            <a:spLocks/>
          </p:cNvSpPr>
          <p:nvPr/>
        </p:nvSpPr>
        <p:spPr bwMode="auto">
          <a:xfrm>
            <a:off x="5453823" y="1955685"/>
            <a:ext cx="2911243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Rockwell" panose="02060603020205020403" pitchFamily="18" charset="77"/>
                <a:ea typeface="+mj-ea"/>
                <a:cs typeface="+mj-cs"/>
              </a:defRPr>
            </a:lvl1pPr>
            <a:lvl2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r>
              <a:rPr lang="en-GB" dirty="0"/>
              <a:t>Real Plane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C7AE3-C50C-831B-8E34-8336FCA013AB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63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F32A-E79B-E345-B67A-BE01AC7A5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Plane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712838-B293-3350-2A38-1C18ACBB9F7D}"/>
              </a:ext>
            </a:extLst>
          </p:cNvPr>
          <p:cNvSpPr/>
          <p:nvPr/>
        </p:nvSpPr>
        <p:spPr>
          <a:xfrm>
            <a:off x="2707633" y="770930"/>
            <a:ext cx="3765775" cy="365760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3114BA-C32B-2B04-9AE7-A73EF9344481}"/>
              </a:ext>
            </a:extLst>
          </p:cNvPr>
          <p:cNvCxnSpPr>
            <a:cxnSpLocks/>
          </p:cNvCxnSpPr>
          <p:nvPr/>
        </p:nvCxnSpPr>
        <p:spPr>
          <a:xfrm>
            <a:off x="4590521" y="586317"/>
            <a:ext cx="0" cy="409378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E9617E-CEE7-B627-F41B-D4B64BB412BB}"/>
              </a:ext>
            </a:extLst>
          </p:cNvPr>
          <p:cNvCxnSpPr>
            <a:cxnSpLocks/>
          </p:cNvCxnSpPr>
          <p:nvPr/>
        </p:nvCxnSpPr>
        <p:spPr>
          <a:xfrm flipH="1">
            <a:off x="2516717" y="2571750"/>
            <a:ext cx="4155091" cy="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863402FD-3F49-65C0-9DA9-3FDB83025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995" y="2398258"/>
            <a:ext cx="501197" cy="34698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434791C-67D2-ADBB-DB59-D970C7047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113" y="175404"/>
            <a:ext cx="404813" cy="3469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F918D19-A612-D188-85FB-1491B152B1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8112" y="4752125"/>
            <a:ext cx="404813" cy="34698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285D05F-6E14-1149-A640-E92376D3F2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5493" y="2398258"/>
            <a:ext cx="501197" cy="346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168505-BABF-F412-DBD1-A76674CE9994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48030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4909-680E-3D19-8FA9-02852831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3124-B3DE-ECF3-B838-339883D0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2336833" cy="994172"/>
          </a:xfrm>
        </p:spPr>
        <p:txBody>
          <a:bodyPr/>
          <a:lstStyle/>
          <a:p>
            <a:r>
              <a:rPr lang="en-GB" dirty="0"/>
              <a:t>Real Plane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2FF49D-BD39-3559-59B1-B710BE8D26AA}"/>
              </a:ext>
            </a:extLst>
          </p:cNvPr>
          <p:cNvSpPr/>
          <p:nvPr/>
        </p:nvSpPr>
        <p:spPr>
          <a:xfrm>
            <a:off x="2707633" y="770930"/>
            <a:ext cx="3765775" cy="365760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DA21DF-713B-68DE-E47B-23F9EE0BD6E9}"/>
              </a:ext>
            </a:extLst>
          </p:cNvPr>
          <p:cNvCxnSpPr>
            <a:cxnSpLocks/>
          </p:cNvCxnSpPr>
          <p:nvPr/>
        </p:nvCxnSpPr>
        <p:spPr>
          <a:xfrm>
            <a:off x="4590521" y="586317"/>
            <a:ext cx="0" cy="4093784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40ED08-74BE-278D-B52D-E4E66E7ECDA8}"/>
              </a:ext>
            </a:extLst>
          </p:cNvPr>
          <p:cNvCxnSpPr>
            <a:cxnSpLocks/>
          </p:cNvCxnSpPr>
          <p:nvPr/>
        </p:nvCxnSpPr>
        <p:spPr>
          <a:xfrm flipH="1">
            <a:off x="2516717" y="2571750"/>
            <a:ext cx="4155091" cy="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C9B8FE34-FFED-9BCF-2D0A-4238E7A9D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995" y="2398258"/>
            <a:ext cx="501197" cy="34698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AC583BE-C226-1CDB-7B82-B67016E32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113" y="175404"/>
            <a:ext cx="404813" cy="3469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0A9C26C-5715-AF4D-827A-32E0BBBE5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8112" y="4752125"/>
            <a:ext cx="404813" cy="34698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3439697-C9D8-950E-698D-A98FFC2B48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5493" y="2398258"/>
            <a:ext cx="501197" cy="346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5EAAFF-5653-FEDB-4653-3B36BE4FB72E}"/>
              </a:ext>
            </a:extLst>
          </p:cNvPr>
          <p:cNvSpPr txBox="1"/>
          <p:nvPr/>
        </p:nvSpPr>
        <p:spPr>
          <a:xfrm>
            <a:off x="6266352" y="46494"/>
            <a:ext cx="2370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Fixed Point 1: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A638F1-8AA0-A1FA-C96E-CD5269B2BA35}"/>
              </a:ext>
            </a:extLst>
          </p:cNvPr>
          <p:cNvSpPr/>
          <p:nvPr/>
        </p:nvSpPr>
        <p:spPr>
          <a:xfrm>
            <a:off x="5548409" y="77533"/>
            <a:ext cx="3224792" cy="76271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2EEEF-9B81-A9D9-F51F-A69DF24ECA62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10315D2-D52D-2B84-833F-575F40C099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7227" y="481896"/>
            <a:ext cx="994212" cy="29337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473C7DA-2F47-6AF5-8F12-BCD939A748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30000" y="509654"/>
            <a:ext cx="420350" cy="21017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F93CDEE-9FE9-4F42-FF91-C9CA286376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78911" y="470579"/>
            <a:ext cx="994218" cy="2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5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ECA7-4207-0B8D-C2DC-4456EB35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4C4A-9D9C-FB31-2B9C-A459AC5D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2336833" cy="994172"/>
          </a:xfrm>
        </p:spPr>
        <p:txBody>
          <a:bodyPr/>
          <a:lstStyle/>
          <a:p>
            <a:r>
              <a:rPr lang="en-GB" dirty="0"/>
              <a:t>Real Plane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F56762-CD9D-4190-3BE2-F2B94C513594}"/>
              </a:ext>
            </a:extLst>
          </p:cNvPr>
          <p:cNvSpPr/>
          <p:nvPr/>
        </p:nvSpPr>
        <p:spPr>
          <a:xfrm>
            <a:off x="2707633" y="770930"/>
            <a:ext cx="3765775" cy="365760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08EF5-6324-E82A-DCA7-42111ADADE74}"/>
              </a:ext>
            </a:extLst>
          </p:cNvPr>
          <p:cNvCxnSpPr>
            <a:cxnSpLocks/>
          </p:cNvCxnSpPr>
          <p:nvPr/>
        </p:nvCxnSpPr>
        <p:spPr>
          <a:xfrm>
            <a:off x="4590521" y="586317"/>
            <a:ext cx="0" cy="4093784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8119F6-C3A9-309A-10EF-BA59D938E09F}"/>
              </a:ext>
            </a:extLst>
          </p:cNvPr>
          <p:cNvCxnSpPr>
            <a:cxnSpLocks/>
          </p:cNvCxnSpPr>
          <p:nvPr/>
        </p:nvCxnSpPr>
        <p:spPr>
          <a:xfrm flipH="1">
            <a:off x="2516717" y="2571750"/>
            <a:ext cx="4155091" cy="2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55E1050-B5BD-54AF-E8FA-68B11B7AF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995" y="2398258"/>
            <a:ext cx="501197" cy="34698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30DA325-7423-43D6-D19E-3E1443630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113" y="175404"/>
            <a:ext cx="404813" cy="3469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72F719E-4560-48AB-FEDB-481A4F9CD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8112" y="4752125"/>
            <a:ext cx="404813" cy="34698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7AE2BB4-FA59-5666-983F-956DFFB314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5493" y="2398258"/>
            <a:ext cx="501197" cy="346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832F28-C39B-9983-1484-F09907B6AB10}"/>
              </a:ext>
            </a:extLst>
          </p:cNvPr>
          <p:cNvSpPr txBox="1"/>
          <p:nvPr/>
        </p:nvSpPr>
        <p:spPr>
          <a:xfrm>
            <a:off x="6455196" y="4028421"/>
            <a:ext cx="389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Fixed point 2: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164E3-FB7A-CED2-4D43-636B8F3CE9B3}"/>
              </a:ext>
            </a:extLst>
          </p:cNvPr>
          <p:cNvSpPr/>
          <p:nvPr/>
        </p:nvSpPr>
        <p:spPr>
          <a:xfrm>
            <a:off x="5919208" y="4012790"/>
            <a:ext cx="3021592" cy="1109138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446833-8BC3-DF17-3224-0293775D8559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C1135B-CE16-C998-D4E8-60E42A6A7505}"/>
              </a:ext>
            </a:extLst>
          </p:cNvPr>
          <p:cNvSpPr txBox="1"/>
          <p:nvPr/>
        </p:nvSpPr>
        <p:spPr>
          <a:xfrm>
            <a:off x="6266352" y="46494"/>
            <a:ext cx="2370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Fixed Point 1: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F57719-DF10-71C1-F033-C175CD36931B}"/>
              </a:ext>
            </a:extLst>
          </p:cNvPr>
          <p:cNvSpPr/>
          <p:nvPr/>
        </p:nvSpPr>
        <p:spPr>
          <a:xfrm>
            <a:off x="5548409" y="77533"/>
            <a:ext cx="3224792" cy="762717"/>
          </a:xfrm>
          <a:prstGeom prst="rect">
            <a:avLst/>
          </a:prstGeom>
          <a:noFill/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96606F0-7721-F1A3-9949-6020FE660E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7227" y="481896"/>
            <a:ext cx="994212" cy="29337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73C2FFC-9FE4-E6E8-74F8-43AC22F30A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30000" y="509654"/>
            <a:ext cx="420350" cy="21017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41A6454-7644-5138-4DCF-C808CFE764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78911" y="470579"/>
            <a:ext cx="994218" cy="28679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EDFFA4D-F263-A0F3-D9F7-EBDA2F4BCB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34147" y="4463814"/>
            <a:ext cx="1075321" cy="57662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B6442B3-C8EC-00C9-02FA-39D6172DEC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1595" y="4659241"/>
            <a:ext cx="416899" cy="2084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666CA8F-A008-4D30-E07E-D1470B4CB9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70621" y="4609905"/>
            <a:ext cx="1005012" cy="2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3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789B0-E58E-F7B3-D895-938AE6BA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0C2E285-4DEB-70FB-23DD-F9612043B99F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31F14-A2EC-2DEB-3E95-F71305D31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2336833" cy="994172"/>
          </a:xfrm>
        </p:spPr>
        <p:txBody>
          <a:bodyPr/>
          <a:lstStyle/>
          <a:p>
            <a:r>
              <a:rPr lang="en-GB" dirty="0"/>
              <a:t>Real Plane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A6072-EBF8-8B85-0C60-F836B4A54DB3}"/>
              </a:ext>
            </a:extLst>
          </p:cNvPr>
          <p:cNvSpPr/>
          <p:nvPr/>
        </p:nvSpPr>
        <p:spPr>
          <a:xfrm>
            <a:off x="2707633" y="770930"/>
            <a:ext cx="3765775" cy="365760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1032E7-E4A5-FA05-B5A7-8DB0245E03A4}"/>
              </a:ext>
            </a:extLst>
          </p:cNvPr>
          <p:cNvCxnSpPr>
            <a:cxnSpLocks/>
          </p:cNvCxnSpPr>
          <p:nvPr/>
        </p:nvCxnSpPr>
        <p:spPr>
          <a:xfrm>
            <a:off x="4590521" y="586317"/>
            <a:ext cx="0" cy="4093784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CC58B5-A1EA-69CB-90C1-207B13DD5055}"/>
              </a:ext>
            </a:extLst>
          </p:cNvPr>
          <p:cNvCxnSpPr>
            <a:cxnSpLocks/>
          </p:cNvCxnSpPr>
          <p:nvPr/>
        </p:nvCxnSpPr>
        <p:spPr>
          <a:xfrm flipH="1">
            <a:off x="2516717" y="2571750"/>
            <a:ext cx="4155091" cy="2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6BB1C88E-7D42-8DBF-DA12-707B95110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995" y="2398258"/>
            <a:ext cx="501197" cy="34698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F41901C-7C6B-75A7-4CCF-65142EF13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113" y="175404"/>
            <a:ext cx="404813" cy="3469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DAC066E-A4D8-7DE9-F1AE-7E1CF34A0E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8112" y="4752125"/>
            <a:ext cx="404813" cy="34698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25B7BB4-3380-96DC-6F7A-80DC8584B7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5493" y="2398258"/>
            <a:ext cx="501197" cy="346983"/>
          </a:xfrm>
          <a:prstGeom prst="rect">
            <a:avLst/>
          </a:prstGeom>
        </p:spPr>
      </p:pic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C98384DA-55A1-DC18-B725-B3242E503F0B}"/>
              </a:ext>
            </a:extLst>
          </p:cNvPr>
          <p:cNvSpPr/>
          <p:nvPr/>
        </p:nvSpPr>
        <p:spPr>
          <a:xfrm>
            <a:off x="2705148" y="754119"/>
            <a:ext cx="3765771" cy="3674408"/>
          </a:xfrm>
          <a:prstGeom prst="pie">
            <a:avLst>
              <a:gd name="adj1" fmla="val 21576789"/>
              <a:gd name="adj2" fmla="val 16200823"/>
            </a:avLst>
          </a:prstGeom>
          <a:solidFill>
            <a:schemeClr val="tx1">
              <a:alpha val="57000"/>
            </a:schemeClr>
          </a:solidFill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4B4C86-75E0-348A-F8B7-74FA9F4AE1F4}"/>
              </a:ext>
            </a:extLst>
          </p:cNvPr>
          <p:cNvSpPr txBox="1"/>
          <p:nvPr/>
        </p:nvSpPr>
        <p:spPr>
          <a:xfrm>
            <a:off x="-33550" y="3653491"/>
            <a:ext cx="2987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Can focus only on this quadrant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23A20D-DF68-1152-9AB1-E226B66DB8FD}"/>
              </a:ext>
            </a:extLst>
          </p:cNvPr>
          <p:cNvCxnSpPr/>
          <p:nvPr/>
        </p:nvCxnSpPr>
        <p:spPr>
          <a:xfrm flipV="1">
            <a:off x="2705148" y="2204185"/>
            <a:ext cx="2242237" cy="1568918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419A0D-D1F4-1E50-C357-0DE0804EDEE5}"/>
              </a:ext>
            </a:extLst>
          </p:cNvPr>
          <p:cNvSpPr txBox="1"/>
          <p:nvPr/>
        </p:nvSpPr>
        <p:spPr>
          <a:xfrm>
            <a:off x="6266352" y="46494"/>
            <a:ext cx="2370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Fixed Point 1: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A82775-B029-C84C-685E-688695F8910B}"/>
              </a:ext>
            </a:extLst>
          </p:cNvPr>
          <p:cNvSpPr/>
          <p:nvPr/>
        </p:nvSpPr>
        <p:spPr>
          <a:xfrm>
            <a:off x="5548409" y="77533"/>
            <a:ext cx="3224792" cy="762717"/>
          </a:xfrm>
          <a:prstGeom prst="rect">
            <a:avLst/>
          </a:prstGeom>
          <a:noFill/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EE6FBF68-98A6-6EA5-C181-898F7CCC27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7227" y="481896"/>
            <a:ext cx="994212" cy="29337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CFFFC12-D99A-B424-1413-E13F4F9450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30000" y="509654"/>
            <a:ext cx="420350" cy="21017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B02C5F6-5A77-3804-E263-FB00B23EA4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78911" y="470579"/>
            <a:ext cx="994218" cy="28679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727CC98-BE35-BFE2-3CE1-B52E6C71BAB8}"/>
              </a:ext>
            </a:extLst>
          </p:cNvPr>
          <p:cNvSpPr txBox="1"/>
          <p:nvPr/>
        </p:nvSpPr>
        <p:spPr>
          <a:xfrm>
            <a:off x="6455196" y="4028421"/>
            <a:ext cx="389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Fixed point 2: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DE2B33-8313-8F2E-DB2C-CA36B4DA4767}"/>
              </a:ext>
            </a:extLst>
          </p:cNvPr>
          <p:cNvSpPr/>
          <p:nvPr/>
        </p:nvSpPr>
        <p:spPr>
          <a:xfrm>
            <a:off x="5919208" y="4012790"/>
            <a:ext cx="3021592" cy="1109138"/>
          </a:xfrm>
          <a:prstGeom prst="rect">
            <a:avLst/>
          </a:prstGeom>
          <a:noFill/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8533B8EA-1D92-6C65-7CF0-9CD5896448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34147" y="4463814"/>
            <a:ext cx="1075321" cy="576621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BFD51C9-8F88-56AB-0DCA-0FAB160E87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81595" y="4659241"/>
            <a:ext cx="416899" cy="2084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F4C1E885-A960-B97A-04E3-80584586D48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70621" y="4609905"/>
            <a:ext cx="1005012" cy="2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1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C1D9-7702-88E4-F52E-71EFDD4C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296FF0-D1D0-8054-918A-160CCF102546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2A6A6-7579-4B4D-50D5-6F09D20C7E78}"/>
              </a:ext>
            </a:extLst>
          </p:cNvPr>
          <p:cNvSpPr txBox="1"/>
          <p:nvPr/>
        </p:nvSpPr>
        <p:spPr>
          <a:xfrm>
            <a:off x="-950624" y="3201833"/>
            <a:ext cx="110452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Qubit Concatenation – Extra Slides</a:t>
            </a:r>
          </a:p>
          <a:p>
            <a:pPr algn="ctr"/>
            <a:endParaRPr lang="en-GB" sz="2800" dirty="0">
              <a:latin typeface="Rockwell" panose="02060603020205020403" pitchFamily="18" charset="0"/>
            </a:endParaRPr>
          </a:p>
          <a:p>
            <a:r>
              <a:rPr lang="en-GB" sz="28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347859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72B3-B99E-172B-8F7E-C99C53FB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F409-C8D5-34BC-A552-FDAED54F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- Purity Bound 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C2C7E18-9EC3-68B3-77C3-8343AD1CB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106" y="1463960"/>
            <a:ext cx="3744230" cy="7365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9D61D4C-C952-09EF-BF29-7F2717FF9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6743" y="1571376"/>
            <a:ext cx="3544742" cy="521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6481D6-A359-6361-1360-2A2AD8D7F374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B8BD720-9571-7F9A-C947-E0BED1031F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3805" y="2571750"/>
            <a:ext cx="2946276" cy="73656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F0C163B-F020-93EC-B123-3FC8007F6D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78380" y="4035973"/>
            <a:ext cx="3855745" cy="6041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2B891F-5041-FDC6-EC96-2E97153FD418}"/>
              </a:ext>
            </a:extLst>
          </p:cNvPr>
          <p:cNvSpPr/>
          <p:nvPr/>
        </p:nvSpPr>
        <p:spPr>
          <a:xfrm>
            <a:off x="2590800" y="3890306"/>
            <a:ext cx="4049981" cy="826820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800765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B25C-74F2-B356-DF4E-CE101A38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B38916F-19FA-66EE-B778-F9F14CA7627B}"/>
              </a:ext>
            </a:extLst>
          </p:cNvPr>
          <p:cNvSpPr txBox="1"/>
          <p:nvPr/>
        </p:nvSpPr>
        <p:spPr>
          <a:xfrm>
            <a:off x="5602501" y="3060648"/>
            <a:ext cx="197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(    - Axis)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BE419-999B-1A48-C8A5-877A1CC6E3E8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304C5-50D7-A142-AB20-8134EC06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Qubit Concatenation 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1B427CD-C6FD-7CA8-92F7-E986623C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955" r="63755" b="-1"/>
          <a:stretch>
            <a:fillRect/>
          </a:stretch>
        </p:blipFill>
        <p:spPr>
          <a:xfrm>
            <a:off x="2516762" y="1722224"/>
            <a:ext cx="1525467" cy="8524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2002BB1-ED59-A3BE-D5C8-ABBA9DD9673A}"/>
              </a:ext>
            </a:extLst>
          </p:cNvPr>
          <p:cNvSpPr txBox="1"/>
          <p:nvPr/>
        </p:nvSpPr>
        <p:spPr>
          <a:xfrm>
            <a:off x="1819859" y="1260559"/>
            <a:ext cx="824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Fixed points of recurrence relations: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5F125A5-1E76-42B7-687F-207B5B745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8812" y="1963739"/>
            <a:ext cx="1444007" cy="36939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EEA951D-31F0-78ED-96E6-5D20BFC941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93618" y="3858538"/>
            <a:ext cx="1198278" cy="64255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2F9B105-5BB7-5ADE-E087-BC547A5799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3618" y="3234467"/>
            <a:ext cx="1098803" cy="32423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DA7D3B-E83A-C38C-2699-D6E3D50A0E78}"/>
              </a:ext>
            </a:extLst>
          </p:cNvPr>
          <p:cNvCxnSpPr>
            <a:cxnSpLocks/>
          </p:cNvCxnSpPr>
          <p:nvPr/>
        </p:nvCxnSpPr>
        <p:spPr>
          <a:xfrm>
            <a:off x="1828056" y="3370848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BDD3FBE7-3B2E-0B44-48B7-2941083561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6995" y="3236204"/>
            <a:ext cx="464570" cy="23228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5178FA-794B-3607-8270-F3DB931C95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6995" y="4088633"/>
            <a:ext cx="464570" cy="23228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7AFEE7B-89D0-DB35-710D-D9CE0DBEA1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35912" y="3202473"/>
            <a:ext cx="251732" cy="232368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6F517E65-E752-01AA-990D-7A394EBB50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79136" y="3187889"/>
            <a:ext cx="1098803" cy="31696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D9F02C-4A30-69BA-A3FC-AC2623ED749E}"/>
              </a:ext>
            </a:extLst>
          </p:cNvPr>
          <p:cNvCxnSpPr>
            <a:cxnSpLocks/>
          </p:cNvCxnSpPr>
          <p:nvPr/>
        </p:nvCxnSpPr>
        <p:spPr>
          <a:xfrm>
            <a:off x="1850616" y="4186823"/>
            <a:ext cx="302079" cy="0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57F2DF2-789A-36D5-9D62-7A99D46B89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79136" y="4021334"/>
            <a:ext cx="1119932" cy="31696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BEE77FD-5F40-9AAA-7B16-259632A4B48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52785" y="4021334"/>
            <a:ext cx="287092" cy="22967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E924BDF-AF4D-D83D-657D-32C871857DD5}"/>
              </a:ext>
            </a:extLst>
          </p:cNvPr>
          <p:cNvSpPr txBox="1"/>
          <p:nvPr/>
        </p:nvSpPr>
        <p:spPr>
          <a:xfrm>
            <a:off x="5621216" y="3876631"/>
            <a:ext cx="197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ockwell" panose="02060603020205020403" pitchFamily="18" charset="0"/>
              </a:rPr>
              <a:t>(    - Axis) </a:t>
            </a:r>
          </a:p>
        </p:txBody>
      </p:sp>
    </p:spTree>
    <p:extLst>
      <p:ext uri="{BB962C8B-B14F-4D97-AF65-F5344CB8AC3E}">
        <p14:creationId xmlns:p14="http://schemas.microsoft.com/office/powerpoint/2010/main" val="149649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A073-4980-6251-A740-0A760481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3DD3A4D-E6EB-A5F1-2810-90D4D0CF1B83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631092-73D3-1091-BCDC-D8B800D35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4550" y="66823"/>
            <a:ext cx="4628694" cy="51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7727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28014F-6698-C010-E53B-2430411A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DFA5A-3953-A3F7-CE4C-216887D97EDF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3A6B8-1AA5-75F1-8DD7-ADBC75D19104}"/>
              </a:ext>
            </a:extLst>
          </p:cNvPr>
          <p:cNvSpPr txBox="1"/>
          <p:nvPr/>
        </p:nvSpPr>
        <p:spPr>
          <a:xfrm>
            <a:off x="-950624" y="3201833"/>
            <a:ext cx="110452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d-dimensional case – Extra Slides</a:t>
            </a:r>
          </a:p>
          <a:p>
            <a:pPr algn="ctr"/>
            <a:endParaRPr lang="en-GB" sz="2800" dirty="0">
              <a:latin typeface="Rockwell" panose="02060603020205020403" pitchFamily="18" charset="0"/>
            </a:endParaRPr>
          </a:p>
          <a:p>
            <a:r>
              <a:rPr lang="en-GB" sz="28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97868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2624C-58ED-15AB-1F99-C023C3A2C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55575-5391-AA7E-E8E2-30F755B5BBA9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F2F54-859F-5310-6686-29DC12EB5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" r="13889" b="64849"/>
          <a:stretch>
            <a:fillRect/>
          </a:stretch>
        </p:blipFill>
        <p:spPr>
          <a:xfrm>
            <a:off x="981226" y="1861301"/>
            <a:ext cx="4854176" cy="430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395F7-FAD9-A53D-A016-471544291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3" t="74756" r="58751"/>
          <a:stretch>
            <a:fillRect/>
          </a:stretch>
        </p:blipFill>
        <p:spPr>
          <a:xfrm>
            <a:off x="2925234" y="794127"/>
            <a:ext cx="3136900" cy="579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9CD123-28D6-A312-F23A-68A66A880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5" t="71332" r="21852"/>
          <a:stretch>
            <a:fillRect/>
          </a:stretch>
        </p:blipFill>
        <p:spPr>
          <a:xfrm>
            <a:off x="6297765" y="2016524"/>
            <a:ext cx="1646766" cy="4055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8189A90-C5C4-E0D5-1D23-3DE509988935}"/>
              </a:ext>
            </a:extLst>
          </p:cNvPr>
          <p:cNvSpPr/>
          <p:nvPr/>
        </p:nvSpPr>
        <p:spPr>
          <a:xfrm>
            <a:off x="2925235" y="670375"/>
            <a:ext cx="3136900" cy="819758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4E55C-1792-4E9B-2F03-82333AEF3B64}"/>
              </a:ext>
            </a:extLst>
          </p:cNvPr>
          <p:cNvSpPr txBox="1"/>
          <p:nvPr/>
        </p:nvSpPr>
        <p:spPr>
          <a:xfrm>
            <a:off x="2836333" y="136723"/>
            <a:ext cx="5266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Rockwell" panose="02060603020205020403" pitchFamily="18" charset="0"/>
              </a:rPr>
              <a:t>jth</a:t>
            </a:r>
            <a:r>
              <a:rPr lang="en-GB" sz="2400" dirty="0">
                <a:latin typeface="Rockwell" panose="02060603020205020403" pitchFamily="18" charset="0"/>
              </a:rPr>
              <a:t> mode subspace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F740C1-5408-BE0D-D3B7-DA49F88FF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5" r="13889" b="34413"/>
          <a:stretch>
            <a:fillRect/>
          </a:stretch>
        </p:blipFill>
        <p:spPr>
          <a:xfrm>
            <a:off x="981226" y="2301555"/>
            <a:ext cx="4854176" cy="451491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33B881E4-21CF-BBA6-7539-9295810638DA}"/>
              </a:ext>
            </a:extLst>
          </p:cNvPr>
          <p:cNvSpPr/>
          <p:nvPr/>
        </p:nvSpPr>
        <p:spPr>
          <a:xfrm>
            <a:off x="5976559" y="1845764"/>
            <a:ext cx="262467" cy="826482"/>
          </a:xfrm>
          <a:prstGeom prst="rightBrac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4ACFF7-8901-91C2-16D8-91F02288D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46" y="3331276"/>
            <a:ext cx="7519307" cy="143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9061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41699-3E30-9093-9E87-683E25EC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10306-BB7F-EEC2-BD17-D9C45EBD49D9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Unspeakable Coherence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3F690-04E3-8F8E-7151-7A0315C818BC}"/>
              </a:ext>
            </a:extLst>
          </p:cNvPr>
          <p:cNvSpPr txBox="1"/>
          <p:nvPr/>
        </p:nvSpPr>
        <p:spPr>
          <a:xfrm>
            <a:off x="-950624" y="3201833"/>
            <a:ext cx="110452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Initial Correlations – Extra Slides</a:t>
            </a:r>
          </a:p>
          <a:p>
            <a:pPr algn="ctr"/>
            <a:endParaRPr lang="en-GB" sz="2800" dirty="0">
              <a:latin typeface="Rockwell" panose="02060603020205020403" pitchFamily="18" charset="0"/>
            </a:endParaRPr>
          </a:p>
          <a:p>
            <a:r>
              <a:rPr lang="en-GB" sz="2800" dirty="0">
                <a:latin typeface="Rockwell" panose="020606030202050204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700784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B9F6-BC8B-4B85-4E59-FECDCB4B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Rockwell" panose="02060603020205020403" pitchFamily="18" charset="0"/>
              </a:rPr>
              <a:t>Initial Correlations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B01D0-5059-6645-E503-561378287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50" y="1268016"/>
            <a:ext cx="8401050" cy="13276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81F5D-21A2-4A88-9DD8-A2AF41F5E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0"/>
          <a:stretch>
            <a:fillRect/>
          </a:stretch>
        </p:blipFill>
        <p:spPr>
          <a:xfrm>
            <a:off x="2000250" y="3363662"/>
            <a:ext cx="5143500" cy="452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7C3A25-4F81-986D-BD18-FC26132428B9}"/>
              </a:ext>
            </a:extLst>
          </p:cNvPr>
          <p:cNvSpPr txBox="1"/>
          <p:nvPr/>
        </p:nvSpPr>
        <p:spPr>
          <a:xfrm>
            <a:off x="955221" y="3868295"/>
            <a:ext cx="7707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Rockwell" panose="02060603020205020403" pitchFamily="18" charset="0"/>
              </a:rPr>
              <a:t>No concentration for all p, despite the state being entangled for some 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79706-D9E5-0CCC-6004-50D48D203C00}"/>
              </a:ext>
            </a:extLst>
          </p:cNvPr>
          <p:cNvSpPr txBox="1"/>
          <p:nvPr/>
        </p:nvSpPr>
        <p:spPr>
          <a:xfrm>
            <a:off x="0" y="4411133"/>
            <a:ext cx="2590800" cy="7323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3107E6-77AB-F866-4063-5A8FD1B7C833}"/>
              </a:ext>
            </a:extLst>
          </p:cNvPr>
          <p:cNvSpPr/>
          <p:nvPr/>
        </p:nvSpPr>
        <p:spPr>
          <a:xfrm>
            <a:off x="1112762" y="3242124"/>
            <a:ext cx="7467901" cy="1509377"/>
          </a:xfrm>
          <a:prstGeom prst="rect">
            <a:avLst/>
          </a:prstGeom>
          <a:noFill/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0AC2B-868E-D274-D064-D5B50CE81322}"/>
              </a:ext>
            </a:extLst>
          </p:cNvPr>
          <p:cNvSpPr txBox="1"/>
          <p:nvPr/>
        </p:nvSpPr>
        <p:spPr>
          <a:xfrm>
            <a:off x="1020536" y="2815909"/>
            <a:ext cx="3355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Rockwell" panose="02060603020205020403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37940291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349-C45D-47F9-E4B6-6E51CC16A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9CE2BF-C827-A5BB-72E6-E1DC3138C592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Informational Non-equilibrium (Purity)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77C10-DFD0-E2CD-D170-A8ED7D791705}"/>
              </a:ext>
            </a:extLst>
          </p:cNvPr>
          <p:cNvSpPr txBox="1"/>
          <p:nvPr/>
        </p:nvSpPr>
        <p:spPr>
          <a:xfrm>
            <a:off x="482600" y="3176337"/>
            <a:ext cx="848948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Rockwell" panose="02060603020205020403" pitchFamily="18" charset="0"/>
              </a:rPr>
              <a:t>Correlations, Entanglement and Concentration – Extra Slides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60097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42EE-F46A-AF6C-601C-214EA64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Correlations and Concentration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4E04-B567-9279-2257-F80E972A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202532"/>
            <a:ext cx="8402400" cy="2888456"/>
          </a:xfrm>
        </p:spPr>
        <p:txBody>
          <a:bodyPr/>
          <a:lstStyle/>
          <a:p>
            <a:r>
              <a:rPr lang="en-GB"/>
              <a:t>Can correlations activate concentration?</a:t>
            </a:r>
          </a:p>
          <a:p>
            <a:pPr marL="0" indent="0">
              <a:buNone/>
            </a:pPr>
            <a:r>
              <a:rPr lang="en-GB"/>
              <a:t>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FDFA588-5F6D-35F8-0B25-3A2B4CEDB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6874" y="2452687"/>
            <a:ext cx="2035973" cy="27146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AA24749-4B6D-0348-F269-E9EB84D5E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5274" y="2440186"/>
            <a:ext cx="2891270" cy="28396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11B83F2-D2DA-B1E4-F0D0-D4B5743435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922" y="1775220"/>
            <a:ext cx="2895605" cy="2714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FADDE6-A5F4-D25C-11CA-34EEC8F48630}"/>
              </a:ext>
            </a:extLst>
          </p:cNvPr>
          <p:cNvSpPr txBox="1"/>
          <p:nvPr/>
        </p:nvSpPr>
        <p:spPr>
          <a:xfrm>
            <a:off x="2031570" y="3253680"/>
            <a:ext cx="3342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Maximally entangled state over AB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D98517-AD36-F2B8-68B9-C048D2AF4C42}"/>
              </a:ext>
            </a:extLst>
          </p:cNvPr>
          <p:cNvCxnSpPr>
            <a:cxnSpLocks/>
          </p:cNvCxnSpPr>
          <p:nvPr/>
        </p:nvCxnSpPr>
        <p:spPr>
          <a:xfrm flipV="1">
            <a:off x="3427079" y="2724150"/>
            <a:ext cx="0" cy="52953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2A375878-C4FF-6FCB-4E58-4E9E39B908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3806" y="3745192"/>
            <a:ext cx="2105230" cy="2398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2EDF4F-ED3E-C944-D5BC-8CB2BA5AF5EA}"/>
              </a:ext>
            </a:extLst>
          </p:cNvPr>
          <p:cNvSpPr txBox="1"/>
          <p:nvPr/>
        </p:nvSpPr>
        <p:spPr>
          <a:xfrm>
            <a:off x="1522441" y="3269069"/>
            <a:ext cx="68234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Let     have bound informational non-equilibrium.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00C53DF-6316-0807-B614-5F6B4C11A6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9846" y="3344078"/>
            <a:ext cx="119741" cy="1596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261439-A00C-A63D-A829-FAC83D561DF7}"/>
              </a:ext>
            </a:extLst>
          </p:cNvPr>
          <p:cNvSpPr txBox="1"/>
          <p:nvPr/>
        </p:nvSpPr>
        <p:spPr>
          <a:xfrm>
            <a:off x="3871516" y="3690705"/>
            <a:ext cx="1925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, if applied 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A3881DA-2575-1DA6-BB8C-F8293AAD9C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34495" y="3745192"/>
            <a:ext cx="1079258" cy="2398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AA14320-642B-EA13-5270-52AB562AF860}"/>
              </a:ext>
            </a:extLst>
          </p:cNvPr>
          <p:cNvSpPr txBox="1"/>
          <p:nvPr/>
        </p:nvSpPr>
        <p:spPr>
          <a:xfrm>
            <a:off x="4172069" y="4352925"/>
            <a:ext cx="2242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Change in         in system A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914561B-6A49-6DDD-7CE5-1BC406FA6A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86073" y="4437206"/>
            <a:ext cx="304800" cy="17145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474996-C648-404B-42BD-B55694639BE3}"/>
              </a:ext>
            </a:extLst>
          </p:cNvPr>
          <p:cNvCxnSpPr/>
          <p:nvPr/>
        </p:nvCxnSpPr>
        <p:spPr>
          <a:xfrm flipV="1">
            <a:off x="5229225" y="4036662"/>
            <a:ext cx="0" cy="316263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DBEE4AD-B382-5A83-D671-E52E5B23C069}"/>
              </a:ext>
            </a:extLst>
          </p:cNvPr>
          <p:cNvSpPr txBox="1"/>
          <p:nvPr/>
        </p:nvSpPr>
        <p:spPr>
          <a:xfrm>
            <a:off x="690840" y="3460045"/>
            <a:ext cx="7369561" cy="646331"/>
          </a:xfrm>
          <a:prstGeom prst="rect">
            <a:avLst/>
          </a:prstGeom>
          <a:noFill/>
          <a:ln w="317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/>
              <a:t>Global correlations can active concentration, and bound informational non-equilibrium is not robust to noise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347F0-C215-4757-7DEC-FAE6A565F554}"/>
              </a:ext>
            </a:extLst>
          </p:cNvPr>
          <p:cNvSpPr txBox="1"/>
          <p:nvPr/>
        </p:nvSpPr>
        <p:spPr>
          <a:xfrm>
            <a:off x="-352338" y="4641970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402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6" grpId="0"/>
      <p:bldP spid="16" grpId="1"/>
      <p:bldP spid="19" grpId="0"/>
      <p:bldP spid="19" grpId="1"/>
      <p:bldP spid="22" grpId="0"/>
      <p:bldP spid="22" grpId="1"/>
      <p:bldP spid="27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8B3F-9F95-EBB0-8E5A-8F924E7F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6CF5-8810-3175-A11C-0FCBF8EE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Entanglement and Concentration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2BEF-537C-AE4F-5A46-F36460C12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202532"/>
            <a:ext cx="8402400" cy="2888456"/>
          </a:xfrm>
        </p:spPr>
        <p:txBody>
          <a:bodyPr/>
          <a:lstStyle/>
          <a:p>
            <a:r>
              <a:rPr lang="en-GB"/>
              <a:t>What about entanglement?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EE0A8C-823F-CDCA-C234-E9735B9B8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214" y="1713547"/>
            <a:ext cx="2035973" cy="27146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7AFD034-593D-DB46-91EC-787743CB6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8614" y="1701046"/>
            <a:ext cx="2891270" cy="28396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9E67397-2B88-A9F9-ABA5-2CEF4DEAE1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5807" y="2870015"/>
            <a:ext cx="5260099" cy="275529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CA9EDB5-EF9D-C362-C53C-3A5463D74F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094" y="2901111"/>
            <a:ext cx="1824239" cy="2078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5DBCDA2-B178-EEC5-7797-E2DF9FDDA204}"/>
              </a:ext>
            </a:extLst>
          </p:cNvPr>
          <p:cNvSpPr txBox="1"/>
          <p:nvPr/>
        </p:nvSpPr>
        <p:spPr>
          <a:xfrm>
            <a:off x="496015" y="2306422"/>
            <a:ext cx="2770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What can I concentrate with: 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8422178D-E58C-E649-51C9-BB440BB865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66384" y="2371876"/>
            <a:ext cx="560911" cy="2348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DEA6665-3C50-CD33-9964-92F291DDF4EA}"/>
              </a:ext>
            </a:extLst>
          </p:cNvPr>
          <p:cNvSpPr txBox="1"/>
          <p:nvPr/>
        </p:nvSpPr>
        <p:spPr>
          <a:xfrm>
            <a:off x="651533" y="3514105"/>
            <a:ext cx="261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Vs what I concentrate with:  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48E79604-79A1-64E8-747C-E953FB657B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66384" y="3618384"/>
            <a:ext cx="829366" cy="18430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0C966883-CBCA-693B-797A-DF74A204CE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11073" y="3978658"/>
            <a:ext cx="3293176" cy="517499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3B1E634-BABB-2BE4-9EC5-DD339CD9615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95236" y="4164330"/>
            <a:ext cx="698908" cy="17472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B0ECD56-A80A-6ABC-F184-0B00B4BD36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59580" y="2389654"/>
            <a:ext cx="381000" cy="2143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B504160-9231-5A55-295A-5632EBFEB689}"/>
              </a:ext>
            </a:extLst>
          </p:cNvPr>
          <p:cNvSpPr txBox="1"/>
          <p:nvPr/>
        </p:nvSpPr>
        <p:spPr>
          <a:xfrm>
            <a:off x="4610100" y="2337289"/>
            <a:ext cx="164783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of pure state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F8326CF-2806-8B87-B55E-C1B1703F78D3}"/>
              </a:ext>
            </a:extLst>
          </p:cNvPr>
          <p:cNvCxnSpPr/>
          <p:nvPr/>
        </p:nvCxnSpPr>
        <p:spPr>
          <a:xfrm flipH="1">
            <a:off x="4724400" y="2629677"/>
            <a:ext cx="73025" cy="24033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>
            <a:extLst>
              <a:ext uri="{FF2B5EF4-FFF2-40B4-BE49-F238E27FC236}">
                <a16:creationId xmlns:a16="http://schemas.microsoft.com/office/drawing/2014/main" id="{3ED5FE94-4720-046C-6022-776A047480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255" y="2371017"/>
            <a:ext cx="381000" cy="21431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DC3012A-879A-0F71-EE8E-A69FEC2A68CF}"/>
              </a:ext>
            </a:extLst>
          </p:cNvPr>
          <p:cNvSpPr txBox="1"/>
          <p:nvPr/>
        </p:nvSpPr>
        <p:spPr>
          <a:xfrm>
            <a:off x="6316775" y="2318652"/>
            <a:ext cx="164783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of initial marginal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15585DB-9928-B308-CE61-5B9F58C784D3}"/>
              </a:ext>
            </a:extLst>
          </p:cNvPr>
          <p:cNvCxnSpPr/>
          <p:nvPr/>
        </p:nvCxnSpPr>
        <p:spPr>
          <a:xfrm flipH="1">
            <a:off x="6431075" y="2611040"/>
            <a:ext cx="73025" cy="24033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367901-60D3-93A7-E67B-0E5067EEE7AD}"/>
              </a:ext>
            </a:extLst>
          </p:cNvPr>
          <p:cNvSpPr txBox="1"/>
          <p:nvPr/>
        </p:nvSpPr>
        <p:spPr>
          <a:xfrm>
            <a:off x="-352338" y="4641970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19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9" grpId="0"/>
      <p:bldP spid="43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A9E72-0CA0-7619-E022-9A83F32E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8798-4900-C215-FBFF-BD9DA62F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Entanglement and Concentration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D1EA-605D-7C09-BEF5-12C26EFF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202532"/>
            <a:ext cx="8402400" cy="2888456"/>
          </a:xfrm>
        </p:spPr>
        <p:txBody>
          <a:bodyPr/>
          <a:lstStyle/>
          <a:p>
            <a:r>
              <a:rPr lang="en-GB"/>
              <a:t>What about entanglement?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B9967C-736B-68C0-A166-3DFCB1F04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214" y="1713547"/>
            <a:ext cx="2035973" cy="27146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78F8A29-47C6-5E27-327A-CB2451ED1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8614" y="1701046"/>
            <a:ext cx="2891270" cy="28396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35C9D88-F001-CF37-A605-1E3B5C7ED398}"/>
              </a:ext>
            </a:extLst>
          </p:cNvPr>
          <p:cNvSpPr txBox="1"/>
          <p:nvPr/>
        </p:nvSpPr>
        <p:spPr>
          <a:xfrm>
            <a:off x="496015" y="2306422"/>
            <a:ext cx="2770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What can I concentrate with: 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3B9D66D-C4AA-4AC6-22E7-0C1B382645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6384" y="2371876"/>
            <a:ext cx="560911" cy="2348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39BD3E-9F4C-17E1-0B10-6F49E0FE9B59}"/>
              </a:ext>
            </a:extLst>
          </p:cNvPr>
          <p:cNvSpPr txBox="1"/>
          <p:nvPr/>
        </p:nvSpPr>
        <p:spPr>
          <a:xfrm>
            <a:off x="651533" y="2913698"/>
            <a:ext cx="261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Vs what I concentrate with:  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346816EB-772C-4725-218C-AD03F510F9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6384" y="3017977"/>
            <a:ext cx="829366" cy="18430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AD03007-ECFA-4ACC-6B7D-42F2974877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" t="1" r="72219" b="-35511"/>
          <a:stretch/>
        </p:blipFill>
        <p:spPr>
          <a:xfrm>
            <a:off x="4730807" y="2371876"/>
            <a:ext cx="923233" cy="34887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18E3B9A-76CB-2D70-E4B9-1485F6E470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66917"/>
          <a:stretch/>
        </p:blipFill>
        <p:spPr>
          <a:xfrm>
            <a:off x="4730807" y="2839110"/>
            <a:ext cx="1056355" cy="50177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4939A02-C2B4-5EDB-4860-33D837A9DF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93471" y="2410187"/>
            <a:ext cx="412730" cy="20636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D6E7EF9-F862-D6F5-6D9E-A800CD87BA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89809" y="2986812"/>
            <a:ext cx="412730" cy="20636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19B5857-D222-B33C-C58B-A9332F6BBF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20214" y="3807083"/>
            <a:ext cx="5104491" cy="420849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6A165C98-A6E8-BFAB-E646-FC253FE31872}"/>
              </a:ext>
            </a:extLst>
          </p:cNvPr>
          <p:cNvSpPr/>
          <p:nvPr/>
        </p:nvSpPr>
        <p:spPr>
          <a:xfrm rot="5400000">
            <a:off x="5679296" y="3214132"/>
            <a:ext cx="150241" cy="2140577"/>
          </a:xfrm>
          <a:prstGeom prst="rightBrac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7AE011-CF1B-DD90-AE92-9B912762AA55}"/>
              </a:ext>
            </a:extLst>
          </p:cNvPr>
          <p:cNvSpPr txBox="1"/>
          <p:nvPr/>
        </p:nvSpPr>
        <p:spPr>
          <a:xfrm>
            <a:off x="4808220" y="4387082"/>
            <a:ext cx="50368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Entanglement Advantage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DDA68-8075-AC12-2FAA-796EE81E443C}"/>
              </a:ext>
            </a:extLst>
          </p:cNvPr>
          <p:cNvSpPr txBox="1"/>
          <p:nvPr/>
        </p:nvSpPr>
        <p:spPr>
          <a:xfrm>
            <a:off x="-352338" y="4641970"/>
            <a:ext cx="2801923" cy="6711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529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2266-2DFB-650E-5C46-7E6D066F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26AE92-F116-A371-FAA9-B5B9843A57E6}"/>
              </a:ext>
            </a:extLst>
          </p:cNvPr>
          <p:cNvSpPr txBox="1"/>
          <p:nvPr/>
        </p:nvSpPr>
        <p:spPr>
          <a:xfrm>
            <a:off x="1054100" y="1116725"/>
            <a:ext cx="703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Informational Non-equilibrium (Purity) Concentration</a:t>
            </a:r>
            <a:endParaRPr lang="en-GB" sz="36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E3C86-3548-D312-5E4B-7B1D5A0085BC}"/>
              </a:ext>
            </a:extLst>
          </p:cNvPr>
          <p:cNvSpPr txBox="1"/>
          <p:nvPr/>
        </p:nvSpPr>
        <p:spPr>
          <a:xfrm>
            <a:off x="482600" y="3176337"/>
            <a:ext cx="848948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Rockwell" panose="02060603020205020403" pitchFamily="18" charset="0"/>
              </a:rPr>
              <a:t>Informational Non-equilibrium vs Purity </a:t>
            </a:r>
            <a:r>
              <a:rPr lang="en-GB" sz="2800" dirty="0">
                <a:latin typeface="Rockwell" panose="02060603020205020403" pitchFamily="18" charset="0"/>
              </a:rPr>
              <a:t>– Extra Slides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42766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DB64-8CFF-AF2A-C2E3-DCB15D24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041E-B18A-52A2-5510-715C6552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Informational Non-equilibrium vs Purity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8D60-1CD8-7732-13B6-9C57EF9DB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91" y="1268016"/>
            <a:ext cx="8773200" cy="1481534"/>
          </a:xfrm>
        </p:spPr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25490-BA85-092A-E3C3-8456C75F7529}"/>
              </a:ext>
            </a:extLst>
          </p:cNvPr>
          <p:cNvSpPr txBox="1"/>
          <p:nvPr/>
        </p:nvSpPr>
        <p:spPr>
          <a:xfrm>
            <a:off x="180895" y="1338858"/>
            <a:ext cx="4166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u="sng"/>
              <a:t>Purity</a:t>
            </a:r>
          </a:p>
          <a:p>
            <a:pPr algn="ctr"/>
            <a:r>
              <a:rPr lang="en-US" sz="1800"/>
              <a:t>The physical property about whether the system in a pure state 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6D9C5-79E0-F7D7-BD80-2834E2D7FCA4}"/>
              </a:ext>
            </a:extLst>
          </p:cNvPr>
          <p:cNvSpPr txBox="1"/>
          <p:nvPr/>
        </p:nvSpPr>
        <p:spPr>
          <a:xfrm>
            <a:off x="4149439" y="1372354"/>
            <a:ext cx="483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u="sng"/>
              <a:t>Informational non-equilibrium </a:t>
            </a:r>
          </a:p>
          <a:p>
            <a:pPr algn="ctr"/>
            <a:r>
              <a:rPr lang="en-US" sz="1800"/>
              <a:t>The physical property about whether the system </a:t>
            </a:r>
            <a:r>
              <a:rPr lang="en-US" sz="1800" b="1"/>
              <a:t>not</a:t>
            </a:r>
            <a:r>
              <a:rPr lang="en-US" sz="1800"/>
              <a:t> in the maximally mixed state  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E6C1D-1B4F-F431-B91A-CD19A39F88CF}"/>
              </a:ext>
            </a:extLst>
          </p:cNvPr>
          <p:cNvSpPr txBox="1"/>
          <p:nvPr/>
        </p:nvSpPr>
        <p:spPr>
          <a:xfrm>
            <a:off x="921517" y="3136820"/>
            <a:ext cx="38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Dimension independent </a:t>
            </a:r>
            <a:endParaRPr lang="en-GB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BC81D-535C-F66A-2C37-7D5D11EB1A48}"/>
              </a:ext>
            </a:extLst>
          </p:cNvPr>
          <p:cNvSpPr txBox="1"/>
          <p:nvPr/>
        </p:nvSpPr>
        <p:spPr>
          <a:xfrm>
            <a:off x="5308117" y="3136820"/>
            <a:ext cx="384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Dimension dependent </a:t>
            </a:r>
            <a:endParaRPr lang="en-GB" sz="18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128296-5593-36E4-4F57-B261B3DE9308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64166" y="2262188"/>
            <a:ext cx="0" cy="874632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3D98C3-1EBD-2A25-6F41-20D311D4C32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566183" y="2295684"/>
            <a:ext cx="3554" cy="850105"/>
          </a:xfrm>
          <a:prstGeom prst="straightConnector1">
            <a:avLst/>
          </a:prstGeom>
          <a:ln w="3175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10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0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F1E5-AA79-AC7F-6309-B29DB682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1AEA-CB94-6D22-E2E3-F799A85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Informational Non-equilibrium vs Purity 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842E-56F0-F161-3B89-333751098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91" y="1268016"/>
            <a:ext cx="8773200" cy="1481534"/>
          </a:xfrm>
        </p:spPr>
        <p:txBody>
          <a:bodyPr/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96A2A9F-5BA8-88D9-660D-9B1BA7C59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2448" y="1139031"/>
            <a:ext cx="478959" cy="35401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EE0E968-8832-8A99-D8B5-A29684B44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7061" y="1108074"/>
            <a:ext cx="478959" cy="35401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CC7B6B-6026-F348-4577-B2467E3B2329}"/>
              </a:ext>
            </a:extLst>
          </p:cNvPr>
          <p:cNvCxnSpPr/>
          <p:nvPr/>
        </p:nvCxnSpPr>
        <p:spPr>
          <a:xfrm>
            <a:off x="1244600" y="3497792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5CBED6-0B70-743F-1658-A305049FC11D}"/>
              </a:ext>
            </a:extLst>
          </p:cNvPr>
          <p:cNvCxnSpPr/>
          <p:nvPr/>
        </p:nvCxnSpPr>
        <p:spPr>
          <a:xfrm>
            <a:off x="1244600" y="2759075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A2D79F-E7BE-BB4B-DB92-61A626413F53}"/>
              </a:ext>
            </a:extLst>
          </p:cNvPr>
          <p:cNvCxnSpPr/>
          <p:nvPr/>
        </p:nvCxnSpPr>
        <p:spPr>
          <a:xfrm>
            <a:off x="5743514" y="3518892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2AFEF1-72C1-3D0C-7B09-D4B47C26BBF8}"/>
              </a:ext>
            </a:extLst>
          </p:cNvPr>
          <p:cNvCxnSpPr/>
          <p:nvPr/>
        </p:nvCxnSpPr>
        <p:spPr>
          <a:xfrm>
            <a:off x="5743514" y="2780175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437FB1-2057-430D-BEC3-B8CDA5B83DB3}"/>
              </a:ext>
            </a:extLst>
          </p:cNvPr>
          <p:cNvCxnSpPr/>
          <p:nvPr/>
        </p:nvCxnSpPr>
        <p:spPr>
          <a:xfrm>
            <a:off x="5743514" y="2778125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FD802F-DBA1-B07D-BEB0-5C0B8EDC40F1}"/>
              </a:ext>
            </a:extLst>
          </p:cNvPr>
          <p:cNvCxnSpPr/>
          <p:nvPr/>
        </p:nvCxnSpPr>
        <p:spPr>
          <a:xfrm>
            <a:off x="5743514" y="2039408"/>
            <a:ext cx="191346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B5EE2300-628C-DC02-87D7-852C0A69AE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4737" y="2973850"/>
            <a:ext cx="457730" cy="329566"/>
          </a:xfrm>
          <a:prstGeom prst="rect">
            <a:avLst/>
          </a:prstGeom>
        </p:spPr>
      </p:pic>
      <p:sp>
        <p:nvSpPr>
          <p:cNvPr id="23" name="Right Brace 22">
            <a:extLst>
              <a:ext uri="{FF2B5EF4-FFF2-40B4-BE49-F238E27FC236}">
                <a16:creationId xmlns:a16="http://schemas.microsoft.com/office/drawing/2014/main" id="{90D95CEE-D9ED-4747-28A8-B8F6B367BC30}"/>
              </a:ext>
            </a:extLst>
          </p:cNvPr>
          <p:cNvSpPr/>
          <p:nvPr/>
        </p:nvSpPr>
        <p:spPr>
          <a:xfrm>
            <a:off x="3278840" y="2749550"/>
            <a:ext cx="203200" cy="740767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0A1C4AC4-5532-A9E9-38A2-54E33F94AD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3604" y="3004966"/>
            <a:ext cx="457730" cy="329566"/>
          </a:xfrm>
          <a:prstGeom prst="rect">
            <a:avLst/>
          </a:prstGeom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8C0B6EE5-E77B-8DB6-4598-C8400FBEFE1F}"/>
              </a:ext>
            </a:extLst>
          </p:cNvPr>
          <p:cNvSpPr/>
          <p:nvPr/>
        </p:nvSpPr>
        <p:spPr>
          <a:xfrm>
            <a:off x="7757707" y="2780666"/>
            <a:ext cx="203200" cy="740767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8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B RED wide screen" id="{A9E127F2-D036-4B24-928F-408BEB48E9EE}" vid="{481E737D-32D0-410B-B988-CD751A70F32B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B RED wide screen" id="{A9E127F2-D036-4B24-928F-408BEB48E9EE}" vid="{1F9DA122-9E5D-491F-8891-F8721B4DBD8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8F033A155E54FAA6A753A2B21FB87" ma:contentTypeVersion="15" ma:contentTypeDescription="Create a new document." ma:contentTypeScope="" ma:versionID="15acdc0934a26651f1b757a5755eec6d">
  <xsd:schema xmlns:xsd="http://www.w3.org/2001/XMLSchema" xmlns:xs="http://www.w3.org/2001/XMLSchema" xmlns:p="http://schemas.microsoft.com/office/2006/metadata/properties" xmlns:ns2="44716eee-51e5-4283-ac89-4c40ca56fafe" xmlns:ns3="ed58a49d-4761-4f68-b510-50f34ca66aa7" xmlns:ns4="edb9d0e4-5370-4cfb-9e4e-bdf6de379f60" targetNamespace="http://schemas.microsoft.com/office/2006/metadata/properties" ma:root="true" ma:fieldsID="b6482cd3b8b08e2938b77d571722a7fd" ns2:_="" ns3:_="" ns4:_="">
    <xsd:import namespace="44716eee-51e5-4283-ac89-4c40ca56fafe"/>
    <xsd:import namespace="ed58a49d-4761-4f68-b510-50f34ca66aa7"/>
    <xsd:import namespace="edb9d0e4-5370-4cfb-9e4e-bdf6de379f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16eee-51e5-4283-ac89-4c40ca56fa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8a49d-4761-4f68-b510-50f34ca66aa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7ef94792-3ce7-4f56-a639-8d07673bb8e9}" ma:internalName="TaxCatchAll" ma:showField="CatchAllData" ma:web="ed58a49d-4761-4f68-b510-50f34ca66a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ECC736-502A-4065-B5CF-50025DC2EC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716eee-51e5-4283-ac89-4c40ca56fafe"/>
    <ds:schemaRef ds:uri="ed58a49d-4761-4f68-b510-50f34ca66aa7"/>
    <ds:schemaRef ds:uri="edb9d0e4-5370-4cfb-9e4e-bdf6de379f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3681E-0517-474E-91E4-A6CFD4E87F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0BCD74-1E4F-44D9-B754-6BB8C2F4F662}">
  <ds:schemaRefs>
    <ds:schemaRef ds:uri="http://schemas.microsoft.com/office/infopath/2007/PartnerControls"/>
    <ds:schemaRef ds:uri="44716eee-51e5-4283-ac89-4c40ca56fafe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ed58a49d-4761-4f68-b510-50f34ca66aa7"/>
    <ds:schemaRef ds:uri="http://schemas.openxmlformats.org/package/2006/metadata/core-properties"/>
    <ds:schemaRef ds:uri="edb9d0e4-5370-4cfb-9e4e-bdf6de379f6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DRToPP</Template>
  <TotalTime>0</TotalTime>
  <Words>3657</Words>
  <Application>Microsoft Office PowerPoint</Application>
  <PresentationFormat>On-screen Show (16:9)</PresentationFormat>
  <Paragraphs>743</Paragraphs>
  <Slides>172</Slides>
  <Notes>35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172</vt:i4>
      </vt:variant>
    </vt:vector>
  </HeadingPairs>
  <TitlesOfParts>
    <vt:vector size="181" baseType="lpstr">
      <vt:lpstr>Arial</vt:lpstr>
      <vt:lpstr>Calibri</vt:lpstr>
      <vt:lpstr>Cambria Math</vt:lpstr>
      <vt:lpstr>Courier New</vt:lpstr>
      <vt:lpstr>Lucida Grande</vt:lpstr>
      <vt:lpstr>Rockwell</vt:lpstr>
      <vt:lpstr>Wingdings</vt:lpstr>
      <vt:lpstr>University of Bristol (Main URL)</vt:lpstr>
      <vt:lpstr>University of Bristol (Custom URL)</vt:lpstr>
      <vt:lpstr>The More The Merrier - Resource Enhancement in Quantum Resource Theories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Entanglement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Aim: Local Enhancement of Resource</vt:lpstr>
      <vt:lpstr>Aim: Local Enhancement of Resource</vt:lpstr>
      <vt:lpstr>Resource Concentration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 Theory of Unspeakable Coherence  </vt:lpstr>
      <vt:lpstr>PowerPoint Presentation</vt:lpstr>
      <vt:lpstr>Framework</vt:lpstr>
      <vt:lpstr>Framework</vt:lpstr>
      <vt:lpstr>Framework</vt:lpstr>
      <vt:lpstr>PowerPoint Presentation</vt:lpstr>
      <vt:lpstr>PowerPoint Presentation</vt:lpstr>
      <vt:lpstr>PowerPoint Presentation</vt:lpstr>
      <vt:lpstr>Qubits</vt:lpstr>
      <vt:lpstr>Qubits</vt:lpstr>
      <vt:lpstr>Qubits</vt:lpstr>
      <vt:lpstr>Qubits</vt:lpstr>
      <vt:lpstr>Qubits</vt:lpstr>
      <vt:lpstr>Qubits</vt:lpstr>
      <vt:lpstr>Qubits</vt:lpstr>
      <vt:lpstr>Qubits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Qubit Concatenation </vt:lpstr>
      <vt:lpstr>Qubit Concatenation </vt:lpstr>
      <vt:lpstr>Qubit Concatenation </vt:lpstr>
      <vt:lpstr>Qubit Concatenation </vt:lpstr>
      <vt:lpstr>PowerPoint Presentation</vt:lpstr>
      <vt:lpstr>Informational Non-equilibrium </vt:lpstr>
      <vt:lpstr>Resource Theory of Informational Non-equilibrium  </vt:lpstr>
      <vt:lpstr>Informational Non-equilibrium </vt:lpstr>
      <vt:lpstr>Measuring Informational Non-equilibrium</vt:lpstr>
      <vt:lpstr>Measuring Informational Non-equilibrium</vt:lpstr>
      <vt:lpstr>Measuring Informational Non-equilibrium</vt:lpstr>
      <vt:lpstr>Informational Non-equilibrium Concentration</vt:lpstr>
      <vt:lpstr>Main Result</vt:lpstr>
      <vt:lpstr>Initial Takeaways</vt:lpstr>
      <vt:lpstr>A notion of “Bound” Informational  Non-equilibrium </vt:lpstr>
      <vt:lpstr>A notion of “Bound” Informational Non-equilibrium </vt:lpstr>
      <vt:lpstr>PowerPoint Presentation</vt:lpstr>
      <vt:lpstr>A notion of “Bound” Informational Non-equilibrium </vt:lpstr>
      <vt:lpstr>A notion of “Bound” Informational Non-equilibrium </vt:lpstr>
      <vt:lpstr>Qutrit Example</vt:lpstr>
      <vt:lpstr>Qutrits</vt:lpstr>
      <vt:lpstr>Qutrits</vt:lpstr>
      <vt:lpstr>Qutrits </vt:lpstr>
      <vt:lpstr>Qutrits </vt:lpstr>
      <vt:lpstr>Qutrits </vt:lpstr>
      <vt:lpstr>Qutrits </vt:lpstr>
      <vt:lpstr>PowerPoint Presentation</vt:lpstr>
      <vt:lpstr>Future Directions</vt:lpstr>
      <vt:lpstr>The More The Merrier - Resource Enhancement in Quantum Resource Theories</vt:lpstr>
      <vt:lpstr>PowerPoint Presentation</vt:lpstr>
      <vt:lpstr>PowerPoint Presentation</vt:lpstr>
      <vt:lpstr>PowerPoint Presentation</vt:lpstr>
      <vt:lpstr>What is a Resource? </vt:lpstr>
      <vt:lpstr>PowerPoint Presentation</vt:lpstr>
      <vt:lpstr>PowerPoint Presentation</vt:lpstr>
      <vt:lpstr>Resource Theory of Unspeakable Coherence -Modes  </vt:lpstr>
      <vt:lpstr>Resource Theory of Unspeakable Coherence -Modes  </vt:lpstr>
      <vt:lpstr>Resource Theory of Unspeakable Coherence - Modes  </vt:lpstr>
      <vt:lpstr>PowerPoint Presentation</vt:lpstr>
      <vt:lpstr>Bloch Sphere</vt:lpstr>
      <vt:lpstr>Bloch Sphere</vt:lpstr>
      <vt:lpstr>Bloch Sphere</vt:lpstr>
      <vt:lpstr>Real Plane</vt:lpstr>
      <vt:lpstr>Real Plane</vt:lpstr>
      <vt:lpstr>Real Plane</vt:lpstr>
      <vt:lpstr>Real Plane</vt:lpstr>
      <vt:lpstr>PowerPoint Presentation</vt:lpstr>
      <vt:lpstr>Qubit Concatenation - Purity Bound </vt:lpstr>
      <vt:lpstr>Qubit Concatenation </vt:lpstr>
      <vt:lpstr>PowerPoint Presentation</vt:lpstr>
      <vt:lpstr>PowerPoint Presentation</vt:lpstr>
      <vt:lpstr>PowerPoint Presentation</vt:lpstr>
      <vt:lpstr>PowerPoint Presentation</vt:lpstr>
      <vt:lpstr>Initial Correlations</vt:lpstr>
      <vt:lpstr>PowerPoint Presentation</vt:lpstr>
      <vt:lpstr>Correlations and Concentration </vt:lpstr>
      <vt:lpstr>Entanglement and Concentration </vt:lpstr>
      <vt:lpstr>Entanglement and Concentration </vt:lpstr>
      <vt:lpstr>PowerPoint Presentation</vt:lpstr>
      <vt:lpstr>Informational Non-equilibrium vs Purity </vt:lpstr>
      <vt:lpstr>Informational Non-equilibrium vs Purity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Dynamical Resource Theory of Purity Preservability - Paper</dc:title>
  <dc:creator>Benjamin Stratton</dc:creator>
  <cp:lastModifiedBy>Benjamin Stratton</cp:lastModifiedBy>
  <cp:revision>59</cp:revision>
  <dcterms:created xsi:type="dcterms:W3CDTF">2023-05-25T14:40:29Z</dcterms:created>
  <dcterms:modified xsi:type="dcterms:W3CDTF">2026-04-09T18:57:16Z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0x0101001F18CF241A90FF499F246F937C358300</vt:lpwstr>
  </property>
</Properties>
</file>